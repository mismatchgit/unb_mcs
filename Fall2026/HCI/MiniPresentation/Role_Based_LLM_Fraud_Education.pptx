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68" r:id="rId2"/>
    <p:sldId id="269" r:id="rId3"/>
    <p:sldId id="257" r:id="rId4"/>
    <p:sldId id="258" r:id="rId5"/>
    <p:sldId id="259" r:id="rId6"/>
    <p:sldId id="260" r:id="rId7"/>
    <p:sldId id="261" r:id="rId8"/>
    <p:sldId id="262" r:id="rId9"/>
    <p:sldId id="263" r:id="rId10"/>
    <p:sldId id="270" r:id="rId11"/>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C2AF"/>
    <a:srgbClr val="F3F8F3"/>
    <a:srgbClr val="E2F5E1"/>
    <a:srgbClr val="F4F7F5"/>
    <a:srgbClr val="E7E8ED"/>
    <a:srgbClr val="E6E9EE"/>
    <a:srgbClr val="F1F5F8"/>
    <a:srgbClr val="EEEFF4"/>
    <a:srgbClr val="71AC7E"/>
    <a:srgbClr val="A1A5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4" autoAdjust="0"/>
    <p:restoredTop sz="72067" autoAdjust="0"/>
  </p:normalViewPr>
  <p:slideViewPr>
    <p:cSldViewPr>
      <p:cViewPr>
        <p:scale>
          <a:sx n="67" d="100"/>
          <a:sy n="67" d="100"/>
        </p:scale>
        <p:origin x="2416" y="6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A8676B-A77C-214A-B89A-EEE74FCBDFDE}"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5CACDBEC-18A4-474E-A79E-2173865CDB42}">
      <dgm:prSet/>
      <dgm:spPr>
        <a:solidFill>
          <a:srgbClr val="F3F8F3"/>
        </a:solidFill>
        <a:ln>
          <a:solidFill>
            <a:srgbClr val="ADC2AF"/>
          </a:solidFill>
        </a:ln>
      </dgm:spPr>
      <dgm:t>
        <a:bodyPr/>
        <a:lstStyle/>
        <a:p>
          <a:r>
            <a:rPr lang="en-US" b="1" dirty="0">
              <a:solidFill>
                <a:schemeClr val="tx1"/>
              </a:solidFill>
            </a:rPr>
            <a:t>Experiencer: 33</a:t>
          </a:r>
          <a:endParaRPr lang="en-CA" dirty="0">
            <a:solidFill>
              <a:schemeClr val="tx1"/>
            </a:solidFill>
          </a:endParaRPr>
        </a:p>
      </dgm:t>
    </dgm:pt>
    <dgm:pt modelId="{36C9F81D-1867-EB41-A1CD-C7FE87104553}" type="parTrans" cxnId="{4062EB6D-BAA5-FA41-8DE4-070E2821DEF1}">
      <dgm:prSet/>
      <dgm:spPr/>
      <dgm:t>
        <a:bodyPr/>
        <a:lstStyle/>
        <a:p>
          <a:endParaRPr lang="en-US"/>
        </a:p>
      </dgm:t>
    </dgm:pt>
    <dgm:pt modelId="{86B994D2-F302-0F4A-B8FC-5DC40D871A7F}" type="sibTrans" cxnId="{4062EB6D-BAA5-FA41-8DE4-070E2821DEF1}">
      <dgm:prSet/>
      <dgm:spPr>
        <a:solidFill>
          <a:schemeClr val="bg1"/>
        </a:solidFill>
        <a:ln>
          <a:solidFill>
            <a:schemeClr val="bg1"/>
          </a:solidFill>
        </a:ln>
      </dgm:spPr>
      <dgm:t>
        <a:bodyPr/>
        <a:lstStyle/>
        <a:p>
          <a:endParaRPr lang="en-US"/>
        </a:p>
      </dgm:t>
    </dgm:pt>
    <dgm:pt modelId="{34B3CA05-756B-4049-A32F-131F942EA8D5}">
      <dgm:prSet/>
      <dgm:spPr>
        <a:solidFill>
          <a:srgbClr val="F3F8F3"/>
        </a:solidFill>
        <a:ln>
          <a:solidFill>
            <a:srgbClr val="ADC2AF"/>
          </a:solidFill>
        </a:ln>
      </dgm:spPr>
      <dgm:t>
        <a:bodyPr/>
        <a:lstStyle/>
        <a:p>
          <a:r>
            <a:rPr lang="en-US" b="1" dirty="0">
              <a:solidFill>
                <a:schemeClr val="tx1"/>
              </a:solidFill>
            </a:rPr>
            <a:t>Helper: </a:t>
          </a:r>
        </a:p>
        <a:p>
          <a:r>
            <a:rPr lang="en-US" b="1" dirty="0">
              <a:solidFill>
                <a:schemeClr val="tx1"/>
              </a:solidFill>
            </a:rPr>
            <a:t>40</a:t>
          </a:r>
          <a:endParaRPr lang="en-CA" dirty="0">
            <a:solidFill>
              <a:schemeClr val="tx1"/>
            </a:solidFill>
          </a:endParaRPr>
        </a:p>
      </dgm:t>
    </dgm:pt>
    <dgm:pt modelId="{C137D4BA-508D-4A4F-B0FE-51D9EB039BF4}" type="parTrans" cxnId="{898E46D7-6793-7848-949C-EFE40BD4D959}">
      <dgm:prSet/>
      <dgm:spPr/>
      <dgm:t>
        <a:bodyPr/>
        <a:lstStyle/>
        <a:p>
          <a:endParaRPr lang="en-US"/>
        </a:p>
      </dgm:t>
    </dgm:pt>
    <dgm:pt modelId="{4F876C42-EE93-3B47-92BA-20D82949548E}" type="sibTrans" cxnId="{898E46D7-6793-7848-949C-EFE40BD4D959}">
      <dgm:prSet/>
      <dgm:spPr>
        <a:solidFill>
          <a:schemeClr val="bg1"/>
        </a:solidFill>
        <a:ln>
          <a:solidFill>
            <a:schemeClr val="bg1"/>
          </a:solidFill>
        </a:ln>
      </dgm:spPr>
      <dgm:t>
        <a:bodyPr/>
        <a:lstStyle/>
        <a:p>
          <a:endParaRPr lang="en-US"/>
        </a:p>
      </dgm:t>
    </dgm:pt>
    <dgm:pt modelId="{9BAB4F3E-1462-6E4C-A255-8FAD2394C361}">
      <dgm:prSet/>
      <dgm:spPr>
        <a:solidFill>
          <a:srgbClr val="F3F8F3"/>
        </a:solidFill>
        <a:ln>
          <a:solidFill>
            <a:srgbClr val="ADC2AF"/>
          </a:solidFill>
        </a:ln>
      </dgm:spPr>
      <dgm:t>
        <a:bodyPr/>
        <a:lstStyle/>
        <a:p>
          <a:r>
            <a:rPr lang="en-US" b="1" dirty="0">
              <a:solidFill>
                <a:schemeClr val="tx1"/>
              </a:solidFill>
            </a:rPr>
            <a:t>Observer:</a:t>
          </a:r>
        </a:p>
        <a:p>
          <a:r>
            <a:rPr lang="en-US" b="1" dirty="0">
              <a:solidFill>
                <a:schemeClr val="tx1"/>
              </a:solidFill>
            </a:rPr>
            <a:t> 35</a:t>
          </a:r>
          <a:endParaRPr lang="en-CA" dirty="0">
            <a:solidFill>
              <a:schemeClr val="tx1"/>
            </a:solidFill>
          </a:endParaRPr>
        </a:p>
      </dgm:t>
    </dgm:pt>
    <dgm:pt modelId="{915C5A77-3F0F-1E49-B695-D687B80C5FD3}" type="parTrans" cxnId="{D9A047E2-A93C-A240-9C93-219C440330CA}">
      <dgm:prSet/>
      <dgm:spPr/>
      <dgm:t>
        <a:bodyPr/>
        <a:lstStyle/>
        <a:p>
          <a:endParaRPr lang="en-US"/>
        </a:p>
      </dgm:t>
    </dgm:pt>
    <dgm:pt modelId="{994FAD06-F4F1-DB4E-9D41-8F9F51983F8F}" type="sibTrans" cxnId="{D9A047E2-A93C-A240-9C93-219C440330CA}">
      <dgm:prSet/>
      <dgm:spPr>
        <a:solidFill>
          <a:schemeClr val="bg1"/>
        </a:solidFill>
        <a:ln>
          <a:solidFill>
            <a:schemeClr val="bg1"/>
          </a:solidFill>
        </a:ln>
      </dgm:spPr>
      <dgm:t>
        <a:bodyPr/>
        <a:lstStyle/>
        <a:p>
          <a:endParaRPr lang="en-US"/>
        </a:p>
      </dgm:t>
    </dgm:pt>
    <dgm:pt modelId="{90BFF757-745D-5145-B2B6-6B7CC243F660}">
      <dgm:prSet/>
      <dgm:spPr>
        <a:solidFill>
          <a:srgbClr val="F3F8F3"/>
        </a:solidFill>
        <a:ln>
          <a:solidFill>
            <a:srgbClr val="ADC2AF"/>
          </a:solidFill>
        </a:ln>
      </dgm:spPr>
      <dgm:t>
        <a:bodyPr/>
        <a:lstStyle/>
        <a:p>
          <a:r>
            <a:rPr lang="en-US" b="1" dirty="0">
              <a:solidFill>
                <a:schemeClr val="tx1"/>
              </a:solidFill>
            </a:rPr>
            <a:t>Control: </a:t>
          </a:r>
        </a:p>
        <a:p>
          <a:r>
            <a:rPr lang="en-US" b="1" dirty="0">
              <a:solidFill>
                <a:schemeClr val="tx1"/>
              </a:solidFill>
            </a:rPr>
            <a:t>36</a:t>
          </a:r>
          <a:endParaRPr lang="en-CA" dirty="0">
            <a:solidFill>
              <a:schemeClr val="tx1"/>
            </a:solidFill>
          </a:endParaRPr>
        </a:p>
      </dgm:t>
    </dgm:pt>
    <dgm:pt modelId="{E2EECC9E-C33C-B14B-AC58-6DBE6E9F706B}" type="parTrans" cxnId="{F64DC450-6DBB-C241-A41C-EBF90263AC3C}">
      <dgm:prSet/>
      <dgm:spPr/>
      <dgm:t>
        <a:bodyPr/>
        <a:lstStyle/>
        <a:p>
          <a:endParaRPr lang="en-US"/>
        </a:p>
      </dgm:t>
    </dgm:pt>
    <dgm:pt modelId="{A5DCD21E-5E46-F748-8575-5C95EF8C4680}" type="sibTrans" cxnId="{F64DC450-6DBB-C241-A41C-EBF90263AC3C}">
      <dgm:prSet/>
      <dgm:spPr/>
      <dgm:t>
        <a:bodyPr/>
        <a:lstStyle/>
        <a:p>
          <a:endParaRPr lang="en-US"/>
        </a:p>
      </dgm:t>
    </dgm:pt>
    <dgm:pt modelId="{5CF61FF7-FBB3-CC48-90AD-E138392B5922}" type="pres">
      <dgm:prSet presAssocID="{99A8676B-A77C-214A-B89A-EEE74FCBDFDE}" presName="Name0" presStyleCnt="0">
        <dgm:presLayoutVars>
          <dgm:dir/>
          <dgm:resizeHandles val="exact"/>
        </dgm:presLayoutVars>
      </dgm:prSet>
      <dgm:spPr/>
    </dgm:pt>
    <dgm:pt modelId="{735A0F79-39A9-4549-9872-B6285B193D6C}" type="pres">
      <dgm:prSet presAssocID="{5CACDBEC-18A4-474E-A79E-2173865CDB42}" presName="node" presStyleLbl="node1" presStyleIdx="0" presStyleCnt="4">
        <dgm:presLayoutVars>
          <dgm:bulletEnabled val="1"/>
        </dgm:presLayoutVars>
      </dgm:prSet>
      <dgm:spPr/>
    </dgm:pt>
    <dgm:pt modelId="{E849E748-1AF8-F044-8D09-9C8482A12DFE}" type="pres">
      <dgm:prSet presAssocID="{86B994D2-F302-0F4A-B8FC-5DC40D871A7F}" presName="sibTrans" presStyleLbl="sibTrans2D1" presStyleIdx="0" presStyleCnt="3"/>
      <dgm:spPr/>
    </dgm:pt>
    <dgm:pt modelId="{C16EA93D-C0C3-7849-BA6F-00EA3E04B938}" type="pres">
      <dgm:prSet presAssocID="{86B994D2-F302-0F4A-B8FC-5DC40D871A7F}" presName="connectorText" presStyleLbl="sibTrans2D1" presStyleIdx="0" presStyleCnt="3"/>
      <dgm:spPr/>
    </dgm:pt>
    <dgm:pt modelId="{3C6E9201-9AEF-2147-B30A-EFCE85A308BC}" type="pres">
      <dgm:prSet presAssocID="{34B3CA05-756B-4049-A32F-131F942EA8D5}" presName="node" presStyleLbl="node1" presStyleIdx="1" presStyleCnt="4">
        <dgm:presLayoutVars>
          <dgm:bulletEnabled val="1"/>
        </dgm:presLayoutVars>
      </dgm:prSet>
      <dgm:spPr/>
    </dgm:pt>
    <dgm:pt modelId="{E406CED7-4E05-C349-A564-852D779DCC7B}" type="pres">
      <dgm:prSet presAssocID="{4F876C42-EE93-3B47-92BA-20D82949548E}" presName="sibTrans" presStyleLbl="sibTrans2D1" presStyleIdx="1" presStyleCnt="3"/>
      <dgm:spPr/>
    </dgm:pt>
    <dgm:pt modelId="{30B656DF-EEB2-304A-8226-9DEF05EBB26D}" type="pres">
      <dgm:prSet presAssocID="{4F876C42-EE93-3B47-92BA-20D82949548E}" presName="connectorText" presStyleLbl="sibTrans2D1" presStyleIdx="1" presStyleCnt="3"/>
      <dgm:spPr/>
    </dgm:pt>
    <dgm:pt modelId="{4FF92270-6CEE-864A-91E1-847F3E30C1FC}" type="pres">
      <dgm:prSet presAssocID="{9BAB4F3E-1462-6E4C-A255-8FAD2394C361}" presName="node" presStyleLbl="node1" presStyleIdx="2" presStyleCnt="4">
        <dgm:presLayoutVars>
          <dgm:bulletEnabled val="1"/>
        </dgm:presLayoutVars>
      </dgm:prSet>
      <dgm:spPr/>
    </dgm:pt>
    <dgm:pt modelId="{962FEABF-E7FB-A643-80CD-158BF382A8AF}" type="pres">
      <dgm:prSet presAssocID="{994FAD06-F4F1-DB4E-9D41-8F9F51983F8F}" presName="sibTrans" presStyleLbl="sibTrans2D1" presStyleIdx="2" presStyleCnt="3"/>
      <dgm:spPr/>
    </dgm:pt>
    <dgm:pt modelId="{4C2CCD04-D658-9345-A31D-AABED2620B2E}" type="pres">
      <dgm:prSet presAssocID="{994FAD06-F4F1-DB4E-9D41-8F9F51983F8F}" presName="connectorText" presStyleLbl="sibTrans2D1" presStyleIdx="2" presStyleCnt="3"/>
      <dgm:spPr/>
    </dgm:pt>
    <dgm:pt modelId="{542A654B-8539-A741-8B81-A8EA915C1ED4}" type="pres">
      <dgm:prSet presAssocID="{90BFF757-745D-5145-B2B6-6B7CC243F660}" presName="node" presStyleLbl="node1" presStyleIdx="3" presStyleCnt="4">
        <dgm:presLayoutVars>
          <dgm:bulletEnabled val="1"/>
        </dgm:presLayoutVars>
      </dgm:prSet>
      <dgm:spPr/>
    </dgm:pt>
  </dgm:ptLst>
  <dgm:cxnLst>
    <dgm:cxn modelId="{D3DCA61D-A12B-EB43-9788-BCEE9CE0BD1B}" type="presOf" srcId="{4F876C42-EE93-3B47-92BA-20D82949548E}" destId="{30B656DF-EEB2-304A-8226-9DEF05EBB26D}" srcOrd="1" destOrd="0" presId="urn:microsoft.com/office/officeart/2005/8/layout/process1"/>
    <dgm:cxn modelId="{9FF8D820-BD04-D74A-82B4-8EDB8A523168}" type="presOf" srcId="{86B994D2-F302-0F4A-B8FC-5DC40D871A7F}" destId="{E849E748-1AF8-F044-8D09-9C8482A12DFE}" srcOrd="0" destOrd="0" presId="urn:microsoft.com/office/officeart/2005/8/layout/process1"/>
    <dgm:cxn modelId="{D0C18F29-F1B5-AD4E-8A50-F0202FD2166B}" type="presOf" srcId="{34B3CA05-756B-4049-A32F-131F942EA8D5}" destId="{3C6E9201-9AEF-2147-B30A-EFCE85A308BC}" srcOrd="0" destOrd="0" presId="urn:microsoft.com/office/officeart/2005/8/layout/process1"/>
    <dgm:cxn modelId="{C595EE36-E41D-CC4A-9865-65FEFA566332}" type="presOf" srcId="{994FAD06-F4F1-DB4E-9D41-8F9F51983F8F}" destId="{4C2CCD04-D658-9345-A31D-AABED2620B2E}" srcOrd="1" destOrd="0" presId="urn:microsoft.com/office/officeart/2005/8/layout/process1"/>
    <dgm:cxn modelId="{BF7D483A-648F-F04F-A006-0B19A2E69F09}" type="presOf" srcId="{90BFF757-745D-5145-B2B6-6B7CC243F660}" destId="{542A654B-8539-A741-8B81-A8EA915C1ED4}" srcOrd="0" destOrd="0" presId="urn:microsoft.com/office/officeart/2005/8/layout/process1"/>
    <dgm:cxn modelId="{F64DC450-6DBB-C241-A41C-EBF90263AC3C}" srcId="{99A8676B-A77C-214A-B89A-EEE74FCBDFDE}" destId="{90BFF757-745D-5145-B2B6-6B7CC243F660}" srcOrd="3" destOrd="0" parTransId="{E2EECC9E-C33C-B14B-AC58-6DBE6E9F706B}" sibTransId="{A5DCD21E-5E46-F748-8575-5C95EF8C4680}"/>
    <dgm:cxn modelId="{F1E5F25C-E094-4F47-931D-37D6B543B071}" type="presOf" srcId="{5CACDBEC-18A4-474E-A79E-2173865CDB42}" destId="{735A0F79-39A9-4549-9872-B6285B193D6C}" srcOrd="0" destOrd="0" presId="urn:microsoft.com/office/officeart/2005/8/layout/process1"/>
    <dgm:cxn modelId="{20D38364-20F6-4E46-8267-9F7532733564}" type="presOf" srcId="{9BAB4F3E-1462-6E4C-A255-8FAD2394C361}" destId="{4FF92270-6CEE-864A-91E1-847F3E30C1FC}" srcOrd="0" destOrd="0" presId="urn:microsoft.com/office/officeart/2005/8/layout/process1"/>
    <dgm:cxn modelId="{4062EB6D-BAA5-FA41-8DE4-070E2821DEF1}" srcId="{99A8676B-A77C-214A-B89A-EEE74FCBDFDE}" destId="{5CACDBEC-18A4-474E-A79E-2173865CDB42}" srcOrd="0" destOrd="0" parTransId="{36C9F81D-1867-EB41-A1CD-C7FE87104553}" sibTransId="{86B994D2-F302-0F4A-B8FC-5DC40D871A7F}"/>
    <dgm:cxn modelId="{4956FE7B-7FE0-024B-A9F7-5FADB4425D4D}" type="presOf" srcId="{99A8676B-A77C-214A-B89A-EEE74FCBDFDE}" destId="{5CF61FF7-FBB3-CC48-90AD-E138392B5922}" srcOrd="0" destOrd="0" presId="urn:microsoft.com/office/officeart/2005/8/layout/process1"/>
    <dgm:cxn modelId="{05578681-14C6-4F4C-8B0F-93BBD3796F1E}" type="presOf" srcId="{86B994D2-F302-0F4A-B8FC-5DC40D871A7F}" destId="{C16EA93D-C0C3-7849-BA6F-00EA3E04B938}" srcOrd="1" destOrd="0" presId="urn:microsoft.com/office/officeart/2005/8/layout/process1"/>
    <dgm:cxn modelId="{898E46D7-6793-7848-949C-EFE40BD4D959}" srcId="{99A8676B-A77C-214A-B89A-EEE74FCBDFDE}" destId="{34B3CA05-756B-4049-A32F-131F942EA8D5}" srcOrd="1" destOrd="0" parTransId="{C137D4BA-508D-4A4F-B0FE-51D9EB039BF4}" sibTransId="{4F876C42-EE93-3B47-92BA-20D82949548E}"/>
    <dgm:cxn modelId="{D9A047E2-A93C-A240-9C93-219C440330CA}" srcId="{99A8676B-A77C-214A-B89A-EEE74FCBDFDE}" destId="{9BAB4F3E-1462-6E4C-A255-8FAD2394C361}" srcOrd="2" destOrd="0" parTransId="{915C5A77-3F0F-1E49-B695-D687B80C5FD3}" sibTransId="{994FAD06-F4F1-DB4E-9D41-8F9F51983F8F}"/>
    <dgm:cxn modelId="{A7ED7CE2-12C9-B449-8967-5AF2360BF7F6}" type="presOf" srcId="{994FAD06-F4F1-DB4E-9D41-8F9F51983F8F}" destId="{962FEABF-E7FB-A643-80CD-158BF382A8AF}" srcOrd="0" destOrd="0" presId="urn:microsoft.com/office/officeart/2005/8/layout/process1"/>
    <dgm:cxn modelId="{0527E6E3-5995-5A41-AE4B-64C7D5F9BF49}" type="presOf" srcId="{4F876C42-EE93-3B47-92BA-20D82949548E}" destId="{E406CED7-4E05-C349-A564-852D779DCC7B}" srcOrd="0" destOrd="0" presId="urn:microsoft.com/office/officeart/2005/8/layout/process1"/>
    <dgm:cxn modelId="{38B59351-FB36-2F43-835A-DD70CCFDFA0A}" type="presParOf" srcId="{5CF61FF7-FBB3-CC48-90AD-E138392B5922}" destId="{735A0F79-39A9-4549-9872-B6285B193D6C}" srcOrd="0" destOrd="0" presId="urn:microsoft.com/office/officeart/2005/8/layout/process1"/>
    <dgm:cxn modelId="{4A4B0BB1-9E2B-F84A-80E3-7A9F1411C60C}" type="presParOf" srcId="{5CF61FF7-FBB3-CC48-90AD-E138392B5922}" destId="{E849E748-1AF8-F044-8D09-9C8482A12DFE}" srcOrd="1" destOrd="0" presId="urn:microsoft.com/office/officeart/2005/8/layout/process1"/>
    <dgm:cxn modelId="{DFBBFA66-556C-9747-ADA9-0C9968350FA7}" type="presParOf" srcId="{E849E748-1AF8-F044-8D09-9C8482A12DFE}" destId="{C16EA93D-C0C3-7849-BA6F-00EA3E04B938}" srcOrd="0" destOrd="0" presId="urn:microsoft.com/office/officeart/2005/8/layout/process1"/>
    <dgm:cxn modelId="{3A9EF631-15B2-C540-9A72-11097A91EB48}" type="presParOf" srcId="{5CF61FF7-FBB3-CC48-90AD-E138392B5922}" destId="{3C6E9201-9AEF-2147-B30A-EFCE85A308BC}" srcOrd="2" destOrd="0" presId="urn:microsoft.com/office/officeart/2005/8/layout/process1"/>
    <dgm:cxn modelId="{A9CBBE0C-92DC-A149-B733-556B618D2F1A}" type="presParOf" srcId="{5CF61FF7-FBB3-CC48-90AD-E138392B5922}" destId="{E406CED7-4E05-C349-A564-852D779DCC7B}" srcOrd="3" destOrd="0" presId="urn:microsoft.com/office/officeart/2005/8/layout/process1"/>
    <dgm:cxn modelId="{1771E0DC-E785-0146-99DC-339DEDFE063A}" type="presParOf" srcId="{E406CED7-4E05-C349-A564-852D779DCC7B}" destId="{30B656DF-EEB2-304A-8226-9DEF05EBB26D}" srcOrd="0" destOrd="0" presId="urn:microsoft.com/office/officeart/2005/8/layout/process1"/>
    <dgm:cxn modelId="{27ACEB45-E8C2-2D40-8D01-94DE45FDF02E}" type="presParOf" srcId="{5CF61FF7-FBB3-CC48-90AD-E138392B5922}" destId="{4FF92270-6CEE-864A-91E1-847F3E30C1FC}" srcOrd="4" destOrd="0" presId="urn:microsoft.com/office/officeart/2005/8/layout/process1"/>
    <dgm:cxn modelId="{F4FF6B95-191B-EB4A-B643-09476C1DBF78}" type="presParOf" srcId="{5CF61FF7-FBB3-CC48-90AD-E138392B5922}" destId="{962FEABF-E7FB-A643-80CD-158BF382A8AF}" srcOrd="5" destOrd="0" presId="urn:microsoft.com/office/officeart/2005/8/layout/process1"/>
    <dgm:cxn modelId="{F008B644-8BA4-7F43-A75D-8BEA07A5999A}" type="presParOf" srcId="{962FEABF-E7FB-A643-80CD-158BF382A8AF}" destId="{4C2CCD04-D658-9345-A31D-AABED2620B2E}" srcOrd="0" destOrd="0" presId="urn:microsoft.com/office/officeart/2005/8/layout/process1"/>
    <dgm:cxn modelId="{F4ECBBA6-9003-ED48-9D34-B5EBC91DAE10}" type="presParOf" srcId="{5CF61FF7-FBB3-CC48-90AD-E138392B5922}" destId="{542A654B-8539-A741-8B81-A8EA915C1ED4}" srcOrd="6" destOrd="0" presId="urn:microsoft.com/office/officeart/2005/8/layout/process1"/>
  </dgm:cxnLst>
  <dgm:bg/>
  <dgm:whole>
    <a:ln>
      <a:solidFill>
        <a:srgbClr val="ADC2AF"/>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A0F79-39A9-4549-9872-B6285B193D6C}">
      <dsp:nvSpPr>
        <dsp:cNvPr id="0" name=""/>
        <dsp:cNvSpPr/>
      </dsp:nvSpPr>
      <dsp:spPr>
        <a:xfrm>
          <a:off x="4051" y="68697"/>
          <a:ext cx="1771556" cy="1062934"/>
        </a:xfrm>
        <a:prstGeom prst="roundRect">
          <a:avLst>
            <a:gd name="adj" fmla="val 10000"/>
          </a:avLst>
        </a:prstGeom>
        <a:solidFill>
          <a:srgbClr val="F3F8F3"/>
        </a:solidFill>
        <a:ln w="25400" cap="flat" cmpd="sng" algn="ctr">
          <a:solidFill>
            <a:srgbClr val="ADC2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solidFill>
            </a:rPr>
            <a:t>Experiencer: 33</a:t>
          </a:r>
          <a:endParaRPr lang="en-CA" sz="2300" kern="1200" dirty="0">
            <a:solidFill>
              <a:schemeClr val="tx1"/>
            </a:solidFill>
          </a:endParaRPr>
        </a:p>
      </dsp:txBody>
      <dsp:txXfrm>
        <a:off x="35183" y="99829"/>
        <a:ext cx="1709292" cy="1000670"/>
      </dsp:txXfrm>
    </dsp:sp>
    <dsp:sp modelId="{E849E748-1AF8-F044-8D09-9C8482A12DFE}">
      <dsp:nvSpPr>
        <dsp:cNvPr id="0" name=""/>
        <dsp:cNvSpPr/>
      </dsp:nvSpPr>
      <dsp:spPr>
        <a:xfrm>
          <a:off x="1952764" y="380491"/>
          <a:ext cx="375570" cy="439346"/>
        </a:xfrm>
        <a:prstGeom prst="rightArrow">
          <a:avLst>
            <a:gd name="adj1" fmla="val 60000"/>
            <a:gd name="adj2" fmla="val 50000"/>
          </a:avLst>
        </a:prstGeom>
        <a:solidFill>
          <a:schemeClr val="bg1"/>
        </a:solidFill>
        <a:ln>
          <a:solidFill>
            <a:schemeClr val="bg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1952764" y="468360"/>
        <a:ext cx="262899" cy="263608"/>
      </dsp:txXfrm>
    </dsp:sp>
    <dsp:sp modelId="{3C6E9201-9AEF-2147-B30A-EFCE85A308BC}">
      <dsp:nvSpPr>
        <dsp:cNvPr id="0" name=""/>
        <dsp:cNvSpPr/>
      </dsp:nvSpPr>
      <dsp:spPr>
        <a:xfrm>
          <a:off x="2484231" y="68697"/>
          <a:ext cx="1771556" cy="1062934"/>
        </a:xfrm>
        <a:prstGeom prst="roundRect">
          <a:avLst>
            <a:gd name="adj" fmla="val 10000"/>
          </a:avLst>
        </a:prstGeom>
        <a:solidFill>
          <a:srgbClr val="F3F8F3"/>
        </a:solidFill>
        <a:ln w="25400" cap="flat" cmpd="sng" algn="ctr">
          <a:solidFill>
            <a:srgbClr val="ADC2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solidFill>
            </a:rPr>
            <a:t>Helper: </a:t>
          </a:r>
        </a:p>
        <a:p>
          <a:pPr marL="0" lvl="0" indent="0" algn="ctr" defTabSz="1022350">
            <a:lnSpc>
              <a:spcPct val="90000"/>
            </a:lnSpc>
            <a:spcBef>
              <a:spcPct val="0"/>
            </a:spcBef>
            <a:spcAft>
              <a:spcPct val="35000"/>
            </a:spcAft>
            <a:buNone/>
          </a:pPr>
          <a:r>
            <a:rPr lang="en-US" sz="2300" b="1" kern="1200" dirty="0">
              <a:solidFill>
                <a:schemeClr val="tx1"/>
              </a:solidFill>
            </a:rPr>
            <a:t>40</a:t>
          </a:r>
          <a:endParaRPr lang="en-CA" sz="2300" kern="1200" dirty="0">
            <a:solidFill>
              <a:schemeClr val="tx1"/>
            </a:solidFill>
          </a:endParaRPr>
        </a:p>
      </dsp:txBody>
      <dsp:txXfrm>
        <a:off x="2515363" y="99829"/>
        <a:ext cx="1709292" cy="1000670"/>
      </dsp:txXfrm>
    </dsp:sp>
    <dsp:sp modelId="{E406CED7-4E05-C349-A564-852D779DCC7B}">
      <dsp:nvSpPr>
        <dsp:cNvPr id="0" name=""/>
        <dsp:cNvSpPr/>
      </dsp:nvSpPr>
      <dsp:spPr>
        <a:xfrm>
          <a:off x="4432944" y="380491"/>
          <a:ext cx="375570" cy="439346"/>
        </a:xfrm>
        <a:prstGeom prst="rightArrow">
          <a:avLst>
            <a:gd name="adj1" fmla="val 60000"/>
            <a:gd name="adj2" fmla="val 50000"/>
          </a:avLst>
        </a:prstGeom>
        <a:solidFill>
          <a:schemeClr val="bg1"/>
        </a:solidFill>
        <a:ln>
          <a:solidFill>
            <a:schemeClr val="bg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432944" y="468360"/>
        <a:ext cx="262899" cy="263608"/>
      </dsp:txXfrm>
    </dsp:sp>
    <dsp:sp modelId="{4FF92270-6CEE-864A-91E1-847F3E30C1FC}">
      <dsp:nvSpPr>
        <dsp:cNvPr id="0" name=""/>
        <dsp:cNvSpPr/>
      </dsp:nvSpPr>
      <dsp:spPr>
        <a:xfrm>
          <a:off x="4964411" y="68697"/>
          <a:ext cx="1771556" cy="1062934"/>
        </a:xfrm>
        <a:prstGeom prst="roundRect">
          <a:avLst>
            <a:gd name="adj" fmla="val 10000"/>
          </a:avLst>
        </a:prstGeom>
        <a:solidFill>
          <a:srgbClr val="F3F8F3"/>
        </a:solidFill>
        <a:ln w="25400" cap="flat" cmpd="sng" algn="ctr">
          <a:solidFill>
            <a:srgbClr val="ADC2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solidFill>
            </a:rPr>
            <a:t>Observer:</a:t>
          </a:r>
        </a:p>
        <a:p>
          <a:pPr marL="0" lvl="0" indent="0" algn="ctr" defTabSz="1022350">
            <a:lnSpc>
              <a:spcPct val="90000"/>
            </a:lnSpc>
            <a:spcBef>
              <a:spcPct val="0"/>
            </a:spcBef>
            <a:spcAft>
              <a:spcPct val="35000"/>
            </a:spcAft>
            <a:buNone/>
          </a:pPr>
          <a:r>
            <a:rPr lang="en-US" sz="2300" b="1" kern="1200" dirty="0">
              <a:solidFill>
                <a:schemeClr val="tx1"/>
              </a:solidFill>
            </a:rPr>
            <a:t> 35</a:t>
          </a:r>
          <a:endParaRPr lang="en-CA" sz="2300" kern="1200" dirty="0">
            <a:solidFill>
              <a:schemeClr val="tx1"/>
            </a:solidFill>
          </a:endParaRPr>
        </a:p>
      </dsp:txBody>
      <dsp:txXfrm>
        <a:off x="4995543" y="99829"/>
        <a:ext cx="1709292" cy="1000670"/>
      </dsp:txXfrm>
    </dsp:sp>
    <dsp:sp modelId="{962FEABF-E7FB-A643-80CD-158BF382A8AF}">
      <dsp:nvSpPr>
        <dsp:cNvPr id="0" name=""/>
        <dsp:cNvSpPr/>
      </dsp:nvSpPr>
      <dsp:spPr>
        <a:xfrm>
          <a:off x="6913124" y="380491"/>
          <a:ext cx="375570" cy="439346"/>
        </a:xfrm>
        <a:prstGeom prst="rightArrow">
          <a:avLst>
            <a:gd name="adj1" fmla="val 60000"/>
            <a:gd name="adj2" fmla="val 50000"/>
          </a:avLst>
        </a:prstGeom>
        <a:solidFill>
          <a:schemeClr val="bg1"/>
        </a:solidFill>
        <a:ln>
          <a:solidFill>
            <a:schemeClr val="bg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6913124" y="468360"/>
        <a:ext cx="262899" cy="263608"/>
      </dsp:txXfrm>
    </dsp:sp>
    <dsp:sp modelId="{542A654B-8539-A741-8B81-A8EA915C1ED4}">
      <dsp:nvSpPr>
        <dsp:cNvPr id="0" name=""/>
        <dsp:cNvSpPr/>
      </dsp:nvSpPr>
      <dsp:spPr>
        <a:xfrm>
          <a:off x="7444591" y="68697"/>
          <a:ext cx="1771556" cy="1062934"/>
        </a:xfrm>
        <a:prstGeom prst="roundRect">
          <a:avLst>
            <a:gd name="adj" fmla="val 10000"/>
          </a:avLst>
        </a:prstGeom>
        <a:solidFill>
          <a:srgbClr val="F3F8F3"/>
        </a:solidFill>
        <a:ln w="25400" cap="flat" cmpd="sng" algn="ctr">
          <a:solidFill>
            <a:srgbClr val="ADC2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solidFill>
            </a:rPr>
            <a:t>Control: </a:t>
          </a:r>
        </a:p>
        <a:p>
          <a:pPr marL="0" lvl="0" indent="0" algn="ctr" defTabSz="1022350">
            <a:lnSpc>
              <a:spcPct val="90000"/>
            </a:lnSpc>
            <a:spcBef>
              <a:spcPct val="0"/>
            </a:spcBef>
            <a:spcAft>
              <a:spcPct val="35000"/>
            </a:spcAft>
            <a:buNone/>
          </a:pPr>
          <a:r>
            <a:rPr lang="en-US" sz="2300" b="1" kern="1200" dirty="0">
              <a:solidFill>
                <a:schemeClr val="tx1"/>
              </a:solidFill>
            </a:rPr>
            <a:t>36</a:t>
          </a:r>
          <a:endParaRPr lang="en-CA" sz="2300" kern="1200" dirty="0">
            <a:solidFill>
              <a:schemeClr val="tx1"/>
            </a:solidFill>
          </a:endParaRPr>
        </a:p>
      </dsp:txBody>
      <dsp:txXfrm>
        <a:off x="7475723" y="99829"/>
        <a:ext cx="1709292" cy="100067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3D53B-61BF-894A-A728-3D49FA880480}"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E75F60-37DF-294A-8DAE-5FF23BE00355}" type="slidenum">
              <a:rPr lang="en-US" smtClean="0"/>
              <a:t>‹#›</a:t>
            </a:fld>
            <a:endParaRPr lang="en-US"/>
          </a:p>
        </p:txBody>
      </p:sp>
    </p:spTree>
    <p:extLst>
      <p:ext uri="{BB962C8B-B14F-4D97-AF65-F5344CB8AC3E}">
        <p14:creationId xmlns:p14="http://schemas.microsoft.com/office/powerpoint/2010/main" val="1079512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Can you please raise your hands if you have ever received a scam call like this? </a:t>
            </a:r>
            <a:br>
              <a:rPr lang="en-US" dirty="0"/>
            </a:br>
            <a:r>
              <a:rPr lang="en-US" dirty="0"/>
              <a:t>Or you might have seen people posting about the Rogers/ Fido scam in social media.</a:t>
            </a:r>
            <a:br>
              <a:rPr lang="en-US" dirty="0"/>
            </a:br>
            <a:r>
              <a:rPr lang="en-US" dirty="0"/>
              <a:t>If you haven’t, please let me know after the presentation how you have preserved your privacy.</a:t>
            </a:r>
          </a:p>
        </p:txBody>
      </p:sp>
      <p:sp>
        <p:nvSpPr>
          <p:cNvPr id="4" name="Slide Number Placeholder 3"/>
          <p:cNvSpPr>
            <a:spLocks noGrp="1"/>
          </p:cNvSpPr>
          <p:nvPr>
            <p:ph type="sldNum" sz="quarter" idx="5"/>
          </p:nvPr>
        </p:nvSpPr>
        <p:spPr/>
        <p:txBody>
          <a:bodyPr/>
          <a:lstStyle/>
          <a:p>
            <a:fld id="{68E75F60-37DF-294A-8DAE-5FF23BE00355}" type="slidenum">
              <a:rPr lang="en-US" smtClean="0"/>
              <a:t>1</a:t>
            </a:fld>
            <a:endParaRPr lang="en-US"/>
          </a:p>
        </p:txBody>
      </p:sp>
    </p:spTree>
    <p:extLst>
      <p:ext uri="{BB962C8B-B14F-4D97-AF65-F5344CB8AC3E}">
        <p14:creationId xmlns:p14="http://schemas.microsoft.com/office/powerpoint/2010/main" val="2993593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prevent these kinds of scams Yue Deng et. al. have proposed a new technique specifically for older adults as they are the ones who are the main target demographic for these kind of scams. </a:t>
            </a:r>
          </a:p>
        </p:txBody>
      </p:sp>
      <p:sp>
        <p:nvSpPr>
          <p:cNvPr id="4" name="Slide Number Placeholder 3"/>
          <p:cNvSpPr>
            <a:spLocks noGrp="1"/>
          </p:cNvSpPr>
          <p:nvPr>
            <p:ph type="sldNum" sz="quarter" idx="5"/>
          </p:nvPr>
        </p:nvSpPr>
        <p:spPr/>
        <p:txBody>
          <a:bodyPr/>
          <a:lstStyle/>
          <a:p>
            <a:fld id="{68E75F60-37DF-294A-8DAE-5FF23BE00355}" type="slidenum">
              <a:rPr lang="en-US" smtClean="0"/>
              <a:t>2</a:t>
            </a:fld>
            <a:endParaRPr lang="en-US"/>
          </a:p>
        </p:txBody>
      </p:sp>
    </p:spTree>
    <p:extLst>
      <p:ext uri="{BB962C8B-B14F-4D97-AF65-F5344CB8AC3E}">
        <p14:creationId xmlns:p14="http://schemas.microsoft.com/office/powerpoint/2010/main" val="3856997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they are trying to solve is that current anti-fraud efforts rely on leaflets, broadcast media </a:t>
            </a:r>
            <a:r>
              <a:rPr lang="en-US" dirty="0" err="1"/>
              <a:t>etc</a:t>
            </a:r>
            <a:r>
              <a:rPr lang="en-US" dirty="0"/>
              <a:t> which is not interactive neither dynamic.</a:t>
            </a:r>
            <a:br>
              <a:rPr lang="en-US" dirty="0"/>
            </a:br>
            <a:br>
              <a:rPr lang="en-US" dirty="0"/>
            </a:br>
            <a:r>
              <a:rPr lang="en-US" dirty="0"/>
              <a:t>But the techniques used by the scammers are always evolving.</a:t>
            </a:r>
          </a:p>
        </p:txBody>
      </p:sp>
      <p:sp>
        <p:nvSpPr>
          <p:cNvPr id="4" name="Slide Number Placeholder 3"/>
          <p:cNvSpPr>
            <a:spLocks noGrp="1"/>
          </p:cNvSpPr>
          <p:nvPr>
            <p:ph type="sldNum" sz="quarter" idx="5"/>
          </p:nvPr>
        </p:nvSpPr>
        <p:spPr/>
        <p:txBody>
          <a:bodyPr/>
          <a:lstStyle/>
          <a:p>
            <a:fld id="{68E75F60-37DF-294A-8DAE-5FF23BE00355}" type="slidenum">
              <a:rPr lang="en-US" smtClean="0"/>
              <a:t>3</a:t>
            </a:fld>
            <a:endParaRPr lang="en-US"/>
          </a:p>
        </p:txBody>
      </p:sp>
    </p:spTree>
    <p:extLst>
      <p:ext uri="{BB962C8B-B14F-4D97-AF65-F5344CB8AC3E}">
        <p14:creationId xmlns:p14="http://schemas.microsoft.com/office/powerpoint/2010/main" val="4012819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they proposed an LLM-powered interactive simulation system which can act as a scammer, victim or potential victim.</a:t>
            </a:r>
          </a:p>
          <a:p>
            <a:r>
              <a:rPr lang="en-US" dirty="0"/>
              <a:t>They wanted to answer to 2 questions:</a:t>
            </a:r>
            <a:br>
              <a:rPr lang="en-US" dirty="0"/>
            </a:br>
            <a:r>
              <a:rPr lang="en-US" dirty="0"/>
              <a:t>1) Is role-based simulation better than static reading materials?</a:t>
            </a:r>
            <a:br>
              <a:rPr lang="en-US" dirty="0"/>
            </a:br>
            <a:r>
              <a:rPr lang="en-US" dirty="0"/>
              <a:t>2) secondly which role results in highest learning outcome for the older adults</a:t>
            </a:r>
          </a:p>
        </p:txBody>
      </p:sp>
      <p:sp>
        <p:nvSpPr>
          <p:cNvPr id="4" name="Slide Number Placeholder 3"/>
          <p:cNvSpPr>
            <a:spLocks noGrp="1"/>
          </p:cNvSpPr>
          <p:nvPr>
            <p:ph type="sldNum" sz="quarter" idx="5"/>
          </p:nvPr>
        </p:nvSpPr>
        <p:spPr/>
        <p:txBody>
          <a:bodyPr/>
          <a:lstStyle/>
          <a:p>
            <a:fld id="{68E75F60-37DF-294A-8DAE-5FF23BE00355}" type="slidenum">
              <a:rPr lang="en-US" smtClean="0"/>
              <a:t>4</a:t>
            </a:fld>
            <a:endParaRPr lang="en-US"/>
          </a:p>
        </p:txBody>
      </p:sp>
    </p:spTree>
    <p:extLst>
      <p:ext uri="{BB962C8B-B14F-4D97-AF65-F5344CB8AC3E}">
        <p14:creationId xmlns:p14="http://schemas.microsoft.com/office/powerpoint/2010/main" val="3306139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worked with 3 roles specifically.</a:t>
            </a:r>
            <a:br>
              <a:rPr lang="en-US" dirty="0"/>
            </a:br>
            <a:r>
              <a:rPr lang="en-US" dirty="0"/>
              <a:t>First one is Experiencer which is informed by ”Experiential Learning Theory”, Second one is Helper which is inspired by the “Learning by Teaching Approach” and the Observer which is drawn from “Social Learning Theory”</a:t>
            </a:r>
          </a:p>
        </p:txBody>
      </p:sp>
      <p:sp>
        <p:nvSpPr>
          <p:cNvPr id="4" name="Slide Number Placeholder 3"/>
          <p:cNvSpPr>
            <a:spLocks noGrp="1"/>
          </p:cNvSpPr>
          <p:nvPr>
            <p:ph type="sldNum" sz="quarter" idx="5"/>
          </p:nvPr>
        </p:nvSpPr>
        <p:spPr/>
        <p:txBody>
          <a:bodyPr/>
          <a:lstStyle/>
          <a:p>
            <a:fld id="{68E75F60-37DF-294A-8DAE-5FF23BE00355}" type="slidenum">
              <a:rPr lang="en-US" smtClean="0"/>
              <a:t>5</a:t>
            </a:fld>
            <a:endParaRPr lang="en-US"/>
          </a:p>
        </p:txBody>
      </p:sp>
    </p:spTree>
    <p:extLst>
      <p:ext uri="{BB962C8B-B14F-4D97-AF65-F5344CB8AC3E}">
        <p14:creationId xmlns:p14="http://schemas.microsoft.com/office/powerpoint/2010/main" val="3820532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they do is they embed cues into the LLM chat while the user is interacting with the system from 2 context, One is finance and other one is Health. As these are the 2 sector where people get scammed most.  Some example of financial cues are promising high returns, fake government schemes etc.</a:t>
            </a:r>
            <a:br>
              <a:rPr lang="en-US" dirty="0"/>
            </a:br>
            <a:br>
              <a:rPr lang="en-US" dirty="0"/>
            </a:br>
            <a:r>
              <a:rPr lang="en-US" dirty="0"/>
              <a:t>Health cues involves free health checkups, cheap trials, exclusive medicines etc.</a:t>
            </a:r>
          </a:p>
        </p:txBody>
      </p:sp>
      <p:sp>
        <p:nvSpPr>
          <p:cNvPr id="4" name="Slide Number Placeholder 3"/>
          <p:cNvSpPr>
            <a:spLocks noGrp="1"/>
          </p:cNvSpPr>
          <p:nvPr>
            <p:ph type="sldNum" sz="quarter" idx="5"/>
          </p:nvPr>
        </p:nvSpPr>
        <p:spPr/>
        <p:txBody>
          <a:bodyPr/>
          <a:lstStyle/>
          <a:p>
            <a:fld id="{68E75F60-37DF-294A-8DAE-5FF23BE00355}" type="slidenum">
              <a:rPr lang="en-US" smtClean="0"/>
              <a:t>6</a:t>
            </a:fld>
            <a:endParaRPr lang="en-US"/>
          </a:p>
        </p:txBody>
      </p:sp>
    </p:spTree>
    <p:extLst>
      <p:ext uri="{BB962C8B-B14F-4D97-AF65-F5344CB8AC3E}">
        <p14:creationId xmlns:p14="http://schemas.microsoft.com/office/powerpoint/2010/main" val="2000473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experiment they took 144 Chinese older adults and divided them into 4 groups, each containing 33 to 40 people.</a:t>
            </a:r>
            <a:br>
              <a:rPr lang="en-US" dirty="0"/>
            </a:br>
            <a:br>
              <a:rPr lang="en-US" dirty="0"/>
            </a:br>
            <a:r>
              <a:rPr lang="en-US" dirty="0"/>
              <a:t>First they made all of them read all the static contents. Then they assigned each group Context A which is finance and asked them to interact with the system. After that they measured the results on 4 different metrics. Then they repeated this process again in context B which is health. Finally they also did a follow up evaluation after 1 month.</a:t>
            </a:r>
          </a:p>
        </p:txBody>
      </p:sp>
      <p:sp>
        <p:nvSpPr>
          <p:cNvPr id="4" name="Slide Number Placeholder 3"/>
          <p:cNvSpPr>
            <a:spLocks noGrp="1"/>
          </p:cNvSpPr>
          <p:nvPr>
            <p:ph type="sldNum" sz="quarter" idx="5"/>
          </p:nvPr>
        </p:nvSpPr>
        <p:spPr/>
        <p:txBody>
          <a:bodyPr/>
          <a:lstStyle/>
          <a:p>
            <a:fld id="{68E75F60-37DF-294A-8DAE-5FF23BE00355}" type="slidenum">
              <a:rPr lang="en-US" smtClean="0"/>
              <a:t>7</a:t>
            </a:fld>
            <a:endParaRPr lang="en-US"/>
          </a:p>
        </p:txBody>
      </p:sp>
    </p:spTree>
    <p:extLst>
      <p:ext uri="{BB962C8B-B14F-4D97-AF65-F5344CB8AC3E}">
        <p14:creationId xmlns:p14="http://schemas.microsoft.com/office/powerpoint/2010/main" val="1326893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analyzing all the results they found that Helper role achieved the best score in identifying Fraud Cue and Control group performed the least.</a:t>
            </a:r>
          </a:p>
        </p:txBody>
      </p:sp>
      <p:sp>
        <p:nvSpPr>
          <p:cNvPr id="4" name="Slide Number Placeholder 3"/>
          <p:cNvSpPr>
            <a:spLocks noGrp="1"/>
          </p:cNvSpPr>
          <p:nvPr>
            <p:ph type="sldNum" sz="quarter" idx="5"/>
          </p:nvPr>
        </p:nvSpPr>
        <p:spPr/>
        <p:txBody>
          <a:bodyPr/>
          <a:lstStyle/>
          <a:p>
            <a:fld id="{68E75F60-37DF-294A-8DAE-5FF23BE00355}" type="slidenum">
              <a:rPr lang="en-US" smtClean="0"/>
              <a:t>8</a:t>
            </a:fld>
            <a:endParaRPr lang="en-US"/>
          </a:p>
        </p:txBody>
      </p:sp>
    </p:spTree>
    <p:extLst>
      <p:ext uri="{BB962C8B-B14F-4D97-AF65-F5344CB8AC3E}">
        <p14:creationId xmlns:p14="http://schemas.microsoft.com/office/powerpoint/2010/main" val="526521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they followed up after 1 month and found out that most people have forgotten most of the things. </a:t>
            </a:r>
          </a:p>
          <a:p>
            <a:r>
              <a:rPr lang="en-US" dirty="0"/>
              <a:t>From this they concluded that short-term or one time lessons are not that effective.</a:t>
            </a:r>
          </a:p>
        </p:txBody>
      </p:sp>
      <p:sp>
        <p:nvSpPr>
          <p:cNvPr id="4" name="Slide Number Placeholder 3"/>
          <p:cNvSpPr>
            <a:spLocks noGrp="1"/>
          </p:cNvSpPr>
          <p:nvPr>
            <p:ph type="sldNum" sz="quarter" idx="5"/>
          </p:nvPr>
        </p:nvSpPr>
        <p:spPr/>
        <p:txBody>
          <a:bodyPr/>
          <a:lstStyle/>
          <a:p>
            <a:fld id="{68E75F60-37DF-294A-8DAE-5FF23BE00355}" type="slidenum">
              <a:rPr lang="en-US" smtClean="0"/>
              <a:t>9</a:t>
            </a:fld>
            <a:endParaRPr lang="en-US"/>
          </a:p>
        </p:txBody>
      </p:sp>
    </p:spTree>
    <p:extLst>
      <p:ext uri="{BB962C8B-B14F-4D97-AF65-F5344CB8AC3E}">
        <p14:creationId xmlns:p14="http://schemas.microsoft.com/office/powerpoint/2010/main" val="3949860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u="none" strike="noStrike" kern="1200" dirty="0">
                <a:solidFill>
                  <a:schemeClr val="tx1"/>
                </a:solidFill>
                <a:effectLst/>
                <a:latin typeface="+mn-lt"/>
                <a:ea typeface="+mn-ea"/>
                <a:cs typeface="+mn-cs"/>
              </a:rPr>
              <a:t>I've attempted to present months of hard work from five dedicated researchers into this five-minute presentation. </a:t>
            </a:r>
          </a:p>
          <a:p>
            <a:r>
              <a:rPr lang="en-CA" sz="1200" b="0" i="0" u="none" strike="noStrike" kern="1200" dirty="0">
                <a:solidFill>
                  <a:schemeClr val="tx1"/>
                </a:solidFill>
                <a:effectLst/>
                <a:latin typeface="+mn-lt"/>
                <a:ea typeface="+mn-ea"/>
                <a:cs typeface="+mn-cs"/>
              </a:rPr>
              <a:t>And I have gone through them for 5 days at best.</a:t>
            </a:r>
          </a:p>
          <a:p>
            <a:r>
              <a:rPr lang="en-CA" sz="1200" b="0" i="0" u="none" strike="noStrike" kern="1200" dirty="0">
                <a:solidFill>
                  <a:schemeClr val="tx1"/>
                </a:solidFill>
                <a:effectLst/>
                <a:latin typeface="+mn-lt"/>
                <a:ea typeface="+mn-ea"/>
                <a:cs typeface="+mn-cs"/>
              </a:rPr>
              <a:t>If you have any questions, it would be better if you email the author instead of asking me. However, if you still want to ask any questions, you can.</a:t>
            </a:r>
            <a:endParaRPr lang="en-US" dirty="0"/>
          </a:p>
        </p:txBody>
      </p:sp>
      <p:sp>
        <p:nvSpPr>
          <p:cNvPr id="4" name="Slide Number Placeholder 3"/>
          <p:cNvSpPr>
            <a:spLocks noGrp="1"/>
          </p:cNvSpPr>
          <p:nvPr>
            <p:ph type="sldNum" sz="quarter" idx="5"/>
          </p:nvPr>
        </p:nvSpPr>
        <p:spPr/>
        <p:txBody>
          <a:bodyPr/>
          <a:lstStyle/>
          <a:p>
            <a:fld id="{68E75F60-37DF-294A-8DAE-5FF23BE00355}" type="slidenum">
              <a:rPr lang="en-US" smtClean="0"/>
              <a:t>10</a:t>
            </a:fld>
            <a:endParaRPr lang="en-US"/>
          </a:p>
        </p:txBody>
      </p:sp>
    </p:spTree>
    <p:extLst>
      <p:ext uri="{BB962C8B-B14F-4D97-AF65-F5344CB8AC3E}">
        <p14:creationId xmlns:p14="http://schemas.microsoft.com/office/powerpoint/2010/main" val="2669177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A7D1A71-98B1-E147-9A6D-4BA1FEB776B3}" type="datetime1">
              <a:rPr lang="en-CA" smtClean="0"/>
              <a:t>2026-09-22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EB58F4-AA27-3F45-8F07-D45E9F12EF62}" type="datetime1">
              <a:rPr lang="en-CA" smtClean="0"/>
              <a:t>2026-09-22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0E297A-543A-5A40-987A-17480D57AA3F}" type="datetime1">
              <a:rPr lang="en-CA" smtClean="0"/>
              <a:t>2026-09-22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1B4B02-76DB-B149-8ED1-050E688EF93F}" type="datetime1">
              <a:rPr lang="en-CA" smtClean="0"/>
              <a:t>2026-09-22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4081BC-70A2-6D4F-97FF-B771205970B6}" type="datetime1">
              <a:rPr lang="en-CA" smtClean="0"/>
              <a:t>2026-09-22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A1B8FB-9793-5C42-8EC0-A13BC298D9BD}" type="datetime1">
              <a:rPr lang="en-CA" smtClean="0"/>
              <a:t>2026-09-22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96DC62-E1F2-254E-B751-741C53CB876E}" type="datetime1">
              <a:rPr lang="en-CA" smtClean="0"/>
              <a:t>2026-09-22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E4892A-CE1E-E047-8F47-4E9D17E1F19C}" type="datetime1">
              <a:rPr lang="en-CA" smtClean="0"/>
              <a:t>2026-09-22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59CC49-58AE-7C4E-B2F4-039C450CC492}" type="datetime1">
              <a:rPr lang="en-CA" smtClean="0"/>
              <a:t>2026-09-22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0105F4-7A62-254C-AC8D-1ACB9785CC2C}" type="datetime1">
              <a:rPr lang="en-CA" smtClean="0"/>
              <a:t>2026-09-22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11CA41-C438-6C44-9373-005D3555133A}" type="datetime1">
              <a:rPr lang="en-CA" smtClean="0"/>
              <a:t>2026-09-22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9B8EE8-ACE5-2E43-8711-79BDAB77EFBD}" type="datetime1">
              <a:rPr lang="en-CA" smtClean="0"/>
              <a:t>2026-09-22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pn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hyperlink" Target="mailto:ydengbi@connect.ust.hk" TargetMode="External"/><Relationship Id="rId7" Type="http://schemas.openxmlformats.org/officeDocument/2006/relationships/hyperlink" Target="mailto:yixin.zou@mpi-sp.org"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mailto:bli@cse.ust.hk" TargetMode="External"/><Relationship Id="rId5" Type="http://schemas.openxmlformats.org/officeDocument/2006/relationships/hyperlink" Target="mailto:junxiang.liao@connect.polyu.hk" TargetMode="External"/><Relationship Id="rId4" Type="http://schemas.openxmlformats.org/officeDocument/2006/relationships/hyperlink" Target="mailto:xiaowei.chen@mpi-sp.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7CEF5-D0B4-1A49-65A9-0FB18F6C3D4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C5F8F0F-EAED-BF5A-4AD5-7D73EB5DC78F}"/>
              </a:ext>
            </a:extLst>
          </p:cNvPr>
          <p:cNvPicPr>
            <a:picLocks noChangeAspect="1"/>
          </p:cNvPicPr>
          <p:nvPr/>
        </p:nvPicPr>
        <p:blipFill>
          <a:blip r:embed="rId5"/>
          <a:stretch>
            <a:fillRect/>
          </a:stretch>
        </p:blipFill>
        <p:spPr>
          <a:xfrm>
            <a:off x="34471" y="16329"/>
            <a:ext cx="16392606" cy="9144000"/>
          </a:xfrm>
          <a:prstGeom prst="rect">
            <a:avLst/>
          </a:prstGeom>
        </p:spPr>
      </p:pic>
      <p:sp>
        <p:nvSpPr>
          <p:cNvPr id="4" name="TextBox 3">
            <a:extLst>
              <a:ext uri="{FF2B5EF4-FFF2-40B4-BE49-F238E27FC236}">
                <a16:creationId xmlns:a16="http://schemas.microsoft.com/office/drawing/2014/main" id="{459FE9FB-5B7F-44A3-0760-DC47EFC5E08C}"/>
              </a:ext>
            </a:extLst>
          </p:cNvPr>
          <p:cNvSpPr txBox="1"/>
          <p:nvPr/>
        </p:nvSpPr>
        <p:spPr>
          <a:xfrm>
            <a:off x="15131677" y="8806934"/>
            <a:ext cx="1270000" cy="369332"/>
          </a:xfrm>
          <a:prstGeom prst="rect">
            <a:avLst/>
          </a:prstGeom>
          <a:solidFill>
            <a:srgbClr val="D0DADC"/>
          </a:solidFill>
        </p:spPr>
        <p:txBody>
          <a:bodyPr wrap="square" rtlCol="0">
            <a:spAutoFit/>
          </a:bodyPr>
          <a:lstStyle/>
          <a:p>
            <a:endParaRPr lang="en-US" dirty="0"/>
          </a:p>
        </p:txBody>
      </p:sp>
      <p:sp>
        <p:nvSpPr>
          <p:cNvPr id="5" name="TextBox 4">
            <a:extLst>
              <a:ext uri="{FF2B5EF4-FFF2-40B4-BE49-F238E27FC236}">
                <a16:creationId xmlns:a16="http://schemas.microsoft.com/office/drawing/2014/main" id="{AE5097A2-2EEF-7826-AEFC-E04A9FFB0DB8}"/>
              </a:ext>
            </a:extLst>
          </p:cNvPr>
          <p:cNvSpPr txBox="1"/>
          <p:nvPr/>
        </p:nvSpPr>
        <p:spPr>
          <a:xfrm>
            <a:off x="5308600" y="8458200"/>
            <a:ext cx="5562600" cy="533400"/>
          </a:xfrm>
          <a:prstGeom prst="rect">
            <a:avLst/>
          </a:prstGeom>
          <a:solidFill>
            <a:srgbClr val="F0F4F5"/>
          </a:solidFill>
        </p:spPr>
        <p:txBody>
          <a:bodyPr wrap="square" rtlCol="0">
            <a:spAutoFit/>
          </a:bodyPr>
          <a:lstStyle/>
          <a:p>
            <a:endParaRPr lang="en-US" dirty="0"/>
          </a:p>
        </p:txBody>
      </p:sp>
      <p:sp>
        <p:nvSpPr>
          <p:cNvPr id="6" name="Freeform 5">
            <a:extLst>
              <a:ext uri="{FF2B5EF4-FFF2-40B4-BE49-F238E27FC236}">
                <a16:creationId xmlns:a16="http://schemas.microsoft.com/office/drawing/2014/main" id="{7B4550F3-5BF4-F3AB-4E7A-8259C9DD3A68}"/>
              </a:ext>
            </a:extLst>
          </p:cNvPr>
          <p:cNvSpPr/>
          <p:nvPr/>
        </p:nvSpPr>
        <p:spPr>
          <a:xfrm>
            <a:off x="3543300" y="1257300"/>
            <a:ext cx="9683282" cy="7674429"/>
          </a:xfrm>
          <a:custGeom>
            <a:avLst/>
            <a:gdLst>
              <a:gd name="csX0" fmla="*/ 800100 w 9683282"/>
              <a:gd name="csY0" fmla="*/ 408214 h 7674429"/>
              <a:gd name="csX1" fmla="*/ 800100 w 9683282"/>
              <a:gd name="csY1" fmla="*/ 408214 h 7674429"/>
              <a:gd name="csX2" fmla="*/ 555171 w 9683282"/>
              <a:gd name="csY2" fmla="*/ 571500 h 7674429"/>
              <a:gd name="csX3" fmla="*/ 473529 w 9683282"/>
              <a:gd name="csY3" fmla="*/ 636814 h 7674429"/>
              <a:gd name="csX4" fmla="*/ 342900 w 9683282"/>
              <a:gd name="csY4" fmla="*/ 832757 h 7674429"/>
              <a:gd name="csX5" fmla="*/ 228600 w 9683282"/>
              <a:gd name="csY5" fmla="*/ 1061357 h 7674429"/>
              <a:gd name="csX6" fmla="*/ 195943 w 9683282"/>
              <a:gd name="csY6" fmla="*/ 1175657 h 7674429"/>
              <a:gd name="csX7" fmla="*/ 163286 w 9683282"/>
              <a:gd name="csY7" fmla="*/ 1273629 h 7674429"/>
              <a:gd name="csX8" fmla="*/ 97971 w 9683282"/>
              <a:gd name="csY8" fmla="*/ 1485900 h 7674429"/>
              <a:gd name="csX9" fmla="*/ 81643 w 9683282"/>
              <a:gd name="csY9" fmla="*/ 1583871 h 7674429"/>
              <a:gd name="csX10" fmla="*/ 48986 w 9683282"/>
              <a:gd name="csY10" fmla="*/ 1747157 h 7674429"/>
              <a:gd name="csX11" fmla="*/ 32657 w 9683282"/>
              <a:gd name="csY11" fmla="*/ 1926771 h 7674429"/>
              <a:gd name="csX12" fmla="*/ 16329 w 9683282"/>
              <a:gd name="csY12" fmla="*/ 2073729 h 7674429"/>
              <a:gd name="csX13" fmla="*/ 0 w 9683282"/>
              <a:gd name="csY13" fmla="*/ 2351314 h 7674429"/>
              <a:gd name="csX14" fmla="*/ 16329 w 9683282"/>
              <a:gd name="csY14" fmla="*/ 3331029 h 7674429"/>
              <a:gd name="csX15" fmla="*/ 48986 w 9683282"/>
              <a:gd name="csY15" fmla="*/ 3690257 h 7674429"/>
              <a:gd name="csX16" fmla="*/ 81643 w 9683282"/>
              <a:gd name="csY16" fmla="*/ 3967843 h 7674429"/>
              <a:gd name="csX17" fmla="*/ 130629 w 9683282"/>
              <a:gd name="csY17" fmla="*/ 4180114 h 7674429"/>
              <a:gd name="csX18" fmla="*/ 277586 w 9683282"/>
              <a:gd name="csY18" fmla="*/ 4408714 h 7674429"/>
              <a:gd name="csX19" fmla="*/ 310243 w 9683282"/>
              <a:gd name="csY19" fmla="*/ 4457700 h 7674429"/>
              <a:gd name="csX20" fmla="*/ 359229 w 9683282"/>
              <a:gd name="csY20" fmla="*/ 4506686 h 7674429"/>
              <a:gd name="csX21" fmla="*/ 391886 w 9683282"/>
              <a:gd name="csY21" fmla="*/ 4555671 h 7674429"/>
              <a:gd name="csX22" fmla="*/ 440871 w 9683282"/>
              <a:gd name="csY22" fmla="*/ 4588329 h 7674429"/>
              <a:gd name="csX23" fmla="*/ 473529 w 9683282"/>
              <a:gd name="csY23" fmla="*/ 4620986 h 7674429"/>
              <a:gd name="csX24" fmla="*/ 522514 w 9683282"/>
              <a:gd name="csY24" fmla="*/ 4653643 h 7674429"/>
              <a:gd name="csX25" fmla="*/ 587829 w 9683282"/>
              <a:gd name="csY25" fmla="*/ 4702629 h 7674429"/>
              <a:gd name="csX26" fmla="*/ 636814 w 9683282"/>
              <a:gd name="csY26" fmla="*/ 4718957 h 7674429"/>
              <a:gd name="csX27" fmla="*/ 751114 w 9683282"/>
              <a:gd name="csY27" fmla="*/ 4767943 h 7674429"/>
              <a:gd name="csX28" fmla="*/ 783771 w 9683282"/>
              <a:gd name="csY28" fmla="*/ 4767943 h 7674429"/>
              <a:gd name="csX29" fmla="*/ 1779814 w 9683282"/>
              <a:gd name="csY29" fmla="*/ 5584371 h 7674429"/>
              <a:gd name="csX30" fmla="*/ 1779814 w 9683282"/>
              <a:gd name="csY30" fmla="*/ 5584371 h 7674429"/>
              <a:gd name="csX31" fmla="*/ 1698171 w 9683282"/>
              <a:gd name="csY31" fmla="*/ 5715000 h 7674429"/>
              <a:gd name="csX32" fmla="*/ 1649186 w 9683282"/>
              <a:gd name="csY32" fmla="*/ 5763986 h 7674429"/>
              <a:gd name="csX33" fmla="*/ 1551214 w 9683282"/>
              <a:gd name="csY33" fmla="*/ 5845629 h 7674429"/>
              <a:gd name="csX34" fmla="*/ 1518557 w 9683282"/>
              <a:gd name="csY34" fmla="*/ 5894614 h 7674429"/>
              <a:gd name="csX35" fmla="*/ 1420586 w 9683282"/>
              <a:gd name="csY35" fmla="*/ 5992586 h 7674429"/>
              <a:gd name="csX36" fmla="*/ 1404257 w 9683282"/>
              <a:gd name="csY36" fmla="*/ 6041571 h 7674429"/>
              <a:gd name="csX37" fmla="*/ 1371600 w 9683282"/>
              <a:gd name="csY37" fmla="*/ 6090557 h 7674429"/>
              <a:gd name="csX38" fmla="*/ 1436914 w 9683282"/>
              <a:gd name="csY38" fmla="*/ 6221186 h 7674429"/>
              <a:gd name="csX39" fmla="*/ 1567543 w 9683282"/>
              <a:gd name="csY39" fmla="*/ 6302829 h 7674429"/>
              <a:gd name="csX40" fmla="*/ 1649186 w 9683282"/>
              <a:gd name="csY40" fmla="*/ 6351814 h 7674429"/>
              <a:gd name="csX41" fmla="*/ 1779814 w 9683282"/>
              <a:gd name="csY41" fmla="*/ 6433457 h 7674429"/>
              <a:gd name="csX42" fmla="*/ 1910443 w 9683282"/>
              <a:gd name="csY42" fmla="*/ 6531429 h 7674429"/>
              <a:gd name="csX43" fmla="*/ 2041071 w 9683282"/>
              <a:gd name="csY43" fmla="*/ 6629400 h 7674429"/>
              <a:gd name="csX44" fmla="*/ 2220686 w 9683282"/>
              <a:gd name="csY44" fmla="*/ 6711043 h 7674429"/>
              <a:gd name="csX45" fmla="*/ 2302329 w 9683282"/>
              <a:gd name="csY45" fmla="*/ 6760029 h 7674429"/>
              <a:gd name="csX46" fmla="*/ 2563586 w 9683282"/>
              <a:gd name="csY46" fmla="*/ 6874329 h 7674429"/>
              <a:gd name="csX47" fmla="*/ 2726871 w 9683282"/>
              <a:gd name="csY47" fmla="*/ 6972300 h 7674429"/>
              <a:gd name="csX48" fmla="*/ 3575957 w 9683282"/>
              <a:gd name="csY48" fmla="*/ 7380514 h 7674429"/>
              <a:gd name="csX49" fmla="*/ 3771900 w 9683282"/>
              <a:gd name="csY49" fmla="*/ 7462157 h 7674429"/>
              <a:gd name="csX50" fmla="*/ 4261757 w 9683282"/>
              <a:gd name="csY50" fmla="*/ 7592786 h 7674429"/>
              <a:gd name="csX51" fmla="*/ 4490357 w 9683282"/>
              <a:gd name="csY51" fmla="*/ 7641771 h 7674429"/>
              <a:gd name="csX52" fmla="*/ 4653643 w 9683282"/>
              <a:gd name="csY52" fmla="*/ 7674429 h 7674429"/>
              <a:gd name="csX53" fmla="*/ 4849586 w 9683282"/>
              <a:gd name="csY53" fmla="*/ 7592786 h 7674429"/>
              <a:gd name="csX54" fmla="*/ 5078186 w 9683282"/>
              <a:gd name="csY54" fmla="*/ 7462157 h 7674429"/>
              <a:gd name="csX55" fmla="*/ 5176157 w 9683282"/>
              <a:gd name="csY55" fmla="*/ 7413171 h 7674429"/>
              <a:gd name="csX56" fmla="*/ 5241471 w 9683282"/>
              <a:gd name="csY56" fmla="*/ 7364186 h 7674429"/>
              <a:gd name="csX57" fmla="*/ 5323114 w 9683282"/>
              <a:gd name="csY57" fmla="*/ 7315200 h 7674429"/>
              <a:gd name="csX58" fmla="*/ 5355771 w 9683282"/>
              <a:gd name="csY58" fmla="*/ 7266214 h 7674429"/>
              <a:gd name="csX59" fmla="*/ 5421086 w 9683282"/>
              <a:gd name="csY59" fmla="*/ 7184571 h 7674429"/>
              <a:gd name="csX60" fmla="*/ 5421086 w 9683282"/>
              <a:gd name="csY60" fmla="*/ 7168243 h 7674429"/>
              <a:gd name="csX61" fmla="*/ 5421086 w 9683282"/>
              <a:gd name="csY61" fmla="*/ 7168243 h 7674429"/>
              <a:gd name="csX62" fmla="*/ 7821386 w 9683282"/>
              <a:gd name="csY62" fmla="*/ 7151914 h 7674429"/>
              <a:gd name="csX63" fmla="*/ 7886700 w 9683282"/>
              <a:gd name="csY63" fmla="*/ 7135586 h 7674429"/>
              <a:gd name="csX64" fmla="*/ 7984671 w 9683282"/>
              <a:gd name="csY64" fmla="*/ 7102929 h 7674429"/>
              <a:gd name="csX65" fmla="*/ 8082643 w 9683282"/>
              <a:gd name="csY65" fmla="*/ 7053943 h 7674429"/>
              <a:gd name="csX66" fmla="*/ 8131629 w 9683282"/>
              <a:gd name="csY66" fmla="*/ 7021286 h 7674429"/>
              <a:gd name="csX67" fmla="*/ 8196943 w 9683282"/>
              <a:gd name="csY67" fmla="*/ 6988629 h 7674429"/>
              <a:gd name="csX68" fmla="*/ 8278586 w 9683282"/>
              <a:gd name="csY68" fmla="*/ 6955971 h 7674429"/>
              <a:gd name="csX69" fmla="*/ 8343900 w 9683282"/>
              <a:gd name="csY69" fmla="*/ 6923314 h 7674429"/>
              <a:gd name="csX70" fmla="*/ 8474529 w 9683282"/>
              <a:gd name="csY70" fmla="*/ 6858000 h 7674429"/>
              <a:gd name="csX71" fmla="*/ 8507186 w 9683282"/>
              <a:gd name="csY71" fmla="*/ 6531429 h 7674429"/>
              <a:gd name="csX72" fmla="*/ 8539843 w 9683282"/>
              <a:gd name="csY72" fmla="*/ 6302829 h 7674429"/>
              <a:gd name="csX73" fmla="*/ 8539843 w 9683282"/>
              <a:gd name="csY73" fmla="*/ 5780314 h 7674429"/>
              <a:gd name="csX74" fmla="*/ 8539843 w 9683282"/>
              <a:gd name="csY74" fmla="*/ 5780314 h 7674429"/>
              <a:gd name="csX75" fmla="*/ 8556171 w 9683282"/>
              <a:gd name="csY75" fmla="*/ 5568043 h 7674429"/>
              <a:gd name="csX76" fmla="*/ 8572500 w 9683282"/>
              <a:gd name="csY76" fmla="*/ 5453743 h 7674429"/>
              <a:gd name="csX77" fmla="*/ 8752114 w 9683282"/>
              <a:gd name="csY77" fmla="*/ 5110843 h 7674429"/>
              <a:gd name="csX78" fmla="*/ 8801100 w 9683282"/>
              <a:gd name="csY78" fmla="*/ 5045529 h 7674429"/>
              <a:gd name="csX79" fmla="*/ 8899071 w 9683282"/>
              <a:gd name="csY79" fmla="*/ 4865914 h 7674429"/>
              <a:gd name="csX80" fmla="*/ 8915400 w 9683282"/>
              <a:gd name="csY80" fmla="*/ 4800600 h 7674429"/>
              <a:gd name="csX81" fmla="*/ 8980714 w 9683282"/>
              <a:gd name="csY81" fmla="*/ 4686300 h 7674429"/>
              <a:gd name="csX82" fmla="*/ 8997043 w 9683282"/>
              <a:gd name="csY82" fmla="*/ 4637314 h 7674429"/>
              <a:gd name="csX83" fmla="*/ 9062357 w 9683282"/>
              <a:gd name="csY83" fmla="*/ 4539343 h 7674429"/>
              <a:gd name="csX84" fmla="*/ 9127671 w 9683282"/>
              <a:gd name="csY84" fmla="*/ 4425043 h 7674429"/>
              <a:gd name="csX85" fmla="*/ 9176657 w 9683282"/>
              <a:gd name="csY85" fmla="*/ 4376057 h 7674429"/>
              <a:gd name="csX86" fmla="*/ 9209314 w 9683282"/>
              <a:gd name="csY86" fmla="*/ 4327071 h 7674429"/>
              <a:gd name="csX87" fmla="*/ 9258300 w 9683282"/>
              <a:gd name="csY87" fmla="*/ 4278086 h 7674429"/>
              <a:gd name="csX88" fmla="*/ 9290957 w 9683282"/>
              <a:gd name="csY88" fmla="*/ 4229100 h 7674429"/>
              <a:gd name="csX89" fmla="*/ 9388929 w 9683282"/>
              <a:gd name="csY89" fmla="*/ 4147457 h 7674429"/>
              <a:gd name="csX90" fmla="*/ 9454243 w 9683282"/>
              <a:gd name="csY90" fmla="*/ 4065814 h 7674429"/>
              <a:gd name="csX91" fmla="*/ 9650186 w 9683282"/>
              <a:gd name="csY91" fmla="*/ 3918857 h 7674429"/>
              <a:gd name="csX92" fmla="*/ 9682843 w 9683282"/>
              <a:gd name="csY92" fmla="*/ 3869871 h 7674429"/>
              <a:gd name="csX93" fmla="*/ 9666514 w 9683282"/>
              <a:gd name="csY93" fmla="*/ 3820886 h 7674429"/>
              <a:gd name="csX94" fmla="*/ 9584871 w 9683282"/>
              <a:gd name="csY94" fmla="*/ 3722914 h 7674429"/>
              <a:gd name="csX95" fmla="*/ 9552214 w 9683282"/>
              <a:gd name="csY95" fmla="*/ 3673929 h 7674429"/>
              <a:gd name="csX96" fmla="*/ 9519557 w 9683282"/>
              <a:gd name="csY96" fmla="*/ 3641271 h 7674429"/>
              <a:gd name="csX97" fmla="*/ 9486900 w 9683282"/>
              <a:gd name="csY97" fmla="*/ 3592286 h 7674429"/>
              <a:gd name="csX98" fmla="*/ 9405257 w 9683282"/>
              <a:gd name="csY98" fmla="*/ 3526971 h 7674429"/>
              <a:gd name="csX99" fmla="*/ 9339943 w 9683282"/>
              <a:gd name="csY99" fmla="*/ 3429000 h 7674429"/>
              <a:gd name="csX100" fmla="*/ 9258300 w 9683282"/>
              <a:gd name="csY100" fmla="*/ 3331029 h 7674429"/>
              <a:gd name="csX101" fmla="*/ 9225643 w 9683282"/>
              <a:gd name="csY101" fmla="*/ 3298371 h 7674429"/>
              <a:gd name="csX102" fmla="*/ 9160329 w 9683282"/>
              <a:gd name="csY102" fmla="*/ 3200400 h 7674429"/>
              <a:gd name="csX103" fmla="*/ 9127671 w 9683282"/>
              <a:gd name="csY103" fmla="*/ 3151414 h 7674429"/>
              <a:gd name="csX104" fmla="*/ 9095014 w 9683282"/>
              <a:gd name="csY104" fmla="*/ 3102429 h 7674429"/>
              <a:gd name="csX105" fmla="*/ 9062357 w 9683282"/>
              <a:gd name="csY105" fmla="*/ 3069771 h 7674429"/>
              <a:gd name="csX106" fmla="*/ 9029700 w 9683282"/>
              <a:gd name="csY106" fmla="*/ 2971800 h 7674429"/>
              <a:gd name="csX107" fmla="*/ 9013371 w 9683282"/>
              <a:gd name="csY107" fmla="*/ 2906486 h 7674429"/>
              <a:gd name="csX108" fmla="*/ 8980714 w 9683282"/>
              <a:gd name="csY108" fmla="*/ 2857500 h 7674429"/>
              <a:gd name="csX109" fmla="*/ 8931729 w 9683282"/>
              <a:gd name="csY109" fmla="*/ 2743200 h 7674429"/>
              <a:gd name="csX110" fmla="*/ 8899071 w 9683282"/>
              <a:gd name="csY110" fmla="*/ 2694214 h 7674429"/>
              <a:gd name="csX111" fmla="*/ 8899071 w 9683282"/>
              <a:gd name="csY111" fmla="*/ 2694214 h 7674429"/>
              <a:gd name="csX112" fmla="*/ 8915400 w 9683282"/>
              <a:gd name="csY112" fmla="*/ 2220686 h 7674429"/>
              <a:gd name="csX113" fmla="*/ 8931729 w 9683282"/>
              <a:gd name="csY113" fmla="*/ 2090057 h 7674429"/>
              <a:gd name="csX114" fmla="*/ 8964386 w 9683282"/>
              <a:gd name="csY114" fmla="*/ 1877786 h 7674429"/>
              <a:gd name="csX115" fmla="*/ 8980714 w 9683282"/>
              <a:gd name="csY115" fmla="*/ 1665514 h 7674429"/>
              <a:gd name="csX116" fmla="*/ 9029700 w 9683282"/>
              <a:gd name="csY116" fmla="*/ 1436914 h 7674429"/>
              <a:gd name="csX117" fmla="*/ 9046029 w 9683282"/>
              <a:gd name="csY117" fmla="*/ 1387929 h 7674429"/>
              <a:gd name="csX118" fmla="*/ 9062357 w 9683282"/>
              <a:gd name="csY118" fmla="*/ 1322614 h 7674429"/>
              <a:gd name="csX119" fmla="*/ 9095014 w 9683282"/>
              <a:gd name="csY119" fmla="*/ 1257300 h 7674429"/>
              <a:gd name="csX120" fmla="*/ 9176657 w 9683282"/>
              <a:gd name="csY120" fmla="*/ 1126671 h 7674429"/>
              <a:gd name="csX121" fmla="*/ 9225643 w 9683282"/>
              <a:gd name="csY121" fmla="*/ 1028700 h 7674429"/>
              <a:gd name="csX122" fmla="*/ 9258300 w 9683282"/>
              <a:gd name="csY122" fmla="*/ 930729 h 7674429"/>
              <a:gd name="csX123" fmla="*/ 9307286 w 9683282"/>
              <a:gd name="csY123" fmla="*/ 816429 h 7674429"/>
              <a:gd name="csX124" fmla="*/ 9290957 w 9683282"/>
              <a:gd name="csY124" fmla="*/ 767443 h 7674429"/>
              <a:gd name="csX125" fmla="*/ 9062357 w 9683282"/>
              <a:gd name="csY125" fmla="*/ 702129 h 7674429"/>
              <a:gd name="csX126" fmla="*/ 8882743 w 9683282"/>
              <a:gd name="csY126" fmla="*/ 636814 h 7674429"/>
              <a:gd name="csX127" fmla="*/ 8621486 w 9683282"/>
              <a:gd name="csY127" fmla="*/ 571500 h 7674429"/>
              <a:gd name="csX128" fmla="*/ 8490857 w 9683282"/>
              <a:gd name="csY128" fmla="*/ 538843 h 7674429"/>
              <a:gd name="csX129" fmla="*/ 8262257 w 9683282"/>
              <a:gd name="csY129" fmla="*/ 457200 h 7674429"/>
              <a:gd name="csX130" fmla="*/ 8082643 w 9683282"/>
              <a:gd name="csY130" fmla="*/ 375557 h 7674429"/>
              <a:gd name="csX131" fmla="*/ 7952014 w 9683282"/>
              <a:gd name="csY131" fmla="*/ 310243 h 7674429"/>
              <a:gd name="csX132" fmla="*/ 7886700 w 9683282"/>
              <a:gd name="csY132" fmla="*/ 277586 h 7674429"/>
              <a:gd name="csX133" fmla="*/ 7756071 w 9683282"/>
              <a:gd name="csY133" fmla="*/ 212271 h 7674429"/>
              <a:gd name="csX134" fmla="*/ 7543800 w 9683282"/>
              <a:gd name="csY134" fmla="*/ 163286 h 7674429"/>
              <a:gd name="csX135" fmla="*/ 7347857 w 9683282"/>
              <a:gd name="csY135" fmla="*/ 146957 h 7674429"/>
              <a:gd name="csX136" fmla="*/ 7217229 w 9683282"/>
              <a:gd name="csY136" fmla="*/ 130629 h 7674429"/>
              <a:gd name="csX137" fmla="*/ 6890657 w 9683282"/>
              <a:gd name="csY137" fmla="*/ 97971 h 7674429"/>
              <a:gd name="csX138" fmla="*/ 6482443 w 9683282"/>
              <a:gd name="csY138" fmla="*/ 48986 h 7674429"/>
              <a:gd name="csX139" fmla="*/ 6237514 w 9683282"/>
              <a:gd name="csY139" fmla="*/ 32657 h 7674429"/>
              <a:gd name="csX140" fmla="*/ 5698671 w 9683282"/>
              <a:gd name="csY140" fmla="*/ 0 h 7674429"/>
              <a:gd name="csX141" fmla="*/ 3526971 w 9683282"/>
              <a:gd name="csY141" fmla="*/ 16329 h 7674429"/>
              <a:gd name="csX142" fmla="*/ 947057 w 9683282"/>
              <a:gd name="csY142" fmla="*/ 32657 h 7674429"/>
              <a:gd name="csX143" fmla="*/ 865414 w 9683282"/>
              <a:gd name="csY143" fmla="*/ 48986 h 7674429"/>
              <a:gd name="csX144" fmla="*/ 767443 w 9683282"/>
              <a:gd name="csY144" fmla="*/ 65314 h 7674429"/>
              <a:gd name="csX145" fmla="*/ 751114 w 9683282"/>
              <a:gd name="csY145" fmla="*/ 179614 h 7674429"/>
              <a:gd name="csX146" fmla="*/ 767443 w 9683282"/>
              <a:gd name="csY146" fmla="*/ 228600 h 7674429"/>
              <a:gd name="csX147" fmla="*/ 783771 w 9683282"/>
              <a:gd name="csY147" fmla="*/ 277586 h 7674429"/>
              <a:gd name="csX148" fmla="*/ 718457 w 9683282"/>
              <a:gd name="csY148" fmla="*/ 424543 h 7674429"/>
              <a:gd name="csX149" fmla="*/ 702129 w 9683282"/>
              <a:gd name="csY149" fmla="*/ 473529 h 7674429"/>
              <a:gd name="csX150" fmla="*/ 669471 w 9683282"/>
              <a:gd name="csY150" fmla="*/ 506186 h 7674429"/>
              <a:gd name="csX151" fmla="*/ 653143 w 9683282"/>
              <a:gd name="csY151" fmla="*/ 538843 h 7674429"/>
              <a:gd name="csX152" fmla="*/ 685800 w 9683282"/>
              <a:gd name="csY152" fmla="*/ 457200 h 7674429"/>
              <a:gd name="csX153" fmla="*/ 685800 w 9683282"/>
              <a:gd name="csY153" fmla="*/ 457200 h 76744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Lst>
            <a:rect l="l" t="t" r="r" b="b"/>
            <a:pathLst>
              <a:path w="9683282" h="7674429">
                <a:moveTo>
                  <a:pt x="800100" y="408214"/>
                </a:moveTo>
                <a:lnTo>
                  <a:pt x="800100" y="408214"/>
                </a:lnTo>
                <a:cubicBezTo>
                  <a:pt x="512099" y="565307"/>
                  <a:pt x="705440" y="437928"/>
                  <a:pt x="555171" y="571500"/>
                </a:cubicBezTo>
                <a:cubicBezTo>
                  <a:pt x="529123" y="594654"/>
                  <a:pt x="495506" y="609766"/>
                  <a:pt x="473529" y="636814"/>
                </a:cubicBezTo>
                <a:cubicBezTo>
                  <a:pt x="424029" y="697738"/>
                  <a:pt x="381846" y="764601"/>
                  <a:pt x="342900" y="832757"/>
                </a:cubicBezTo>
                <a:cubicBezTo>
                  <a:pt x="288202" y="928479"/>
                  <a:pt x="265417" y="958270"/>
                  <a:pt x="228600" y="1061357"/>
                </a:cubicBezTo>
                <a:cubicBezTo>
                  <a:pt x="215273" y="1098673"/>
                  <a:pt x="207596" y="1137785"/>
                  <a:pt x="195943" y="1175657"/>
                </a:cubicBezTo>
                <a:cubicBezTo>
                  <a:pt x="185820" y="1208559"/>
                  <a:pt x="173409" y="1240727"/>
                  <a:pt x="163286" y="1273629"/>
                </a:cubicBezTo>
                <a:cubicBezTo>
                  <a:pt x="79079" y="1547304"/>
                  <a:pt x="179728" y="1240637"/>
                  <a:pt x="97971" y="1485900"/>
                </a:cubicBezTo>
                <a:cubicBezTo>
                  <a:pt x="92528" y="1518557"/>
                  <a:pt x="87744" y="1551331"/>
                  <a:pt x="81643" y="1583871"/>
                </a:cubicBezTo>
                <a:cubicBezTo>
                  <a:pt x="71414" y="1638427"/>
                  <a:pt x="48986" y="1747157"/>
                  <a:pt x="48986" y="1747157"/>
                </a:cubicBezTo>
                <a:cubicBezTo>
                  <a:pt x="43543" y="1807028"/>
                  <a:pt x="38639" y="1866951"/>
                  <a:pt x="32657" y="1926771"/>
                </a:cubicBezTo>
                <a:cubicBezTo>
                  <a:pt x="27753" y="1975814"/>
                  <a:pt x="20109" y="2024587"/>
                  <a:pt x="16329" y="2073729"/>
                </a:cubicBezTo>
                <a:cubicBezTo>
                  <a:pt x="9220" y="2166144"/>
                  <a:pt x="5443" y="2258786"/>
                  <a:pt x="0" y="2351314"/>
                </a:cubicBezTo>
                <a:cubicBezTo>
                  <a:pt x="5443" y="2677886"/>
                  <a:pt x="7622" y="3004528"/>
                  <a:pt x="16329" y="3331029"/>
                </a:cubicBezTo>
                <a:cubicBezTo>
                  <a:pt x="25336" y="3668799"/>
                  <a:pt x="25733" y="3469349"/>
                  <a:pt x="48986" y="3690257"/>
                </a:cubicBezTo>
                <a:cubicBezTo>
                  <a:pt x="100623" y="4180813"/>
                  <a:pt x="38484" y="3708890"/>
                  <a:pt x="81643" y="3967843"/>
                </a:cubicBezTo>
                <a:cubicBezTo>
                  <a:pt x="100376" y="4080242"/>
                  <a:pt x="88003" y="4077812"/>
                  <a:pt x="130629" y="4180114"/>
                </a:cubicBezTo>
                <a:cubicBezTo>
                  <a:pt x="186263" y="4313637"/>
                  <a:pt x="184079" y="4268453"/>
                  <a:pt x="277586" y="4408714"/>
                </a:cubicBezTo>
                <a:cubicBezTo>
                  <a:pt x="288472" y="4425043"/>
                  <a:pt x="297680" y="4442624"/>
                  <a:pt x="310243" y="4457700"/>
                </a:cubicBezTo>
                <a:cubicBezTo>
                  <a:pt x="325026" y="4475440"/>
                  <a:pt x="344446" y="4488946"/>
                  <a:pt x="359229" y="4506686"/>
                </a:cubicBezTo>
                <a:cubicBezTo>
                  <a:pt x="371792" y="4521762"/>
                  <a:pt x="378010" y="4541794"/>
                  <a:pt x="391886" y="4555671"/>
                </a:cubicBezTo>
                <a:cubicBezTo>
                  <a:pt x="405763" y="4569548"/>
                  <a:pt x="425547" y="4576070"/>
                  <a:pt x="440871" y="4588329"/>
                </a:cubicBezTo>
                <a:cubicBezTo>
                  <a:pt x="452892" y="4597946"/>
                  <a:pt x="461508" y="4611369"/>
                  <a:pt x="473529" y="4620986"/>
                </a:cubicBezTo>
                <a:cubicBezTo>
                  <a:pt x="488853" y="4633245"/>
                  <a:pt x="506545" y="4642237"/>
                  <a:pt x="522514" y="4653643"/>
                </a:cubicBezTo>
                <a:cubicBezTo>
                  <a:pt x="544659" y="4669461"/>
                  <a:pt x="564200" y="4689127"/>
                  <a:pt x="587829" y="4702629"/>
                </a:cubicBezTo>
                <a:cubicBezTo>
                  <a:pt x="602773" y="4711168"/>
                  <a:pt x="620994" y="4712177"/>
                  <a:pt x="636814" y="4718957"/>
                </a:cubicBezTo>
                <a:cubicBezTo>
                  <a:pt x="683278" y="4738870"/>
                  <a:pt x="703251" y="4758370"/>
                  <a:pt x="751114" y="4767943"/>
                </a:cubicBezTo>
                <a:cubicBezTo>
                  <a:pt x="761788" y="4770078"/>
                  <a:pt x="772885" y="4767943"/>
                  <a:pt x="783771" y="4767943"/>
                </a:cubicBezTo>
                <a:lnTo>
                  <a:pt x="1779814" y="5584371"/>
                </a:lnTo>
                <a:lnTo>
                  <a:pt x="1779814" y="5584371"/>
                </a:lnTo>
                <a:cubicBezTo>
                  <a:pt x="1752600" y="5627914"/>
                  <a:pt x="1728372" y="5673473"/>
                  <a:pt x="1698171" y="5715000"/>
                </a:cubicBezTo>
                <a:cubicBezTo>
                  <a:pt x="1684589" y="5733675"/>
                  <a:pt x="1666719" y="5748958"/>
                  <a:pt x="1649186" y="5763986"/>
                </a:cubicBezTo>
                <a:cubicBezTo>
                  <a:pt x="1608758" y="5798639"/>
                  <a:pt x="1582069" y="5807060"/>
                  <a:pt x="1551214" y="5845629"/>
                </a:cubicBezTo>
                <a:cubicBezTo>
                  <a:pt x="1538955" y="5860953"/>
                  <a:pt x="1531595" y="5879947"/>
                  <a:pt x="1518557" y="5894614"/>
                </a:cubicBezTo>
                <a:cubicBezTo>
                  <a:pt x="1487874" y="5929133"/>
                  <a:pt x="1420586" y="5992586"/>
                  <a:pt x="1420586" y="5992586"/>
                </a:cubicBezTo>
                <a:cubicBezTo>
                  <a:pt x="1415143" y="6008914"/>
                  <a:pt x="1411954" y="6026176"/>
                  <a:pt x="1404257" y="6041571"/>
                </a:cubicBezTo>
                <a:cubicBezTo>
                  <a:pt x="1395481" y="6059124"/>
                  <a:pt x="1374034" y="6071084"/>
                  <a:pt x="1371600" y="6090557"/>
                </a:cubicBezTo>
                <a:cubicBezTo>
                  <a:pt x="1363966" y="6151632"/>
                  <a:pt x="1392011" y="6188529"/>
                  <a:pt x="1436914" y="6221186"/>
                </a:cubicBezTo>
                <a:cubicBezTo>
                  <a:pt x="1478441" y="6251388"/>
                  <a:pt x="1523812" y="6275918"/>
                  <a:pt x="1567543" y="6302829"/>
                </a:cubicBezTo>
                <a:cubicBezTo>
                  <a:pt x="1594572" y="6319462"/>
                  <a:pt x="1624404" y="6331988"/>
                  <a:pt x="1649186" y="6351814"/>
                </a:cubicBezTo>
                <a:cubicBezTo>
                  <a:pt x="1744269" y="6427881"/>
                  <a:pt x="1697766" y="6406108"/>
                  <a:pt x="1779814" y="6433457"/>
                </a:cubicBezTo>
                <a:cubicBezTo>
                  <a:pt x="2121623" y="6661327"/>
                  <a:pt x="1759416" y="6410606"/>
                  <a:pt x="1910443" y="6531429"/>
                </a:cubicBezTo>
                <a:cubicBezTo>
                  <a:pt x="1952944" y="6565430"/>
                  <a:pt x="1989436" y="6612188"/>
                  <a:pt x="2041071" y="6629400"/>
                </a:cubicBezTo>
                <a:cubicBezTo>
                  <a:pt x="2116879" y="6654670"/>
                  <a:pt x="2129425" y="6656286"/>
                  <a:pt x="2220686" y="6711043"/>
                </a:cubicBezTo>
                <a:cubicBezTo>
                  <a:pt x="2247900" y="6727372"/>
                  <a:pt x="2273675" y="6746384"/>
                  <a:pt x="2302329" y="6760029"/>
                </a:cubicBezTo>
                <a:cubicBezTo>
                  <a:pt x="2388151" y="6800897"/>
                  <a:pt x="2482077" y="6825423"/>
                  <a:pt x="2563586" y="6874329"/>
                </a:cubicBezTo>
                <a:cubicBezTo>
                  <a:pt x="2618014" y="6906986"/>
                  <a:pt x="2671087" y="6942017"/>
                  <a:pt x="2726871" y="6972300"/>
                </a:cubicBezTo>
                <a:cubicBezTo>
                  <a:pt x="3115756" y="7183409"/>
                  <a:pt x="3164814" y="7201298"/>
                  <a:pt x="3575957" y="7380514"/>
                </a:cubicBezTo>
                <a:cubicBezTo>
                  <a:pt x="3640820" y="7408788"/>
                  <a:pt x="3703865" y="7442718"/>
                  <a:pt x="3771900" y="7462157"/>
                </a:cubicBezTo>
                <a:cubicBezTo>
                  <a:pt x="4324559" y="7620061"/>
                  <a:pt x="3930578" y="7514862"/>
                  <a:pt x="4261757" y="7592786"/>
                </a:cubicBezTo>
                <a:cubicBezTo>
                  <a:pt x="4558668" y="7662647"/>
                  <a:pt x="4249150" y="7596544"/>
                  <a:pt x="4490357" y="7641771"/>
                </a:cubicBezTo>
                <a:cubicBezTo>
                  <a:pt x="4544913" y="7652000"/>
                  <a:pt x="4653643" y="7674429"/>
                  <a:pt x="4653643" y="7674429"/>
                </a:cubicBezTo>
                <a:cubicBezTo>
                  <a:pt x="4806617" y="7648933"/>
                  <a:pt x="4704758" y="7679683"/>
                  <a:pt x="4849586" y="7592786"/>
                </a:cubicBezTo>
                <a:cubicBezTo>
                  <a:pt x="4924843" y="7547632"/>
                  <a:pt x="4999688" y="7501406"/>
                  <a:pt x="5078186" y="7462157"/>
                </a:cubicBezTo>
                <a:cubicBezTo>
                  <a:pt x="5110843" y="7445828"/>
                  <a:pt x="5144848" y="7431956"/>
                  <a:pt x="5176157" y="7413171"/>
                </a:cubicBezTo>
                <a:cubicBezTo>
                  <a:pt x="5199493" y="7399169"/>
                  <a:pt x="5218828" y="7379282"/>
                  <a:pt x="5241471" y="7364186"/>
                </a:cubicBezTo>
                <a:cubicBezTo>
                  <a:pt x="5267878" y="7346581"/>
                  <a:pt x="5295900" y="7331529"/>
                  <a:pt x="5323114" y="7315200"/>
                </a:cubicBezTo>
                <a:cubicBezTo>
                  <a:pt x="5334000" y="7298871"/>
                  <a:pt x="5343512" y="7281538"/>
                  <a:pt x="5355771" y="7266214"/>
                </a:cubicBezTo>
                <a:cubicBezTo>
                  <a:pt x="5396274" y="7215585"/>
                  <a:pt x="5387578" y="7251587"/>
                  <a:pt x="5421086" y="7184571"/>
                </a:cubicBezTo>
                <a:cubicBezTo>
                  <a:pt x="5423520" y="7179703"/>
                  <a:pt x="5421086" y="7173686"/>
                  <a:pt x="5421086" y="7168243"/>
                </a:cubicBezTo>
                <a:lnTo>
                  <a:pt x="5421086" y="7168243"/>
                </a:lnTo>
                <a:lnTo>
                  <a:pt x="7821386" y="7151914"/>
                </a:lnTo>
                <a:cubicBezTo>
                  <a:pt x="7843825" y="7151617"/>
                  <a:pt x="7865205" y="7142034"/>
                  <a:pt x="7886700" y="7135586"/>
                </a:cubicBezTo>
                <a:cubicBezTo>
                  <a:pt x="7919672" y="7125695"/>
                  <a:pt x="7984671" y="7102929"/>
                  <a:pt x="7984671" y="7102929"/>
                </a:cubicBezTo>
                <a:cubicBezTo>
                  <a:pt x="8125050" y="7009341"/>
                  <a:pt x="7947444" y="7121541"/>
                  <a:pt x="8082643" y="7053943"/>
                </a:cubicBezTo>
                <a:cubicBezTo>
                  <a:pt x="8100196" y="7045167"/>
                  <a:pt x="8114590" y="7031022"/>
                  <a:pt x="8131629" y="7021286"/>
                </a:cubicBezTo>
                <a:cubicBezTo>
                  <a:pt x="8152763" y="7009209"/>
                  <a:pt x="8174700" y="6998515"/>
                  <a:pt x="8196943" y="6988629"/>
                </a:cubicBezTo>
                <a:cubicBezTo>
                  <a:pt x="8223728" y="6976725"/>
                  <a:pt x="8251801" y="6967875"/>
                  <a:pt x="8278586" y="6955971"/>
                </a:cubicBezTo>
                <a:cubicBezTo>
                  <a:pt x="8300829" y="6946085"/>
                  <a:pt x="8321657" y="6933200"/>
                  <a:pt x="8343900" y="6923314"/>
                </a:cubicBezTo>
                <a:cubicBezTo>
                  <a:pt x="8463738" y="6870053"/>
                  <a:pt x="8387782" y="6915831"/>
                  <a:pt x="8474529" y="6858000"/>
                </a:cubicBezTo>
                <a:cubicBezTo>
                  <a:pt x="8522581" y="6713837"/>
                  <a:pt x="8476842" y="6865209"/>
                  <a:pt x="8507186" y="6531429"/>
                </a:cubicBezTo>
                <a:cubicBezTo>
                  <a:pt x="8526730" y="6316448"/>
                  <a:pt x="8531904" y="6628336"/>
                  <a:pt x="8539843" y="6302829"/>
                </a:cubicBezTo>
                <a:cubicBezTo>
                  <a:pt x="8544090" y="6128709"/>
                  <a:pt x="8539843" y="5954486"/>
                  <a:pt x="8539843" y="5780314"/>
                </a:cubicBezTo>
                <a:lnTo>
                  <a:pt x="8539843" y="5780314"/>
                </a:lnTo>
                <a:cubicBezTo>
                  <a:pt x="8545286" y="5709557"/>
                  <a:pt x="8549110" y="5638657"/>
                  <a:pt x="8556171" y="5568043"/>
                </a:cubicBezTo>
                <a:cubicBezTo>
                  <a:pt x="8560001" y="5529747"/>
                  <a:pt x="8558475" y="5489584"/>
                  <a:pt x="8572500" y="5453743"/>
                </a:cubicBezTo>
                <a:cubicBezTo>
                  <a:pt x="8593099" y="5401102"/>
                  <a:pt x="8693528" y="5198723"/>
                  <a:pt x="8752114" y="5110843"/>
                </a:cubicBezTo>
                <a:cubicBezTo>
                  <a:pt x="8767210" y="5088199"/>
                  <a:pt x="8787388" y="5069036"/>
                  <a:pt x="8801100" y="5045529"/>
                </a:cubicBezTo>
                <a:cubicBezTo>
                  <a:pt x="8973989" y="4749148"/>
                  <a:pt x="8799583" y="5015147"/>
                  <a:pt x="8899071" y="4865914"/>
                </a:cubicBezTo>
                <a:cubicBezTo>
                  <a:pt x="8904514" y="4844143"/>
                  <a:pt x="8907520" y="4821613"/>
                  <a:pt x="8915400" y="4800600"/>
                </a:cubicBezTo>
                <a:cubicBezTo>
                  <a:pt x="8958340" y="4686095"/>
                  <a:pt x="8933340" y="4781047"/>
                  <a:pt x="8980714" y="4686300"/>
                </a:cubicBezTo>
                <a:cubicBezTo>
                  <a:pt x="8988411" y="4670905"/>
                  <a:pt x="8988684" y="4652360"/>
                  <a:pt x="8997043" y="4637314"/>
                </a:cubicBezTo>
                <a:cubicBezTo>
                  <a:pt x="9016104" y="4603004"/>
                  <a:pt x="9044804" y="4574448"/>
                  <a:pt x="9062357" y="4539343"/>
                </a:cubicBezTo>
                <a:cubicBezTo>
                  <a:pt x="9082320" y="4499418"/>
                  <a:pt x="9098822" y="4459661"/>
                  <a:pt x="9127671" y="4425043"/>
                </a:cubicBezTo>
                <a:cubicBezTo>
                  <a:pt x="9142454" y="4407303"/>
                  <a:pt x="9161874" y="4393797"/>
                  <a:pt x="9176657" y="4376057"/>
                </a:cubicBezTo>
                <a:cubicBezTo>
                  <a:pt x="9189220" y="4360981"/>
                  <a:pt x="9196751" y="4342147"/>
                  <a:pt x="9209314" y="4327071"/>
                </a:cubicBezTo>
                <a:cubicBezTo>
                  <a:pt x="9224097" y="4309331"/>
                  <a:pt x="9243517" y="4295826"/>
                  <a:pt x="9258300" y="4278086"/>
                </a:cubicBezTo>
                <a:cubicBezTo>
                  <a:pt x="9270863" y="4263010"/>
                  <a:pt x="9278394" y="4244176"/>
                  <a:pt x="9290957" y="4229100"/>
                </a:cubicBezTo>
                <a:cubicBezTo>
                  <a:pt x="9424708" y="4068598"/>
                  <a:pt x="9260486" y="4275900"/>
                  <a:pt x="9388929" y="4147457"/>
                </a:cubicBezTo>
                <a:cubicBezTo>
                  <a:pt x="9413573" y="4122813"/>
                  <a:pt x="9428634" y="4089453"/>
                  <a:pt x="9454243" y="4065814"/>
                </a:cubicBezTo>
                <a:cubicBezTo>
                  <a:pt x="9524639" y="4000833"/>
                  <a:pt x="9578674" y="3966531"/>
                  <a:pt x="9650186" y="3918857"/>
                </a:cubicBezTo>
                <a:cubicBezTo>
                  <a:pt x="9661072" y="3902528"/>
                  <a:pt x="9679617" y="3889229"/>
                  <a:pt x="9682843" y="3869871"/>
                </a:cubicBezTo>
                <a:cubicBezTo>
                  <a:pt x="9685672" y="3852894"/>
                  <a:pt x="9674211" y="3836281"/>
                  <a:pt x="9666514" y="3820886"/>
                </a:cubicBezTo>
                <a:cubicBezTo>
                  <a:pt x="9636107" y="3760073"/>
                  <a:pt x="9630013" y="3777084"/>
                  <a:pt x="9584871" y="3722914"/>
                </a:cubicBezTo>
                <a:cubicBezTo>
                  <a:pt x="9572308" y="3707838"/>
                  <a:pt x="9564473" y="3689253"/>
                  <a:pt x="9552214" y="3673929"/>
                </a:cubicBezTo>
                <a:cubicBezTo>
                  <a:pt x="9542597" y="3661908"/>
                  <a:pt x="9529174" y="3653292"/>
                  <a:pt x="9519557" y="3641271"/>
                </a:cubicBezTo>
                <a:cubicBezTo>
                  <a:pt x="9507298" y="3625947"/>
                  <a:pt x="9500777" y="3606162"/>
                  <a:pt x="9486900" y="3592286"/>
                </a:cubicBezTo>
                <a:cubicBezTo>
                  <a:pt x="9422625" y="3528012"/>
                  <a:pt x="9453736" y="3591610"/>
                  <a:pt x="9405257" y="3526971"/>
                </a:cubicBezTo>
                <a:cubicBezTo>
                  <a:pt x="9381708" y="3495572"/>
                  <a:pt x="9367696" y="3456753"/>
                  <a:pt x="9339943" y="3429000"/>
                </a:cubicBezTo>
                <a:cubicBezTo>
                  <a:pt x="9223586" y="3312643"/>
                  <a:pt x="9349227" y="3444689"/>
                  <a:pt x="9258300" y="3331029"/>
                </a:cubicBezTo>
                <a:cubicBezTo>
                  <a:pt x="9248683" y="3319008"/>
                  <a:pt x="9234880" y="3310687"/>
                  <a:pt x="9225643" y="3298371"/>
                </a:cubicBezTo>
                <a:cubicBezTo>
                  <a:pt x="9202094" y="3266972"/>
                  <a:pt x="9182100" y="3233057"/>
                  <a:pt x="9160329" y="3200400"/>
                </a:cubicBezTo>
                <a:lnTo>
                  <a:pt x="9127671" y="3151414"/>
                </a:lnTo>
                <a:cubicBezTo>
                  <a:pt x="9116785" y="3135086"/>
                  <a:pt x="9108890" y="3116306"/>
                  <a:pt x="9095014" y="3102429"/>
                </a:cubicBezTo>
                <a:lnTo>
                  <a:pt x="9062357" y="3069771"/>
                </a:lnTo>
                <a:cubicBezTo>
                  <a:pt x="9051471" y="3037114"/>
                  <a:pt x="9038049" y="3005196"/>
                  <a:pt x="9029700" y="2971800"/>
                </a:cubicBezTo>
                <a:cubicBezTo>
                  <a:pt x="9024257" y="2950029"/>
                  <a:pt x="9022211" y="2927113"/>
                  <a:pt x="9013371" y="2906486"/>
                </a:cubicBezTo>
                <a:cubicBezTo>
                  <a:pt x="9005640" y="2888448"/>
                  <a:pt x="8991600" y="2873829"/>
                  <a:pt x="8980714" y="2857500"/>
                </a:cubicBezTo>
                <a:cubicBezTo>
                  <a:pt x="8946733" y="2721571"/>
                  <a:pt x="8988109" y="2855961"/>
                  <a:pt x="8931729" y="2743200"/>
                </a:cubicBezTo>
                <a:cubicBezTo>
                  <a:pt x="8904654" y="2689050"/>
                  <a:pt x="8935466" y="2694214"/>
                  <a:pt x="8899071" y="2694214"/>
                </a:cubicBezTo>
                <a:lnTo>
                  <a:pt x="8899071" y="2694214"/>
                </a:lnTo>
                <a:cubicBezTo>
                  <a:pt x="8904514" y="2536371"/>
                  <a:pt x="8906875" y="2378392"/>
                  <a:pt x="8915400" y="2220686"/>
                </a:cubicBezTo>
                <a:cubicBezTo>
                  <a:pt x="8917769" y="2176868"/>
                  <a:pt x="8925929" y="2133554"/>
                  <a:pt x="8931729" y="2090057"/>
                </a:cubicBezTo>
                <a:cubicBezTo>
                  <a:pt x="8945739" y="1984978"/>
                  <a:pt x="8947751" y="1977594"/>
                  <a:pt x="8964386" y="1877786"/>
                </a:cubicBezTo>
                <a:cubicBezTo>
                  <a:pt x="8969829" y="1807029"/>
                  <a:pt x="8971535" y="1735884"/>
                  <a:pt x="8980714" y="1665514"/>
                </a:cubicBezTo>
                <a:cubicBezTo>
                  <a:pt x="8985213" y="1631022"/>
                  <a:pt x="9013073" y="1495108"/>
                  <a:pt x="9029700" y="1436914"/>
                </a:cubicBezTo>
                <a:cubicBezTo>
                  <a:pt x="9034429" y="1420365"/>
                  <a:pt x="9041301" y="1404478"/>
                  <a:pt x="9046029" y="1387929"/>
                </a:cubicBezTo>
                <a:cubicBezTo>
                  <a:pt x="9052194" y="1366351"/>
                  <a:pt x="9054477" y="1343627"/>
                  <a:pt x="9062357" y="1322614"/>
                </a:cubicBezTo>
                <a:cubicBezTo>
                  <a:pt x="9070904" y="1299823"/>
                  <a:pt x="9082749" y="1278325"/>
                  <a:pt x="9095014" y="1257300"/>
                </a:cubicBezTo>
                <a:cubicBezTo>
                  <a:pt x="9120887" y="1212947"/>
                  <a:pt x="9160419" y="1175384"/>
                  <a:pt x="9176657" y="1126671"/>
                </a:cubicBezTo>
                <a:cubicBezTo>
                  <a:pt x="9199192" y="1059069"/>
                  <a:pt x="9183439" y="1092007"/>
                  <a:pt x="9225643" y="1028700"/>
                </a:cubicBezTo>
                <a:cubicBezTo>
                  <a:pt x="9236529" y="996043"/>
                  <a:pt x="9242906" y="961518"/>
                  <a:pt x="9258300" y="930729"/>
                </a:cubicBezTo>
                <a:cubicBezTo>
                  <a:pt x="9298654" y="850019"/>
                  <a:pt x="9283259" y="888506"/>
                  <a:pt x="9307286" y="816429"/>
                </a:cubicBezTo>
                <a:cubicBezTo>
                  <a:pt x="9301843" y="800100"/>
                  <a:pt x="9305716" y="776299"/>
                  <a:pt x="9290957" y="767443"/>
                </a:cubicBezTo>
                <a:cubicBezTo>
                  <a:pt x="9233192" y="732784"/>
                  <a:pt x="9132542" y="716165"/>
                  <a:pt x="9062357" y="702129"/>
                </a:cubicBezTo>
                <a:cubicBezTo>
                  <a:pt x="8999748" y="677085"/>
                  <a:pt x="8948631" y="654783"/>
                  <a:pt x="8882743" y="636814"/>
                </a:cubicBezTo>
                <a:cubicBezTo>
                  <a:pt x="8796140" y="613195"/>
                  <a:pt x="8708572" y="593271"/>
                  <a:pt x="8621486" y="571500"/>
                </a:cubicBezTo>
                <a:cubicBezTo>
                  <a:pt x="8577943" y="560614"/>
                  <a:pt x="8532111" y="556523"/>
                  <a:pt x="8490857" y="538843"/>
                </a:cubicBezTo>
                <a:cubicBezTo>
                  <a:pt x="8340136" y="474248"/>
                  <a:pt x="8416414" y="501245"/>
                  <a:pt x="8262257" y="457200"/>
                </a:cubicBezTo>
                <a:cubicBezTo>
                  <a:pt x="8085497" y="351143"/>
                  <a:pt x="8281875" y="460942"/>
                  <a:pt x="8082643" y="375557"/>
                </a:cubicBezTo>
                <a:cubicBezTo>
                  <a:pt x="8037897" y="356380"/>
                  <a:pt x="7995557" y="332014"/>
                  <a:pt x="7952014" y="310243"/>
                </a:cubicBezTo>
                <a:cubicBezTo>
                  <a:pt x="7930243" y="299357"/>
                  <a:pt x="7906953" y="291088"/>
                  <a:pt x="7886700" y="277586"/>
                </a:cubicBezTo>
                <a:cubicBezTo>
                  <a:pt x="7830521" y="240133"/>
                  <a:pt x="7830253" y="235097"/>
                  <a:pt x="7756071" y="212271"/>
                </a:cubicBezTo>
                <a:cubicBezTo>
                  <a:pt x="7734397" y="205602"/>
                  <a:pt x="7585434" y="168184"/>
                  <a:pt x="7543800" y="163286"/>
                </a:cubicBezTo>
                <a:cubicBezTo>
                  <a:pt x="7478708" y="155628"/>
                  <a:pt x="7413072" y="153479"/>
                  <a:pt x="7347857" y="146957"/>
                </a:cubicBezTo>
                <a:cubicBezTo>
                  <a:pt x="7304193" y="142591"/>
                  <a:pt x="7260861" y="135304"/>
                  <a:pt x="7217229" y="130629"/>
                </a:cubicBezTo>
                <a:cubicBezTo>
                  <a:pt x="7108451" y="118974"/>
                  <a:pt x="6998569" y="115956"/>
                  <a:pt x="6890657" y="97971"/>
                </a:cubicBezTo>
                <a:cubicBezTo>
                  <a:pt x="6639688" y="56143"/>
                  <a:pt x="6744685" y="67718"/>
                  <a:pt x="6482443" y="48986"/>
                </a:cubicBezTo>
                <a:lnTo>
                  <a:pt x="6237514" y="32657"/>
                </a:lnTo>
                <a:lnTo>
                  <a:pt x="5698671" y="0"/>
                </a:lnTo>
                <a:lnTo>
                  <a:pt x="3526971" y="16329"/>
                </a:lnTo>
                <a:lnTo>
                  <a:pt x="947057" y="32657"/>
                </a:lnTo>
                <a:cubicBezTo>
                  <a:pt x="919306" y="32998"/>
                  <a:pt x="892720" y="44021"/>
                  <a:pt x="865414" y="48986"/>
                </a:cubicBezTo>
                <a:cubicBezTo>
                  <a:pt x="832841" y="54908"/>
                  <a:pt x="800100" y="59871"/>
                  <a:pt x="767443" y="65314"/>
                </a:cubicBezTo>
                <a:cubicBezTo>
                  <a:pt x="685800" y="92529"/>
                  <a:pt x="713014" y="65314"/>
                  <a:pt x="751114" y="179614"/>
                </a:cubicBezTo>
                <a:lnTo>
                  <a:pt x="767443" y="228600"/>
                </a:lnTo>
                <a:lnTo>
                  <a:pt x="783771" y="277586"/>
                </a:lnTo>
                <a:cubicBezTo>
                  <a:pt x="744908" y="394174"/>
                  <a:pt x="770209" y="346915"/>
                  <a:pt x="718457" y="424543"/>
                </a:cubicBezTo>
                <a:cubicBezTo>
                  <a:pt x="713014" y="440872"/>
                  <a:pt x="710984" y="458770"/>
                  <a:pt x="702129" y="473529"/>
                </a:cubicBezTo>
                <a:cubicBezTo>
                  <a:pt x="694208" y="486730"/>
                  <a:pt x="678708" y="493870"/>
                  <a:pt x="669471" y="506186"/>
                </a:cubicBezTo>
                <a:cubicBezTo>
                  <a:pt x="662169" y="515922"/>
                  <a:pt x="658586" y="527957"/>
                  <a:pt x="653143" y="538843"/>
                </a:cubicBezTo>
                <a:lnTo>
                  <a:pt x="685800" y="457200"/>
                </a:lnTo>
                <a:lnTo>
                  <a:pt x="685800" y="457200"/>
                </a:lnTo>
              </a:path>
            </a:pathLst>
          </a:custGeom>
          <a:solidFill>
            <a:srgbClr val="F0F4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Short_fake-rogers-cheap-internet-scam-call_LbcQMXd2.mp3">
            <a:hlinkClick r:id="" action="ppaction://media"/>
            <a:extLst>
              <a:ext uri="{FF2B5EF4-FFF2-40B4-BE49-F238E27FC236}">
                <a16:creationId xmlns:a16="http://schemas.microsoft.com/office/drawing/2014/main" id="{4ABE5AC2-B836-9737-5744-89E0912C38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 y="16329"/>
            <a:ext cx="812800" cy="812800"/>
          </a:xfrm>
          <a:prstGeom prst="rect">
            <a:avLst/>
          </a:prstGeom>
        </p:spPr>
      </p:pic>
      <p:pic>
        <p:nvPicPr>
          <p:cNvPr id="9" name="Picture 8">
            <a:extLst>
              <a:ext uri="{FF2B5EF4-FFF2-40B4-BE49-F238E27FC236}">
                <a16:creationId xmlns:a16="http://schemas.microsoft.com/office/drawing/2014/main" id="{0751D5A6-A45D-86D3-99EC-96AC440557CE}"/>
              </a:ext>
            </a:extLst>
          </p:cNvPr>
          <p:cNvPicPr>
            <a:picLocks noChangeAspect="1"/>
          </p:cNvPicPr>
          <p:nvPr/>
        </p:nvPicPr>
        <p:blipFill>
          <a:blip r:embed="rId7">
            <a:duotone>
              <a:prstClr val="black"/>
              <a:srgbClr val="F0F4F5">
                <a:tint val="45000"/>
                <a:satMod val="400000"/>
              </a:srgbClr>
            </a:duotone>
            <a:extLst>
              <a:ext uri="{28A0092B-C50C-407E-A947-70E740481C1C}">
                <a14:useLocalDpi xmlns:a14="http://schemas.microsoft.com/office/drawing/2010/main" val="0"/>
              </a:ext>
            </a:extLst>
          </a:blip>
          <a:stretch>
            <a:fillRect/>
          </a:stretch>
        </p:blipFill>
        <p:spPr>
          <a:xfrm>
            <a:off x="3543300" y="3332397"/>
            <a:ext cx="7913058" cy="2581083"/>
          </a:xfrm>
          <a:prstGeom prst="rect">
            <a:avLst/>
          </a:prstGeom>
        </p:spPr>
      </p:pic>
      <p:pic>
        <p:nvPicPr>
          <p:cNvPr id="11" name="Picture 10">
            <a:extLst>
              <a:ext uri="{FF2B5EF4-FFF2-40B4-BE49-F238E27FC236}">
                <a16:creationId xmlns:a16="http://schemas.microsoft.com/office/drawing/2014/main" id="{0A1ED592-C722-07FF-7E63-9C4831B788CF}"/>
              </a:ext>
            </a:extLst>
          </p:cNvPr>
          <p:cNvPicPr>
            <a:picLocks noChangeAspect="1"/>
          </p:cNvPicPr>
          <p:nvPr/>
        </p:nvPicPr>
        <p:blipFill>
          <a:blip r:embed="rId8">
            <a:duotone>
              <a:prstClr val="black"/>
              <a:srgbClr val="F0F4F5">
                <a:tint val="45000"/>
                <a:satMod val="400000"/>
              </a:srgbClr>
            </a:duotone>
            <a:extLst>
              <a:ext uri="{28A0092B-C50C-407E-A947-70E740481C1C}">
                <a14:useLocalDpi xmlns:a14="http://schemas.microsoft.com/office/drawing/2010/main" val="0"/>
              </a:ext>
            </a:extLst>
          </a:blip>
          <a:stretch>
            <a:fillRect/>
          </a:stretch>
        </p:blipFill>
        <p:spPr>
          <a:xfrm>
            <a:off x="4970898" y="6375654"/>
            <a:ext cx="7180943" cy="1818350"/>
          </a:xfrm>
          <a:prstGeom prst="rect">
            <a:avLst/>
          </a:prstGeom>
        </p:spPr>
      </p:pic>
      <p:pic>
        <p:nvPicPr>
          <p:cNvPr id="13" name="Picture 12">
            <a:extLst>
              <a:ext uri="{FF2B5EF4-FFF2-40B4-BE49-F238E27FC236}">
                <a16:creationId xmlns:a16="http://schemas.microsoft.com/office/drawing/2014/main" id="{CBD79EA8-E577-BE64-AA66-FC8F1E7E6317}"/>
              </a:ext>
            </a:extLst>
          </p:cNvPr>
          <p:cNvPicPr>
            <a:picLocks noChangeAspect="1"/>
          </p:cNvPicPr>
          <p:nvPr/>
        </p:nvPicPr>
        <p:blipFill>
          <a:blip r:embed="rId9">
            <a:alphaModFix/>
            <a:duotone>
              <a:prstClr val="black"/>
              <a:srgbClr val="F0F4F5">
                <a:tint val="45000"/>
                <a:satMod val="400000"/>
              </a:srgbClr>
            </a:duotone>
            <a:extLst>
              <a:ext uri="{28A0092B-C50C-407E-A947-70E740481C1C}">
                <a14:useLocalDpi xmlns:a14="http://schemas.microsoft.com/office/drawing/2010/main" val="0"/>
              </a:ext>
            </a:extLst>
          </a:blip>
          <a:stretch>
            <a:fillRect/>
          </a:stretch>
        </p:blipFill>
        <p:spPr>
          <a:xfrm>
            <a:off x="4410040" y="32657"/>
            <a:ext cx="8302660" cy="2862576"/>
          </a:xfrm>
          <a:prstGeom prst="rect">
            <a:avLst/>
          </a:prstGeom>
        </p:spPr>
      </p:pic>
    </p:spTree>
    <p:extLst>
      <p:ext uri="{BB962C8B-B14F-4D97-AF65-F5344CB8AC3E}">
        <p14:creationId xmlns:p14="http://schemas.microsoft.com/office/powerpoint/2010/main" val="193671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666"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7CEF5-D0B4-1A49-65A9-0FB18F6C3D4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C5F8F0F-EAED-BF5A-4AD5-7D73EB5DC78F}"/>
              </a:ext>
            </a:extLst>
          </p:cNvPr>
          <p:cNvPicPr>
            <a:picLocks noChangeAspect="1"/>
          </p:cNvPicPr>
          <p:nvPr/>
        </p:nvPicPr>
        <p:blipFill>
          <a:blip r:embed="rId3"/>
          <a:stretch>
            <a:fillRect/>
          </a:stretch>
        </p:blipFill>
        <p:spPr>
          <a:xfrm>
            <a:off x="34471" y="16329"/>
            <a:ext cx="16392606" cy="9144000"/>
          </a:xfrm>
          <a:prstGeom prst="rect">
            <a:avLst/>
          </a:prstGeom>
        </p:spPr>
      </p:pic>
      <p:sp>
        <p:nvSpPr>
          <p:cNvPr id="4" name="TextBox 3">
            <a:extLst>
              <a:ext uri="{FF2B5EF4-FFF2-40B4-BE49-F238E27FC236}">
                <a16:creationId xmlns:a16="http://schemas.microsoft.com/office/drawing/2014/main" id="{459FE9FB-5B7F-44A3-0760-DC47EFC5E08C}"/>
              </a:ext>
            </a:extLst>
          </p:cNvPr>
          <p:cNvSpPr txBox="1"/>
          <p:nvPr/>
        </p:nvSpPr>
        <p:spPr>
          <a:xfrm>
            <a:off x="15126234" y="8790997"/>
            <a:ext cx="1270000" cy="369332"/>
          </a:xfrm>
          <a:prstGeom prst="rect">
            <a:avLst/>
          </a:prstGeom>
          <a:solidFill>
            <a:srgbClr val="D0DADC"/>
          </a:solidFill>
        </p:spPr>
        <p:txBody>
          <a:bodyPr wrap="square" rtlCol="0">
            <a:spAutoFit/>
          </a:bodyPr>
          <a:lstStyle/>
          <a:p>
            <a:endParaRPr lang="en-US" dirty="0"/>
          </a:p>
        </p:txBody>
      </p:sp>
      <p:sp>
        <p:nvSpPr>
          <p:cNvPr id="5" name="TextBox 4">
            <a:extLst>
              <a:ext uri="{FF2B5EF4-FFF2-40B4-BE49-F238E27FC236}">
                <a16:creationId xmlns:a16="http://schemas.microsoft.com/office/drawing/2014/main" id="{AE5097A2-2EEF-7826-AEFC-E04A9FFB0DB8}"/>
              </a:ext>
            </a:extLst>
          </p:cNvPr>
          <p:cNvSpPr txBox="1"/>
          <p:nvPr/>
        </p:nvSpPr>
        <p:spPr>
          <a:xfrm>
            <a:off x="5308600" y="8458200"/>
            <a:ext cx="5562600" cy="533400"/>
          </a:xfrm>
          <a:prstGeom prst="rect">
            <a:avLst/>
          </a:prstGeom>
          <a:solidFill>
            <a:srgbClr val="F0F4F5"/>
          </a:solidFill>
        </p:spPr>
        <p:txBody>
          <a:bodyPr wrap="square" rtlCol="0">
            <a:spAutoFit/>
          </a:bodyPr>
          <a:lstStyle/>
          <a:p>
            <a:endParaRPr lang="en-US" dirty="0"/>
          </a:p>
        </p:txBody>
      </p:sp>
      <p:sp>
        <p:nvSpPr>
          <p:cNvPr id="6" name="TextBox 5">
            <a:extLst>
              <a:ext uri="{FF2B5EF4-FFF2-40B4-BE49-F238E27FC236}">
                <a16:creationId xmlns:a16="http://schemas.microsoft.com/office/drawing/2014/main" id="{A05830DA-D776-2DEB-E6A8-13A5271E7262}"/>
              </a:ext>
            </a:extLst>
          </p:cNvPr>
          <p:cNvSpPr txBox="1"/>
          <p:nvPr/>
        </p:nvSpPr>
        <p:spPr>
          <a:xfrm>
            <a:off x="4394200" y="4876800"/>
            <a:ext cx="5791200" cy="461665"/>
          </a:xfrm>
          <a:prstGeom prst="rect">
            <a:avLst/>
          </a:prstGeom>
          <a:noFill/>
        </p:spPr>
        <p:txBody>
          <a:bodyPr wrap="square" rtlCol="0">
            <a:spAutoFit/>
          </a:bodyPr>
          <a:lstStyle/>
          <a:p>
            <a:r>
              <a:rPr lang="en-US" sz="2400" b="1" spc="20" dirty="0">
                <a:latin typeface="Aptos Display" panose="020B0004020202020204" pitchFamily="34" charset="0"/>
              </a:rPr>
              <a:t>By Yue Deng et. al.</a:t>
            </a:r>
          </a:p>
        </p:txBody>
      </p:sp>
      <p:sp>
        <p:nvSpPr>
          <p:cNvPr id="7" name="TextBox 6">
            <a:extLst>
              <a:ext uri="{FF2B5EF4-FFF2-40B4-BE49-F238E27FC236}">
                <a16:creationId xmlns:a16="http://schemas.microsoft.com/office/drawing/2014/main" id="{12900E83-721C-CF67-5EA4-53D8ED735016}"/>
              </a:ext>
            </a:extLst>
          </p:cNvPr>
          <p:cNvSpPr txBox="1"/>
          <p:nvPr/>
        </p:nvSpPr>
        <p:spPr>
          <a:xfrm>
            <a:off x="4614636" y="8225526"/>
            <a:ext cx="5791200" cy="830997"/>
          </a:xfrm>
          <a:prstGeom prst="rect">
            <a:avLst/>
          </a:prstGeom>
          <a:noFill/>
        </p:spPr>
        <p:txBody>
          <a:bodyPr wrap="square" rtlCol="0">
            <a:spAutoFit/>
          </a:bodyPr>
          <a:lstStyle/>
          <a:p>
            <a:r>
              <a:rPr lang="en-US" sz="2400" spc="20" dirty="0">
                <a:latin typeface="Aptos Display" panose="020B0004020202020204" pitchFamily="34" charset="0"/>
              </a:rPr>
              <a:t>Presented by</a:t>
            </a:r>
          </a:p>
          <a:p>
            <a:r>
              <a:rPr lang="en-US" sz="2400" b="1" spc="20" dirty="0">
                <a:latin typeface="Aptos Display" panose="020B0004020202020204" pitchFamily="34" charset="0"/>
              </a:rPr>
              <a:t>Refat Ishrak Hemel</a:t>
            </a:r>
          </a:p>
        </p:txBody>
      </p:sp>
      <p:sp>
        <p:nvSpPr>
          <p:cNvPr id="9" name="Slide Number Placeholder 8">
            <a:extLst>
              <a:ext uri="{FF2B5EF4-FFF2-40B4-BE49-F238E27FC236}">
                <a16:creationId xmlns:a16="http://schemas.microsoft.com/office/drawing/2014/main" id="{93E6A756-BF62-F483-E999-2D7353293020}"/>
              </a:ext>
            </a:extLst>
          </p:cNvPr>
          <p:cNvSpPr>
            <a:spLocks noGrp="1"/>
          </p:cNvSpPr>
          <p:nvPr>
            <p:ph type="sldNum" sz="quarter" idx="12"/>
          </p:nvPr>
        </p:nvSpPr>
        <p:spPr>
          <a:xfrm>
            <a:off x="14262634" y="8759825"/>
            <a:ext cx="2133600" cy="365125"/>
          </a:xfrm>
        </p:spPr>
        <p:txBody>
          <a:bodyPr/>
          <a:lstStyle/>
          <a:p>
            <a:fld id="{B6F15528-21DE-4FAA-801E-634DDDAF4B2B}" type="slidenum">
              <a:rPr lang="en-US" sz="2000" b="1" smtClean="0"/>
              <a:pPr/>
              <a:t>2</a:t>
            </a:fld>
            <a:endParaRPr lang="en-US" sz="2000" b="1" dirty="0"/>
          </a:p>
        </p:txBody>
      </p:sp>
    </p:spTree>
    <p:extLst>
      <p:ext uri="{BB962C8B-B14F-4D97-AF65-F5344CB8AC3E}">
        <p14:creationId xmlns:p14="http://schemas.microsoft.com/office/powerpoint/2010/main" val="473032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TextBox 2">
            <a:extLst>
              <a:ext uri="{FF2B5EF4-FFF2-40B4-BE49-F238E27FC236}">
                <a16:creationId xmlns:a16="http://schemas.microsoft.com/office/drawing/2014/main" id="{75B2EC48-7747-5C2F-7249-3706052314B2}"/>
              </a:ext>
            </a:extLst>
          </p:cNvPr>
          <p:cNvSpPr txBox="1"/>
          <p:nvPr/>
        </p:nvSpPr>
        <p:spPr>
          <a:xfrm>
            <a:off x="14757400" y="8763000"/>
            <a:ext cx="1498600" cy="381000"/>
          </a:xfrm>
          <a:prstGeom prst="rect">
            <a:avLst/>
          </a:prstGeom>
          <a:solidFill>
            <a:srgbClr val="F7FBFC"/>
          </a:solidFill>
        </p:spPr>
        <p:txBody>
          <a:bodyPr wrap="square" rtlCol="0">
            <a:spAutoFit/>
          </a:bodyPr>
          <a:lstStyle/>
          <a:p>
            <a:endParaRPr lang="en-US" dirty="0"/>
          </a:p>
        </p:txBody>
      </p:sp>
      <p:sp>
        <p:nvSpPr>
          <p:cNvPr id="5" name="Slide Number Placeholder 4">
            <a:extLst>
              <a:ext uri="{FF2B5EF4-FFF2-40B4-BE49-F238E27FC236}">
                <a16:creationId xmlns:a16="http://schemas.microsoft.com/office/drawing/2014/main" id="{56F39832-083F-EB21-DE17-4240177F2643}"/>
              </a:ext>
            </a:extLst>
          </p:cNvPr>
          <p:cNvSpPr>
            <a:spLocks noGrp="1"/>
          </p:cNvSpPr>
          <p:nvPr>
            <p:ph type="sldNum" sz="quarter" idx="12"/>
          </p:nvPr>
        </p:nvSpPr>
        <p:spPr>
          <a:xfrm>
            <a:off x="14116050" y="8740775"/>
            <a:ext cx="2133600" cy="365125"/>
          </a:xfrm>
        </p:spPr>
        <p:txBody>
          <a:bodyPr/>
          <a:lstStyle/>
          <a:p>
            <a:fld id="{B6F15528-21DE-4FAA-801E-634DDDAF4B2B}" type="slidenum">
              <a:rPr lang="en-US" sz="2000" b="1" smtClean="0"/>
              <a:pPr/>
              <a:t>3</a:t>
            </a:fld>
            <a:endParaRPr lang="en-US"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68303" y="0"/>
            <a:ext cx="16392606" cy="9144000"/>
          </a:xfrm>
          <a:prstGeom prst="rect">
            <a:avLst/>
          </a:prstGeom>
          <a:solidFill>
            <a:srgbClr val="EBF1DE"/>
          </a:solidFill>
        </p:spPr>
      </p:pic>
      <p:sp>
        <p:nvSpPr>
          <p:cNvPr id="3" name="TextBox 2">
            <a:extLst>
              <a:ext uri="{FF2B5EF4-FFF2-40B4-BE49-F238E27FC236}">
                <a16:creationId xmlns:a16="http://schemas.microsoft.com/office/drawing/2014/main" id="{38174E8E-856E-B2E9-8DF9-710E8A9D87CD}"/>
              </a:ext>
            </a:extLst>
          </p:cNvPr>
          <p:cNvSpPr txBox="1"/>
          <p:nvPr/>
        </p:nvSpPr>
        <p:spPr>
          <a:xfrm>
            <a:off x="14986000" y="8763000"/>
            <a:ext cx="1338303" cy="381000"/>
          </a:xfrm>
          <a:prstGeom prst="rect">
            <a:avLst/>
          </a:prstGeom>
          <a:solidFill>
            <a:srgbClr val="7CA48A"/>
          </a:solidFill>
        </p:spPr>
        <p:txBody>
          <a:bodyPr wrap="square" rtlCol="0">
            <a:spAutoFit/>
          </a:bodyPr>
          <a:lstStyle/>
          <a:p>
            <a:endParaRPr lang="en-US" dirty="0"/>
          </a:p>
        </p:txBody>
      </p:sp>
      <p:sp>
        <p:nvSpPr>
          <p:cNvPr id="5" name="Slide Number Placeholder 4">
            <a:extLst>
              <a:ext uri="{FF2B5EF4-FFF2-40B4-BE49-F238E27FC236}">
                <a16:creationId xmlns:a16="http://schemas.microsoft.com/office/drawing/2014/main" id="{E2E9B35D-8B81-9C54-E003-296564FE842D}"/>
              </a:ext>
            </a:extLst>
          </p:cNvPr>
          <p:cNvSpPr>
            <a:spLocks noGrp="1"/>
          </p:cNvSpPr>
          <p:nvPr>
            <p:ph type="sldNum" sz="quarter" idx="12"/>
          </p:nvPr>
        </p:nvSpPr>
        <p:spPr>
          <a:xfrm>
            <a:off x="14122400" y="8607425"/>
            <a:ext cx="2133600" cy="536575"/>
          </a:xfrm>
        </p:spPr>
        <p:txBody>
          <a:bodyPr/>
          <a:lstStyle/>
          <a:p>
            <a:fld id="{B6F15528-21DE-4FAA-801E-634DDDAF4B2B}" type="slidenum">
              <a:rPr lang="en-US" sz="2000" b="1" smtClean="0">
                <a:solidFill>
                  <a:schemeClr val="bg1"/>
                </a:solidFill>
              </a:rPr>
              <a:pPr/>
              <a:t>4</a:t>
            </a:fld>
            <a:endParaRPr lang="en-US" sz="20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TextBox 2">
            <a:extLst>
              <a:ext uri="{FF2B5EF4-FFF2-40B4-BE49-F238E27FC236}">
                <a16:creationId xmlns:a16="http://schemas.microsoft.com/office/drawing/2014/main" id="{CEB3CDCC-20C8-314F-4414-50BCCB7471C2}"/>
              </a:ext>
            </a:extLst>
          </p:cNvPr>
          <p:cNvSpPr txBox="1"/>
          <p:nvPr/>
        </p:nvSpPr>
        <p:spPr>
          <a:xfrm>
            <a:off x="14909800" y="8763000"/>
            <a:ext cx="1346200" cy="369332"/>
          </a:xfrm>
          <a:prstGeom prst="rect">
            <a:avLst/>
          </a:prstGeom>
          <a:solidFill>
            <a:srgbClr val="FFFFFF"/>
          </a:solidFill>
        </p:spPr>
        <p:txBody>
          <a:bodyPr wrap="square" rtlCol="0">
            <a:spAutoFit/>
          </a:bodyPr>
          <a:lstStyle/>
          <a:p>
            <a:endParaRPr lang="en-US" dirty="0"/>
          </a:p>
        </p:txBody>
      </p:sp>
      <p:sp>
        <p:nvSpPr>
          <p:cNvPr id="5" name="TextBox 4">
            <a:extLst>
              <a:ext uri="{FF2B5EF4-FFF2-40B4-BE49-F238E27FC236}">
                <a16:creationId xmlns:a16="http://schemas.microsoft.com/office/drawing/2014/main" id="{A2DCDA47-C64B-DB56-EC83-9DFF9D63DAF1}"/>
              </a:ext>
            </a:extLst>
          </p:cNvPr>
          <p:cNvSpPr txBox="1"/>
          <p:nvPr/>
        </p:nvSpPr>
        <p:spPr>
          <a:xfrm>
            <a:off x="584200" y="7696200"/>
            <a:ext cx="4495800" cy="838200"/>
          </a:xfrm>
          <a:prstGeom prst="rect">
            <a:avLst/>
          </a:prstGeom>
          <a:solidFill>
            <a:srgbClr val="EDEDED"/>
          </a:solidFill>
        </p:spPr>
        <p:txBody>
          <a:bodyPr wrap="square" rtlCol="0">
            <a:spAutoFit/>
          </a:bodyPr>
          <a:lstStyle/>
          <a:p>
            <a:endParaRPr lang="en-US" dirty="0"/>
          </a:p>
        </p:txBody>
      </p:sp>
      <p:sp>
        <p:nvSpPr>
          <p:cNvPr id="4" name="TextBox 3">
            <a:extLst>
              <a:ext uri="{FF2B5EF4-FFF2-40B4-BE49-F238E27FC236}">
                <a16:creationId xmlns:a16="http://schemas.microsoft.com/office/drawing/2014/main" id="{11AD32F6-36EB-1C9F-3E8A-F019A7291AC1}"/>
              </a:ext>
            </a:extLst>
          </p:cNvPr>
          <p:cNvSpPr txBox="1"/>
          <p:nvPr/>
        </p:nvSpPr>
        <p:spPr>
          <a:xfrm>
            <a:off x="660400" y="7635954"/>
            <a:ext cx="4343400" cy="1138773"/>
          </a:xfrm>
          <a:prstGeom prst="rect">
            <a:avLst/>
          </a:prstGeom>
          <a:noFill/>
        </p:spPr>
        <p:txBody>
          <a:bodyPr wrap="square" rtlCol="0">
            <a:spAutoFit/>
          </a:bodyPr>
          <a:lstStyle/>
          <a:p>
            <a:r>
              <a:rPr lang="en-CA" sz="2400" b="1" dirty="0">
                <a:latin typeface="Aptos Display" panose="020B0004020202020204" pitchFamily="34" charset="0"/>
              </a:rPr>
              <a:t>Action: </a:t>
            </a:r>
            <a:r>
              <a:rPr lang="en-CA" sz="2200" dirty="0">
                <a:latin typeface="Aptos Display" panose="020B0004020202020204" pitchFamily="34" charset="0"/>
              </a:rPr>
              <a:t>Directly chats with an LLM-scammer attempting to execute fraud tactics in real time.</a:t>
            </a:r>
            <a:endParaRPr lang="en-US" sz="2200" dirty="0">
              <a:latin typeface="Aptos Display" panose="020B0004020202020204" pitchFamily="34" charset="0"/>
            </a:endParaRPr>
          </a:p>
        </p:txBody>
      </p:sp>
      <p:sp>
        <p:nvSpPr>
          <p:cNvPr id="9" name="TextBox 8">
            <a:extLst>
              <a:ext uri="{FF2B5EF4-FFF2-40B4-BE49-F238E27FC236}">
                <a16:creationId xmlns:a16="http://schemas.microsoft.com/office/drawing/2014/main" id="{63698918-5628-8E8F-0214-327342805923}"/>
              </a:ext>
            </a:extLst>
          </p:cNvPr>
          <p:cNvSpPr txBox="1"/>
          <p:nvPr/>
        </p:nvSpPr>
        <p:spPr>
          <a:xfrm>
            <a:off x="5918200" y="7696200"/>
            <a:ext cx="4343400" cy="838200"/>
          </a:xfrm>
          <a:prstGeom prst="rect">
            <a:avLst/>
          </a:prstGeom>
          <a:solidFill>
            <a:srgbClr val="E2F5E1"/>
          </a:solidFill>
        </p:spPr>
        <p:txBody>
          <a:bodyPr wrap="square" rtlCol="0">
            <a:spAutoFit/>
          </a:bodyPr>
          <a:lstStyle/>
          <a:p>
            <a:endParaRPr lang="en-US" dirty="0"/>
          </a:p>
        </p:txBody>
      </p:sp>
      <p:sp>
        <p:nvSpPr>
          <p:cNvPr id="8" name="TextBox 7">
            <a:extLst>
              <a:ext uri="{FF2B5EF4-FFF2-40B4-BE49-F238E27FC236}">
                <a16:creationId xmlns:a16="http://schemas.microsoft.com/office/drawing/2014/main" id="{FCC3A5FF-A361-69B7-C2A9-064E3DE73F1C}"/>
              </a:ext>
            </a:extLst>
          </p:cNvPr>
          <p:cNvSpPr txBox="1"/>
          <p:nvPr/>
        </p:nvSpPr>
        <p:spPr>
          <a:xfrm>
            <a:off x="5842000" y="7605177"/>
            <a:ext cx="4724400" cy="1138773"/>
          </a:xfrm>
          <a:prstGeom prst="rect">
            <a:avLst/>
          </a:prstGeom>
          <a:noFill/>
        </p:spPr>
        <p:txBody>
          <a:bodyPr wrap="square">
            <a:spAutoFit/>
          </a:bodyPr>
          <a:lstStyle/>
          <a:p>
            <a:r>
              <a:rPr lang="en-CA" sz="2400" b="1" i="0" dirty="0">
                <a:solidFill>
                  <a:schemeClr val="tx1"/>
                </a:solidFill>
                <a:effectLst/>
                <a:latin typeface="Aptos Display" panose="020B0004020202020204" pitchFamily="34" charset="0"/>
              </a:rPr>
              <a:t>Action: </a:t>
            </a:r>
            <a:r>
              <a:rPr lang="en-CA" sz="2200" b="0" i="0" dirty="0">
                <a:solidFill>
                  <a:schemeClr val="tx1"/>
                </a:solidFill>
                <a:effectLst/>
                <a:latin typeface="Aptos Display" panose="020B0004020202020204" pitchFamily="34" charset="0"/>
              </a:rPr>
              <a:t>Guides and persuades an LLM-victim asking for advice to keep them from being deceived.</a:t>
            </a:r>
            <a:endParaRPr lang="en-US" sz="2200" dirty="0">
              <a:latin typeface="Aptos Display" panose="020B0004020202020204" pitchFamily="34" charset="0"/>
            </a:endParaRPr>
          </a:p>
        </p:txBody>
      </p:sp>
      <p:sp>
        <p:nvSpPr>
          <p:cNvPr id="11" name="Slide Number Placeholder 10">
            <a:extLst>
              <a:ext uri="{FF2B5EF4-FFF2-40B4-BE49-F238E27FC236}">
                <a16:creationId xmlns:a16="http://schemas.microsoft.com/office/drawing/2014/main" id="{811B3C17-FAC4-6F7B-4D52-5686B374C199}"/>
              </a:ext>
            </a:extLst>
          </p:cNvPr>
          <p:cNvSpPr>
            <a:spLocks noGrp="1"/>
          </p:cNvSpPr>
          <p:nvPr>
            <p:ph type="sldNum" sz="quarter" idx="12"/>
          </p:nvPr>
        </p:nvSpPr>
        <p:spPr>
          <a:xfrm>
            <a:off x="14122400" y="8740775"/>
            <a:ext cx="2133600" cy="365125"/>
          </a:xfrm>
        </p:spPr>
        <p:txBody>
          <a:bodyPr/>
          <a:lstStyle/>
          <a:p>
            <a:fld id="{B6F15528-21DE-4FAA-801E-634DDDAF4B2B}" type="slidenum">
              <a:rPr lang="en-US" sz="2000" b="1" smtClean="0">
                <a:solidFill>
                  <a:schemeClr val="tx1"/>
                </a:solidFill>
              </a:rPr>
              <a:pPr/>
              <a:t>5</a:t>
            </a:fld>
            <a:endParaRPr lang="en-US" sz="2000"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68303" y="0"/>
            <a:ext cx="16392606" cy="9144000"/>
          </a:xfrm>
          <a:prstGeom prst="rect">
            <a:avLst/>
          </a:prstGeom>
        </p:spPr>
      </p:pic>
      <p:sp>
        <p:nvSpPr>
          <p:cNvPr id="3" name="TextBox 2">
            <a:extLst>
              <a:ext uri="{FF2B5EF4-FFF2-40B4-BE49-F238E27FC236}">
                <a16:creationId xmlns:a16="http://schemas.microsoft.com/office/drawing/2014/main" id="{6F1F5B8A-A9F2-6944-E22A-6B1CC8B9F5EC}"/>
              </a:ext>
            </a:extLst>
          </p:cNvPr>
          <p:cNvSpPr txBox="1"/>
          <p:nvPr/>
        </p:nvSpPr>
        <p:spPr>
          <a:xfrm>
            <a:off x="14909800" y="8686800"/>
            <a:ext cx="1346200" cy="419100"/>
          </a:xfrm>
          <a:prstGeom prst="rect">
            <a:avLst/>
          </a:prstGeom>
          <a:solidFill>
            <a:srgbClr val="EAF2EA"/>
          </a:solidFill>
        </p:spPr>
        <p:txBody>
          <a:bodyPr wrap="square" rtlCol="0">
            <a:spAutoFit/>
          </a:bodyPr>
          <a:lstStyle/>
          <a:p>
            <a:endParaRPr lang="en-US" dirty="0"/>
          </a:p>
        </p:txBody>
      </p:sp>
      <p:sp>
        <p:nvSpPr>
          <p:cNvPr id="5" name="Slide Number Placeholder 4">
            <a:extLst>
              <a:ext uri="{FF2B5EF4-FFF2-40B4-BE49-F238E27FC236}">
                <a16:creationId xmlns:a16="http://schemas.microsoft.com/office/drawing/2014/main" id="{24AEF99E-B05E-D969-718C-9C16AA009556}"/>
              </a:ext>
            </a:extLst>
          </p:cNvPr>
          <p:cNvSpPr>
            <a:spLocks noGrp="1"/>
          </p:cNvSpPr>
          <p:nvPr>
            <p:ph type="sldNum" sz="quarter" idx="12"/>
          </p:nvPr>
        </p:nvSpPr>
        <p:spPr>
          <a:xfrm>
            <a:off x="14122400" y="8577263"/>
            <a:ext cx="2133600" cy="528637"/>
          </a:xfrm>
        </p:spPr>
        <p:txBody>
          <a:bodyPr/>
          <a:lstStyle/>
          <a:p>
            <a:fld id="{B6F15528-21DE-4FAA-801E-634DDDAF4B2B}" type="slidenum">
              <a:rPr lang="en-US" sz="2000" b="1" smtClean="0"/>
              <a:pPr/>
              <a:t>6</a:t>
            </a:fld>
            <a:endParaRPr lang="en-US" sz="20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68303" y="0"/>
            <a:ext cx="16392606" cy="9144000"/>
          </a:xfrm>
          <a:prstGeom prst="rect">
            <a:avLst/>
          </a:prstGeom>
        </p:spPr>
      </p:pic>
      <p:sp>
        <p:nvSpPr>
          <p:cNvPr id="3" name="TextBox 2">
            <a:extLst>
              <a:ext uri="{FF2B5EF4-FFF2-40B4-BE49-F238E27FC236}">
                <a16:creationId xmlns:a16="http://schemas.microsoft.com/office/drawing/2014/main" id="{A64323D4-D719-8C96-76FD-28F87036908F}"/>
              </a:ext>
            </a:extLst>
          </p:cNvPr>
          <p:cNvSpPr txBox="1"/>
          <p:nvPr/>
        </p:nvSpPr>
        <p:spPr>
          <a:xfrm>
            <a:off x="14986000" y="8610600"/>
            <a:ext cx="1338303" cy="533400"/>
          </a:xfrm>
          <a:prstGeom prst="rect">
            <a:avLst/>
          </a:prstGeom>
          <a:solidFill>
            <a:srgbClr val="ECEFF5"/>
          </a:solidFill>
        </p:spPr>
        <p:txBody>
          <a:bodyPr wrap="square" rtlCol="0">
            <a:spAutoFit/>
          </a:bodyPr>
          <a:lstStyle/>
          <a:p>
            <a:endParaRPr lang="en-US" dirty="0"/>
          </a:p>
        </p:txBody>
      </p:sp>
      <p:sp>
        <p:nvSpPr>
          <p:cNvPr id="5" name="Slide Number Placeholder 4">
            <a:extLst>
              <a:ext uri="{FF2B5EF4-FFF2-40B4-BE49-F238E27FC236}">
                <a16:creationId xmlns:a16="http://schemas.microsoft.com/office/drawing/2014/main" id="{FA5A4C99-ABB1-D6BB-D014-1817D0CF98B9}"/>
              </a:ext>
            </a:extLst>
          </p:cNvPr>
          <p:cNvSpPr>
            <a:spLocks noGrp="1"/>
          </p:cNvSpPr>
          <p:nvPr>
            <p:ph type="sldNum" sz="quarter" idx="12"/>
          </p:nvPr>
        </p:nvSpPr>
        <p:spPr>
          <a:xfrm>
            <a:off x="14122400" y="8694737"/>
            <a:ext cx="2133600" cy="365125"/>
          </a:xfrm>
        </p:spPr>
        <p:txBody>
          <a:bodyPr/>
          <a:lstStyle/>
          <a:p>
            <a:fld id="{B6F15528-21DE-4FAA-801E-634DDDAF4B2B}" type="slidenum">
              <a:rPr lang="en-US" sz="2000" b="1" smtClean="0"/>
              <a:pPr/>
              <a:t>7</a:t>
            </a:fld>
            <a:endParaRPr lang="en-US" sz="2000" b="1" dirty="0"/>
          </a:p>
        </p:txBody>
      </p:sp>
      <p:graphicFrame>
        <p:nvGraphicFramePr>
          <p:cNvPr id="10" name="Diagram 9">
            <a:extLst>
              <a:ext uri="{FF2B5EF4-FFF2-40B4-BE49-F238E27FC236}">
                <a16:creationId xmlns:a16="http://schemas.microsoft.com/office/drawing/2014/main" id="{E64D57C2-C0E7-EF02-ABEA-E6C6B63EEECB}"/>
              </a:ext>
            </a:extLst>
          </p:cNvPr>
          <p:cNvGraphicFramePr/>
          <p:nvPr>
            <p:extLst>
              <p:ext uri="{D42A27DB-BD31-4B8C-83A1-F6EECF244321}">
                <p14:modId xmlns:p14="http://schemas.microsoft.com/office/powerpoint/2010/main" val="3968348885"/>
              </p:ext>
            </p:extLst>
          </p:nvPr>
        </p:nvGraphicFramePr>
        <p:xfrm>
          <a:off x="965200" y="2133600"/>
          <a:ext cx="9220200" cy="12003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57150"/>
            <a:ext cx="16256000" cy="9067800"/>
          </a:xfrm>
          <a:prstGeom prst="rect">
            <a:avLst/>
          </a:prstGeom>
        </p:spPr>
      </p:pic>
      <p:sp>
        <p:nvSpPr>
          <p:cNvPr id="3" name="TextBox 2">
            <a:extLst>
              <a:ext uri="{FF2B5EF4-FFF2-40B4-BE49-F238E27FC236}">
                <a16:creationId xmlns:a16="http://schemas.microsoft.com/office/drawing/2014/main" id="{5BBEC8AA-B47D-D286-9194-650E25F86779}"/>
              </a:ext>
            </a:extLst>
          </p:cNvPr>
          <p:cNvSpPr txBox="1"/>
          <p:nvPr/>
        </p:nvSpPr>
        <p:spPr>
          <a:xfrm>
            <a:off x="8737600" y="3200400"/>
            <a:ext cx="990600" cy="584775"/>
          </a:xfrm>
          <a:prstGeom prst="rect">
            <a:avLst/>
          </a:prstGeom>
          <a:solidFill>
            <a:srgbClr val="71AC7E"/>
          </a:solidFill>
        </p:spPr>
        <p:txBody>
          <a:bodyPr wrap="square" rtlCol="0">
            <a:spAutoFit/>
          </a:bodyPr>
          <a:lstStyle/>
          <a:p>
            <a:r>
              <a:rPr lang="en-US" sz="3200" dirty="0">
                <a:solidFill>
                  <a:schemeClr val="bg1"/>
                </a:solidFill>
              </a:rPr>
              <a:t>85%</a:t>
            </a:r>
          </a:p>
        </p:txBody>
      </p:sp>
      <p:sp>
        <p:nvSpPr>
          <p:cNvPr id="4" name="TextBox 3">
            <a:extLst>
              <a:ext uri="{FF2B5EF4-FFF2-40B4-BE49-F238E27FC236}">
                <a16:creationId xmlns:a16="http://schemas.microsoft.com/office/drawing/2014/main" id="{70BEAC71-C64A-C7FC-479E-438502FC06E9}"/>
              </a:ext>
            </a:extLst>
          </p:cNvPr>
          <p:cNvSpPr txBox="1"/>
          <p:nvPr/>
        </p:nvSpPr>
        <p:spPr>
          <a:xfrm>
            <a:off x="8280400" y="4343400"/>
            <a:ext cx="990600" cy="584775"/>
          </a:xfrm>
          <a:prstGeom prst="rect">
            <a:avLst/>
          </a:prstGeom>
          <a:solidFill>
            <a:srgbClr val="CED2D1"/>
          </a:solidFill>
        </p:spPr>
        <p:txBody>
          <a:bodyPr wrap="square" rtlCol="0">
            <a:spAutoFit/>
          </a:bodyPr>
          <a:lstStyle/>
          <a:p>
            <a:r>
              <a:rPr lang="en-US" sz="3200" dirty="0">
                <a:solidFill>
                  <a:schemeClr val="bg1"/>
                </a:solidFill>
              </a:rPr>
              <a:t>81%</a:t>
            </a:r>
          </a:p>
        </p:txBody>
      </p:sp>
      <p:sp>
        <p:nvSpPr>
          <p:cNvPr id="5" name="TextBox 4">
            <a:extLst>
              <a:ext uri="{FF2B5EF4-FFF2-40B4-BE49-F238E27FC236}">
                <a16:creationId xmlns:a16="http://schemas.microsoft.com/office/drawing/2014/main" id="{57D00B50-5123-821B-3094-9A6D85761B94}"/>
              </a:ext>
            </a:extLst>
          </p:cNvPr>
          <p:cNvSpPr txBox="1"/>
          <p:nvPr/>
        </p:nvSpPr>
        <p:spPr>
          <a:xfrm>
            <a:off x="7937500" y="5511225"/>
            <a:ext cx="1104900" cy="584775"/>
          </a:xfrm>
          <a:prstGeom prst="rect">
            <a:avLst/>
          </a:prstGeom>
          <a:solidFill>
            <a:srgbClr val="BFC2C9"/>
          </a:solidFill>
        </p:spPr>
        <p:txBody>
          <a:bodyPr wrap="square" rtlCol="0">
            <a:spAutoFit/>
          </a:bodyPr>
          <a:lstStyle/>
          <a:p>
            <a:r>
              <a:rPr lang="en-US" sz="3200" dirty="0">
                <a:solidFill>
                  <a:schemeClr val="bg1"/>
                </a:solidFill>
              </a:rPr>
              <a:t>76%</a:t>
            </a:r>
          </a:p>
        </p:txBody>
      </p:sp>
      <p:sp>
        <p:nvSpPr>
          <p:cNvPr id="6" name="TextBox 5">
            <a:extLst>
              <a:ext uri="{FF2B5EF4-FFF2-40B4-BE49-F238E27FC236}">
                <a16:creationId xmlns:a16="http://schemas.microsoft.com/office/drawing/2014/main" id="{F8F7591F-DB79-3F6F-6A9E-1AABC554582E}"/>
              </a:ext>
            </a:extLst>
          </p:cNvPr>
          <p:cNvSpPr txBox="1"/>
          <p:nvPr/>
        </p:nvSpPr>
        <p:spPr>
          <a:xfrm>
            <a:off x="6870700" y="6654225"/>
            <a:ext cx="1104900" cy="584775"/>
          </a:xfrm>
          <a:prstGeom prst="rect">
            <a:avLst/>
          </a:prstGeom>
          <a:solidFill>
            <a:srgbClr val="A1A5AE"/>
          </a:solidFill>
        </p:spPr>
        <p:txBody>
          <a:bodyPr wrap="square" rtlCol="0">
            <a:spAutoFit/>
          </a:bodyPr>
          <a:lstStyle/>
          <a:p>
            <a:r>
              <a:rPr lang="en-US" sz="3200" dirty="0">
                <a:solidFill>
                  <a:schemeClr val="bg1"/>
                </a:solidFill>
              </a:rPr>
              <a:t>66%</a:t>
            </a:r>
          </a:p>
        </p:txBody>
      </p:sp>
      <p:sp>
        <p:nvSpPr>
          <p:cNvPr id="9" name="TextBox 8">
            <a:extLst>
              <a:ext uri="{FF2B5EF4-FFF2-40B4-BE49-F238E27FC236}">
                <a16:creationId xmlns:a16="http://schemas.microsoft.com/office/drawing/2014/main" id="{C268D9B3-0738-5A9D-709A-515A7EF323FE}"/>
              </a:ext>
            </a:extLst>
          </p:cNvPr>
          <p:cNvSpPr txBox="1"/>
          <p:nvPr/>
        </p:nvSpPr>
        <p:spPr>
          <a:xfrm>
            <a:off x="14833600" y="8686800"/>
            <a:ext cx="1422400" cy="457200"/>
          </a:xfrm>
          <a:prstGeom prst="rect">
            <a:avLst/>
          </a:prstGeom>
          <a:solidFill>
            <a:srgbClr val="EEEFF4"/>
          </a:solidFill>
        </p:spPr>
        <p:txBody>
          <a:bodyPr wrap="square" rtlCol="0">
            <a:spAutoFit/>
          </a:bodyPr>
          <a:lstStyle/>
          <a:p>
            <a:endParaRPr lang="en-US" dirty="0"/>
          </a:p>
        </p:txBody>
      </p:sp>
      <p:sp>
        <p:nvSpPr>
          <p:cNvPr id="8" name="Slide Number Placeholder 7">
            <a:extLst>
              <a:ext uri="{FF2B5EF4-FFF2-40B4-BE49-F238E27FC236}">
                <a16:creationId xmlns:a16="http://schemas.microsoft.com/office/drawing/2014/main" id="{DF992AFB-3EA3-B3BA-00C0-761C39F04B31}"/>
              </a:ext>
            </a:extLst>
          </p:cNvPr>
          <p:cNvSpPr>
            <a:spLocks noGrp="1"/>
          </p:cNvSpPr>
          <p:nvPr>
            <p:ph type="sldNum" sz="quarter" idx="12"/>
          </p:nvPr>
        </p:nvSpPr>
        <p:spPr>
          <a:xfrm>
            <a:off x="14097000" y="8686800"/>
            <a:ext cx="2133600" cy="365125"/>
          </a:xfrm>
        </p:spPr>
        <p:txBody>
          <a:bodyPr/>
          <a:lstStyle/>
          <a:p>
            <a:fld id="{B6F15528-21DE-4FAA-801E-634DDDAF4B2B}" type="slidenum">
              <a:rPr lang="en-US" sz="2000" b="1" smtClean="0"/>
              <a:pPr/>
              <a:t>8</a:t>
            </a:fld>
            <a:endParaRPr lang="en-US" sz="20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177800" y="-22979"/>
            <a:ext cx="16433801" cy="9166979"/>
          </a:xfrm>
          <a:prstGeom prst="rect">
            <a:avLst/>
          </a:prstGeom>
        </p:spPr>
      </p:pic>
      <p:pic>
        <p:nvPicPr>
          <p:cNvPr id="3" name="Picture 2">
            <a:extLst>
              <a:ext uri="{FF2B5EF4-FFF2-40B4-BE49-F238E27FC236}">
                <a16:creationId xmlns:a16="http://schemas.microsoft.com/office/drawing/2014/main" id="{CA3E52D9-475E-B228-D73D-AF68577663D3}"/>
              </a:ext>
            </a:extLst>
          </p:cNvPr>
          <p:cNvPicPr>
            <a:picLocks noChangeAspect="1"/>
          </p:cNvPicPr>
          <p:nvPr/>
        </p:nvPicPr>
        <p:blipFill>
          <a:blip r:embed="rId4"/>
          <a:stretch>
            <a:fillRect/>
          </a:stretch>
        </p:blipFill>
        <p:spPr>
          <a:xfrm>
            <a:off x="889000" y="2667000"/>
            <a:ext cx="9127096" cy="5665760"/>
          </a:xfrm>
          <a:prstGeom prst="rect">
            <a:avLst/>
          </a:prstGeom>
        </p:spPr>
      </p:pic>
      <p:sp>
        <p:nvSpPr>
          <p:cNvPr id="6" name="TextBox 5">
            <a:extLst>
              <a:ext uri="{FF2B5EF4-FFF2-40B4-BE49-F238E27FC236}">
                <a16:creationId xmlns:a16="http://schemas.microsoft.com/office/drawing/2014/main" id="{A317B079-87EA-C131-4C66-B7A757B4E42A}"/>
              </a:ext>
            </a:extLst>
          </p:cNvPr>
          <p:cNvSpPr txBox="1"/>
          <p:nvPr/>
        </p:nvSpPr>
        <p:spPr>
          <a:xfrm>
            <a:off x="14833600" y="8686800"/>
            <a:ext cx="1422400" cy="419100"/>
          </a:xfrm>
          <a:prstGeom prst="rect">
            <a:avLst/>
          </a:prstGeom>
          <a:solidFill>
            <a:srgbClr val="F1F5F8"/>
          </a:solidFill>
        </p:spPr>
        <p:txBody>
          <a:bodyPr wrap="square" rtlCol="0">
            <a:spAutoFit/>
          </a:bodyPr>
          <a:lstStyle/>
          <a:p>
            <a:endParaRPr lang="en-US" dirty="0"/>
          </a:p>
        </p:txBody>
      </p:sp>
      <p:sp>
        <p:nvSpPr>
          <p:cNvPr id="5" name="Slide Number Placeholder 4">
            <a:extLst>
              <a:ext uri="{FF2B5EF4-FFF2-40B4-BE49-F238E27FC236}">
                <a16:creationId xmlns:a16="http://schemas.microsoft.com/office/drawing/2014/main" id="{33A7A4BC-B28E-EC95-D996-B7987BED83DE}"/>
              </a:ext>
            </a:extLst>
          </p:cNvPr>
          <p:cNvSpPr>
            <a:spLocks noGrp="1"/>
          </p:cNvSpPr>
          <p:nvPr>
            <p:ph type="sldNum" sz="quarter" idx="12"/>
          </p:nvPr>
        </p:nvSpPr>
        <p:spPr>
          <a:xfrm>
            <a:off x="14122400" y="8686800"/>
            <a:ext cx="2133600" cy="365125"/>
          </a:xfrm>
        </p:spPr>
        <p:txBody>
          <a:bodyPr/>
          <a:lstStyle/>
          <a:p>
            <a:fld id="{B6F15528-21DE-4FAA-801E-634DDDAF4B2B}" type="slidenum">
              <a:rPr lang="en-US" sz="2000" b="1" smtClean="0"/>
              <a:pPr/>
              <a:t>9</a:t>
            </a:fld>
            <a:endParaRPr lang="en-US" sz="2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791C1-7464-DBE9-2299-B909FB5237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70C48A-054D-7EBF-CCCF-A9116D50E1D2}"/>
              </a:ext>
            </a:extLst>
          </p:cNvPr>
          <p:cNvSpPr txBox="1"/>
          <p:nvPr/>
        </p:nvSpPr>
        <p:spPr>
          <a:xfrm>
            <a:off x="0" y="0"/>
            <a:ext cx="16256000" cy="9144000"/>
          </a:xfrm>
          <a:prstGeom prst="rect">
            <a:avLst/>
          </a:prstGeom>
          <a:solidFill>
            <a:srgbClr val="ADC2AF"/>
          </a:solidFill>
        </p:spPr>
        <p:txBody>
          <a:bodyPr wrap="square" rtlCol="0">
            <a:spAutoFit/>
          </a:bodyPr>
          <a:lstStyle/>
          <a:p>
            <a:endParaRPr lang="en-US" dirty="0"/>
          </a:p>
        </p:txBody>
      </p:sp>
      <p:sp>
        <p:nvSpPr>
          <p:cNvPr id="4" name="TextBox 3">
            <a:extLst>
              <a:ext uri="{FF2B5EF4-FFF2-40B4-BE49-F238E27FC236}">
                <a16:creationId xmlns:a16="http://schemas.microsoft.com/office/drawing/2014/main" id="{F747D7F1-9C87-5943-3091-E8959C22FFA8}"/>
              </a:ext>
            </a:extLst>
          </p:cNvPr>
          <p:cNvSpPr txBox="1"/>
          <p:nvPr/>
        </p:nvSpPr>
        <p:spPr>
          <a:xfrm>
            <a:off x="5765800" y="3276599"/>
            <a:ext cx="4724400" cy="1107996"/>
          </a:xfrm>
          <a:prstGeom prst="rect">
            <a:avLst/>
          </a:prstGeom>
          <a:noFill/>
        </p:spPr>
        <p:txBody>
          <a:bodyPr wrap="square" rtlCol="0">
            <a:spAutoFit/>
          </a:bodyPr>
          <a:lstStyle/>
          <a:p>
            <a:r>
              <a:rPr lang="en-US" sz="6600" b="1" spc="10" dirty="0">
                <a:solidFill>
                  <a:schemeClr val="bg1"/>
                </a:solidFill>
                <a:latin typeface="Cambria" panose="02040503050406030204" pitchFamily="18" charset="0"/>
              </a:rPr>
              <a:t>Thank You!</a:t>
            </a:r>
          </a:p>
        </p:txBody>
      </p:sp>
      <p:sp>
        <p:nvSpPr>
          <p:cNvPr id="5" name="TextBox 4">
            <a:extLst>
              <a:ext uri="{FF2B5EF4-FFF2-40B4-BE49-F238E27FC236}">
                <a16:creationId xmlns:a16="http://schemas.microsoft.com/office/drawing/2014/main" id="{5000D0EF-7E89-BA71-5EB3-6358C19CACBE}"/>
              </a:ext>
            </a:extLst>
          </p:cNvPr>
          <p:cNvSpPr txBox="1"/>
          <p:nvPr/>
        </p:nvSpPr>
        <p:spPr>
          <a:xfrm>
            <a:off x="6261100" y="4759406"/>
            <a:ext cx="3733800" cy="1938992"/>
          </a:xfrm>
          <a:prstGeom prst="rect">
            <a:avLst/>
          </a:prstGeom>
          <a:noFill/>
        </p:spPr>
        <p:txBody>
          <a:bodyPr wrap="square" rtlCol="0">
            <a:spAutoFit/>
          </a:bodyPr>
          <a:lstStyle/>
          <a:p>
            <a:r>
              <a:rPr lang="en-US" sz="2000" spc="10" dirty="0">
                <a:solidFill>
                  <a:schemeClr val="bg1"/>
                </a:solidFill>
                <a:latin typeface="Cambria" panose="02040503050406030204" pitchFamily="18" charset="0"/>
                <a:hlinkClick r:id="rId3">
                  <a:extLst>
                    <a:ext uri="{A12FA001-AC4F-418D-AE19-62706E023703}">
                      <ahyp:hlinkClr xmlns:ahyp="http://schemas.microsoft.com/office/drawing/2018/hyperlinkcolor" val="tx"/>
                    </a:ext>
                  </a:extLst>
                </a:hlinkClick>
              </a:rPr>
              <a:t>ydengbi@connect.ust.hk</a:t>
            </a:r>
            <a:endParaRPr lang="en-US" sz="2000" spc="10" dirty="0">
              <a:solidFill>
                <a:schemeClr val="bg1"/>
              </a:solidFill>
              <a:latin typeface="Cambria" panose="02040503050406030204" pitchFamily="18" charset="0"/>
            </a:endParaRPr>
          </a:p>
          <a:p>
            <a:r>
              <a:rPr lang="en-US" sz="2000" spc="10" dirty="0">
                <a:solidFill>
                  <a:schemeClr val="bg1"/>
                </a:solidFill>
                <a:latin typeface="Cambria" panose="02040503050406030204" pitchFamily="18" charset="0"/>
                <a:hlinkClick r:id="rId4">
                  <a:extLst>
                    <a:ext uri="{A12FA001-AC4F-418D-AE19-62706E023703}">
                      <ahyp:hlinkClr xmlns:ahyp="http://schemas.microsoft.com/office/drawing/2018/hyperlinkcolor" val="tx"/>
                    </a:ext>
                  </a:extLst>
                </a:hlinkClick>
              </a:rPr>
              <a:t>xiaowei.chen@mpi-sp.org</a:t>
            </a:r>
            <a:endParaRPr lang="en-US" sz="2000" spc="10" dirty="0">
              <a:solidFill>
                <a:schemeClr val="bg1"/>
              </a:solidFill>
              <a:latin typeface="Cambria" panose="02040503050406030204" pitchFamily="18" charset="0"/>
            </a:endParaRPr>
          </a:p>
          <a:p>
            <a:r>
              <a:rPr lang="en-US" sz="2000" spc="10" dirty="0">
                <a:solidFill>
                  <a:schemeClr val="bg1"/>
                </a:solidFill>
                <a:latin typeface="Cambria" panose="02040503050406030204" pitchFamily="18" charset="0"/>
                <a:hlinkClick r:id="rId5">
                  <a:extLst>
                    <a:ext uri="{A12FA001-AC4F-418D-AE19-62706E023703}">
                      <ahyp:hlinkClr xmlns:ahyp="http://schemas.microsoft.com/office/drawing/2018/hyperlinkcolor" val="tx"/>
                    </a:ext>
                  </a:extLst>
                </a:hlinkClick>
              </a:rPr>
              <a:t>junxiang.liao@connect.polyu.hk</a:t>
            </a:r>
            <a:r>
              <a:rPr lang="en-US" sz="2000" spc="10" dirty="0">
                <a:solidFill>
                  <a:schemeClr val="bg1"/>
                </a:solidFill>
                <a:latin typeface="Cambria" panose="02040503050406030204" pitchFamily="18" charset="0"/>
              </a:rPr>
              <a:t> </a:t>
            </a:r>
          </a:p>
          <a:p>
            <a:r>
              <a:rPr lang="en-US" sz="2000" spc="10" dirty="0">
                <a:solidFill>
                  <a:schemeClr val="bg1"/>
                </a:solidFill>
                <a:latin typeface="Cambria" panose="02040503050406030204" pitchFamily="18" charset="0"/>
                <a:hlinkClick r:id="rId6">
                  <a:extLst>
                    <a:ext uri="{A12FA001-AC4F-418D-AE19-62706E023703}">
                      <ahyp:hlinkClr xmlns:ahyp="http://schemas.microsoft.com/office/drawing/2018/hyperlinkcolor" val="tx"/>
                    </a:ext>
                  </a:extLst>
                </a:hlinkClick>
              </a:rPr>
              <a:t>bli@cse.ust.hk</a:t>
            </a:r>
            <a:endParaRPr lang="en-US" sz="2000" spc="10" dirty="0">
              <a:solidFill>
                <a:schemeClr val="bg1"/>
              </a:solidFill>
              <a:latin typeface="Cambria" panose="02040503050406030204" pitchFamily="18" charset="0"/>
            </a:endParaRPr>
          </a:p>
          <a:p>
            <a:r>
              <a:rPr lang="en-US" sz="2000" spc="10" dirty="0">
                <a:solidFill>
                  <a:schemeClr val="bg1"/>
                </a:solidFill>
                <a:latin typeface="Cambria" panose="02040503050406030204" pitchFamily="18" charset="0"/>
                <a:hlinkClick r:id="rId7">
                  <a:extLst>
                    <a:ext uri="{A12FA001-AC4F-418D-AE19-62706E023703}">
                      <ahyp:hlinkClr xmlns:ahyp="http://schemas.microsoft.com/office/drawing/2018/hyperlinkcolor" val="tx"/>
                    </a:ext>
                  </a:extLst>
                </a:hlinkClick>
              </a:rPr>
              <a:t>yixin.zou@mpi-sp.org</a:t>
            </a:r>
            <a:r>
              <a:rPr lang="en-US" sz="2000" spc="10" dirty="0">
                <a:solidFill>
                  <a:schemeClr val="bg1"/>
                </a:solidFill>
                <a:latin typeface="Cambria" panose="02040503050406030204" pitchFamily="18" charset="0"/>
              </a:rPr>
              <a:t> </a:t>
            </a:r>
          </a:p>
          <a:p>
            <a:endParaRPr lang="en-US" sz="2000" spc="10" dirty="0">
              <a:solidFill>
                <a:schemeClr val="bg1"/>
              </a:solidFill>
              <a:latin typeface="Cambria" panose="02040503050406030204" pitchFamily="18" charset="0"/>
            </a:endParaRPr>
          </a:p>
        </p:txBody>
      </p:sp>
      <p:sp>
        <p:nvSpPr>
          <p:cNvPr id="7" name="Slide Number Placeholder 6">
            <a:extLst>
              <a:ext uri="{FF2B5EF4-FFF2-40B4-BE49-F238E27FC236}">
                <a16:creationId xmlns:a16="http://schemas.microsoft.com/office/drawing/2014/main" id="{D7491FA1-84C3-3269-74C1-1C6F1F158156}"/>
              </a:ext>
            </a:extLst>
          </p:cNvPr>
          <p:cNvSpPr>
            <a:spLocks noGrp="1"/>
          </p:cNvSpPr>
          <p:nvPr>
            <p:ph type="sldNum" sz="quarter" idx="12"/>
          </p:nvPr>
        </p:nvSpPr>
        <p:spPr>
          <a:xfrm>
            <a:off x="14116050" y="8771673"/>
            <a:ext cx="2133600" cy="365125"/>
          </a:xfrm>
        </p:spPr>
        <p:txBody>
          <a:bodyPr/>
          <a:lstStyle/>
          <a:p>
            <a:fld id="{B6F15528-21DE-4FAA-801E-634DDDAF4B2B}" type="slidenum">
              <a:rPr lang="en-US" sz="2000" b="1" smtClean="0"/>
              <a:pPr/>
              <a:t>10</a:t>
            </a:fld>
            <a:endParaRPr lang="en-US" sz="2000" b="1" dirty="0"/>
          </a:p>
        </p:txBody>
      </p:sp>
    </p:spTree>
    <p:extLst>
      <p:ext uri="{BB962C8B-B14F-4D97-AF65-F5344CB8AC3E}">
        <p14:creationId xmlns:p14="http://schemas.microsoft.com/office/powerpoint/2010/main" val="1068261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734</TotalTime>
  <Words>655</Words>
  <Application>Microsoft Macintosh PowerPoint</Application>
  <PresentationFormat>Custom</PresentationFormat>
  <Paragraphs>55</Paragraphs>
  <Slides>10</Slides>
  <Notes>10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Refat Ishrak Hemel</cp:lastModifiedBy>
  <cp:revision>3</cp:revision>
  <dcterms:created xsi:type="dcterms:W3CDTF">2006-08-16T00:00:00Z</dcterms:created>
  <dcterms:modified xsi:type="dcterms:W3CDTF">2026-09-23T03:27:47Z</dcterms:modified>
</cp:coreProperties>
</file>