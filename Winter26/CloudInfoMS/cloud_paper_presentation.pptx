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6858000" cy="9144000"/>
  <p:embeddedFontLst>
    <p:embeddedFont>
      <p:font typeface="Golos Text"/>
      <p:regular r:id="rId23"/>
      <p:bold r:id="rId24"/>
    </p:embeddedFont>
    <p:embeddedFont>
      <p:font typeface="Commissioner"/>
      <p:regular r:id="rId25"/>
      <p:bold r:id="rId26"/>
    </p:embeddedFont>
    <p:embeddedFont>
      <p:font typeface="Golos Text SemiBold"/>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GolosText-bold.fntdata"/><Relationship Id="rId23" Type="http://schemas.openxmlformats.org/officeDocument/2006/relationships/font" Target="fonts/GolosTex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Commissioner-bold.fntdata"/><Relationship Id="rId25" Type="http://schemas.openxmlformats.org/officeDocument/2006/relationships/font" Target="fonts/Commissioner-regular.fntdata"/><Relationship Id="rId28" Type="http://schemas.openxmlformats.org/officeDocument/2006/relationships/font" Target="fonts/GolosTextSemiBold-bold.fntdata"/><Relationship Id="rId27" Type="http://schemas.openxmlformats.org/officeDocument/2006/relationships/font" Target="fonts/GolosTextSemiBold-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747bfd1ed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747bfd1ed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ce66334f8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ce66334f8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ce905158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ce905158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e66334f8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ce66334f8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ce66334f8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ce66334f8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ce66334f8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ce66334f8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ce710b756c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ce710b756c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ce710b756c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ce710b756c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ce66334f8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ce66334f8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Every six hours, EventBridge kicks off a Lambda that pulls each source doc and hashes it with SHA-256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If the hash doesn't match what's in DynamoDB, something changed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But hash alone isn't enough — a whitespace edit would trigger it too. So next step: re-chunk the doc, get fresh embeddings, measure cosine distances against the old vectors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We use a 0.08 threshold — below that, it's cosmetic. Above that, real drift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Planner picks selective re-indexing if only a few chunks moved, or full re-ingestion if the whole doc changed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Key part: after the fix, RAGAS faithfulness scores are compared before and after. If scores actually got worse, system rolls back and alerts a human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So the healing process itself can't silently degrade answers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ce66334f86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ce66334f8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CloudWatch continuously monitors five things: p99 latency, error rates, memory utilization, cold-start frequency, and Bedrock response times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Uses Anomaly Detection — learns dynamic baselines, adjusts for time-of-day and weekly patterns, not just a static number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Individual alarms get wired into composite alarms — need multiple correlated signals before escalating. Single latency blip doesn't trigger anything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Rule engine maps patterns to concrete fixes: sustained high latency → bump Lambda memory, cold starts rising → enable provisioned concurrency, Bedrock slowing down → failover to alternate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SNS routes the alarm to a remediation Lambda which calls the actual AWS API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Every action plus the metric snapshot gets logged to DynamoDB for auditing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ce710b756c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ce710b756c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ce66334f8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ce66334f8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Deliberate choice — nothing is provisioned ahead of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Pay-per-use means costs stay near zero when nothing's broken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Each service scales on its own, no manual capacity planning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Two loops are fully isolated — a re-indexing bug can't knock out anomaly detection, a noisy alarm can't stall a vector upsert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IAM locks everything down with least-privilege roles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ce66334f86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ce66334f86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Tested three things: does it catch knowledge drift, does it catch infra problems, what does it cost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- 20 hand-crafted docs in four categories — product specs, FAQs, pricing schedules, policies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Six modification levels: no change, formatting only, small numerical edits, large numerical scaling, partial rewrite, full rewrite. Five trials each = 600 evaluations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Infra side: synthetic time series modeled on CloudWatch metrics, 1,000 data points each, 15 anomalies injected at known timestamps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Cost comparison: our system vs a developer doing it manually at $50/hr, 6 hours a week</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ce66334f8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ce66334f8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Results - Knowledge Drift Detection</a:t>
            </a:r>
            <a:endParaRPr b="1">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Opening:</a:t>
            </a:r>
            <a:r>
              <a:rPr lang="en">
                <a:solidFill>
                  <a:schemeClr val="dk1"/>
                </a:solidFill>
              </a:rPr>
              <a:t> "Moving on to our experimental results, let's first look at how our architecture handled Knowledge Drift."</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●We tested five different ways to catch when the data goes out of date. We found that AI 'embeddings' are actually 'blind' to numbers—if a price changes from $10 to $50, the AI often thinks the meaning is the same and ignores it.</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●On the other hand, using a simple 'hash' (like a digital fingerprint) catches every tiny change, but it over-fires on things that don't matter, like a change in font or a random space. Our 'Composite' strategy was the winner. It was smart enough to ignore the formatting but caught almost every important update, giving us a very high reliability score of 0.89</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ce66334f86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ce66334f86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Results - Infrastructure</a:t>
            </a:r>
            <a:endParaRPr b="1">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Transition:</a:t>
            </a:r>
            <a:r>
              <a:rPr lang="en">
                <a:solidFill>
                  <a:schemeClr val="dk1"/>
                </a:solidFill>
              </a:rPr>
              <a:t> "Next, we evaluated the second half of our architecture: the Infrastructure-Healing Loop."</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Overall Performance:</a:t>
            </a:r>
            <a:r>
              <a:rPr lang="en">
                <a:solidFill>
                  <a:schemeClr val="dk1"/>
                </a:solidFill>
              </a:rPr>
              <a:t> "The system demonstrated excellent responsiveness, achieving an overall recall of 0.97 and an F1 score of 0.80."</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Metric Breakdown:</a:t>
            </a:r>
            <a:r>
              <a:rPr lang="en">
                <a:solidFill>
                  <a:schemeClr val="dk1"/>
                </a:solidFill>
              </a:rPr>
              <a:t> "When we break this down by anomaly type, latency spikes were the easiest to detect, giving us an F1 score of 0.94. Memory exhaustion proved to be the most difficult, with an F1 of 0.65."</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The Value of Composite Alarms:</a:t>
            </a:r>
            <a:r>
              <a:rPr lang="en">
                <a:solidFill>
                  <a:schemeClr val="dk1"/>
                </a:solidFill>
              </a:rPr>
              <a:t> "A major success of this loop was our use of composite alarms. By correlating metrics rather than looking at them in isolation, we successfully eliminated 100% of single-metric false positives."</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Speed:</a:t>
            </a:r>
            <a:r>
              <a:rPr lang="en">
                <a:solidFill>
                  <a:schemeClr val="dk1"/>
                </a:solidFill>
              </a:rPr>
              <a:t> "Finally, the system operates incredibly quickly, with an average detection latency of just 8.6 milliseconds.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ce66334f8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ce66334f8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Limitations &amp; Future Work</a:t>
            </a:r>
            <a:endParaRPr b="1">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Transition:</a:t>
            </a:r>
            <a:r>
              <a:rPr lang="en">
                <a:solidFill>
                  <a:schemeClr val="dk1"/>
                </a:solidFill>
              </a:rPr>
              <a:t> "While our results are highly promising, we do recognize several limitations in our current setup."</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Current Limitations:</a:t>
            </a:r>
            <a:r>
              <a:rPr lang="en">
                <a:solidFill>
                  <a:schemeClr val="dk1"/>
                </a:solidFill>
              </a:rPr>
              <a:t> "First, our experiments rely on simulated data rather than a live, high-traffic production deployment. Second, the architecture is currently purpose-built for a single cloud environment—AWS. Additionally, we only process text, meaning we lack multi-modal drift detection for embedded tables or images. Finally, our 0.08 cosine threshold is static and may not seamlessly generalize to vastly different datasets."</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Future Work:</a:t>
            </a:r>
            <a:r>
              <a:rPr lang="en">
                <a:solidFill>
                  <a:schemeClr val="dk1"/>
                </a:solidFill>
              </a:rPr>
              <a:t> "To address these constraints, our future work can focus on integrating Reinforcement Learning to dynamically adapt thresholds. We can also plan to build out multi-modal drift detection and adapt the underlying infrastructure as code to support cross-cloud deployments on Azure and GCP.</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ce66334f86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ce66334f86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
                <a:solidFill>
                  <a:schemeClr val="dk1"/>
                </a:solidFill>
              </a:rPr>
              <a:t>●</a:t>
            </a:r>
            <a:r>
              <a:rPr b="1" lang="en">
                <a:solidFill>
                  <a:schemeClr val="dk1"/>
                </a:solidFill>
              </a:rPr>
              <a:t>Slide: Conclusion</a:t>
            </a:r>
            <a:endParaRPr b="1">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●To wrap things up, the big takeaway is that RAG systems tend to 'rot' silently after you launch them. The data gets old, or the servers get tired. Our dual-loop architecture treats this 'rot' as a problem that can be fixed automatically.</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solidFill>
                  <a:schemeClr val="dk1"/>
                </a:solidFill>
              </a:rPr>
              <a:t>●By using one loop for the data and one for the servers, we can keep the system accurate and fast for just a few dollars a month. As we start using AI for more important tasks, our maintenance pipelines need to be just as smart and autonomous as the AI models they are looking after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ce66334f86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ce66334f86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s://freepik.com/" TargetMode="External"/><Relationship Id="rId4" Type="http://schemas.openxmlformats.org/officeDocument/2006/relationships/hyperlink" Target="https://freepik.com/"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014550"/>
            <a:ext cx="5602200" cy="2219700"/>
          </a:xfrm>
          <a:prstGeom prst="rect">
            <a:avLst/>
          </a:prstGeom>
        </p:spPr>
        <p:txBody>
          <a:bodyPr anchorCtr="0" anchor="b" bIns="91425" lIns="91425" spcFirstLastPara="1" rIns="91425" wrap="square" tIns="91425">
            <a:noAutofit/>
          </a:bodyPr>
          <a:lstStyle>
            <a:lvl1pPr lvl="0" algn="l">
              <a:spcBef>
                <a:spcPts val="0"/>
              </a:spcBef>
              <a:spcAft>
                <a:spcPts val="0"/>
              </a:spcAft>
              <a:buSzPts val="4700"/>
              <a:buNone/>
              <a:defRPr sz="3600"/>
            </a:lvl1pPr>
            <a:lvl2pPr lvl="1" algn="l">
              <a:spcBef>
                <a:spcPts val="0"/>
              </a:spcBef>
              <a:spcAft>
                <a:spcPts val="0"/>
              </a:spcAft>
              <a:buSzPts val="4700"/>
              <a:buNone/>
              <a:defRPr sz="4700"/>
            </a:lvl2pPr>
            <a:lvl3pPr lvl="2" algn="l">
              <a:spcBef>
                <a:spcPts val="0"/>
              </a:spcBef>
              <a:spcAft>
                <a:spcPts val="0"/>
              </a:spcAft>
              <a:buSzPts val="4700"/>
              <a:buNone/>
              <a:defRPr sz="4700"/>
            </a:lvl3pPr>
            <a:lvl4pPr lvl="3" algn="l">
              <a:spcBef>
                <a:spcPts val="0"/>
              </a:spcBef>
              <a:spcAft>
                <a:spcPts val="0"/>
              </a:spcAft>
              <a:buSzPts val="4700"/>
              <a:buNone/>
              <a:defRPr sz="4700"/>
            </a:lvl4pPr>
            <a:lvl5pPr lvl="4" algn="l">
              <a:spcBef>
                <a:spcPts val="0"/>
              </a:spcBef>
              <a:spcAft>
                <a:spcPts val="0"/>
              </a:spcAft>
              <a:buSzPts val="4700"/>
              <a:buNone/>
              <a:defRPr sz="4700"/>
            </a:lvl5pPr>
            <a:lvl6pPr lvl="5" algn="l">
              <a:spcBef>
                <a:spcPts val="0"/>
              </a:spcBef>
              <a:spcAft>
                <a:spcPts val="0"/>
              </a:spcAft>
              <a:buSzPts val="4700"/>
              <a:buNone/>
              <a:defRPr sz="4700"/>
            </a:lvl6pPr>
            <a:lvl7pPr lvl="6" algn="l">
              <a:spcBef>
                <a:spcPts val="0"/>
              </a:spcBef>
              <a:spcAft>
                <a:spcPts val="0"/>
              </a:spcAft>
              <a:buSzPts val="4700"/>
              <a:buNone/>
              <a:defRPr sz="4700"/>
            </a:lvl7pPr>
            <a:lvl8pPr lvl="7" algn="l">
              <a:spcBef>
                <a:spcPts val="0"/>
              </a:spcBef>
              <a:spcAft>
                <a:spcPts val="0"/>
              </a:spcAft>
              <a:buSzPts val="4700"/>
              <a:buNone/>
              <a:defRPr sz="4700"/>
            </a:lvl8pPr>
            <a:lvl9pPr lvl="8" algn="l">
              <a:spcBef>
                <a:spcPts val="0"/>
              </a:spcBef>
              <a:spcAft>
                <a:spcPts val="0"/>
              </a:spcAft>
              <a:buSzPts val="4700"/>
              <a:buNone/>
              <a:defRPr sz="4700"/>
            </a:lvl9pPr>
          </a:lstStyle>
          <a:p/>
        </p:txBody>
      </p:sp>
      <p:sp>
        <p:nvSpPr>
          <p:cNvPr id="10" name="Google Shape;10;p2"/>
          <p:cNvSpPr txBox="1"/>
          <p:nvPr>
            <p:ph idx="1" type="subTitle"/>
          </p:nvPr>
        </p:nvSpPr>
        <p:spPr>
          <a:xfrm>
            <a:off x="713225" y="3315975"/>
            <a:ext cx="5602200" cy="726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p:txBody>
      </p:sp>
      <p:sp>
        <p:nvSpPr>
          <p:cNvPr id="11" name="Google Shape;11;p2"/>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55375" y="539500"/>
            <a:ext cx="9199350" cy="4604000"/>
            <a:chOff x="-55375" y="539500"/>
            <a:chExt cx="9199350" cy="4604000"/>
          </a:xfrm>
        </p:grpSpPr>
        <p:cxnSp>
          <p:nvCxnSpPr>
            <p:cNvPr id="13" name="Google Shape;13;p2"/>
            <p:cNvCxnSpPr/>
            <p:nvPr/>
          </p:nvCxnSpPr>
          <p:spPr>
            <a:xfrm>
              <a:off x="-55375" y="4608575"/>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14" name="Google Shape;14;p2"/>
            <p:cNvCxnSpPr/>
            <p:nvPr/>
          </p:nvCxnSpPr>
          <p:spPr>
            <a:xfrm>
              <a:off x="4751675" y="539500"/>
              <a:ext cx="4392300" cy="0"/>
            </a:xfrm>
            <a:prstGeom prst="straightConnector1">
              <a:avLst/>
            </a:prstGeom>
            <a:noFill/>
            <a:ln cap="flat" cmpd="sng" w="9525">
              <a:solidFill>
                <a:schemeClr val="dk1"/>
              </a:solidFill>
              <a:prstDash val="solid"/>
              <a:round/>
              <a:headEnd len="med" w="med" type="none"/>
              <a:tailEnd len="med" w="med" type="none"/>
            </a:ln>
          </p:spPr>
        </p:cxnSp>
        <p:cxnSp>
          <p:nvCxnSpPr>
            <p:cNvPr id="15" name="Google Shape;15;p2"/>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1512075" y="2036300"/>
            <a:ext cx="4944900" cy="1477500"/>
          </a:xfrm>
          <a:prstGeom prst="rect">
            <a:avLst/>
          </a:prstGeom>
        </p:spPr>
        <p:txBody>
          <a:bodyPr anchorCtr="0" anchor="t" bIns="91425" lIns="91425" spcFirstLastPara="1" rIns="91425" wrap="square" tIns="91425">
            <a:noAutofit/>
          </a:bodyPr>
          <a:lstStyle>
            <a:lvl1pPr lvl="0" algn="l">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p:txBody>
      </p:sp>
      <p:sp>
        <p:nvSpPr>
          <p:cNvPr id="18" name="Google Shape;18;p3"/>
          <p:cNvSpPr txBox="1"/>
          <p:nvPr>
            <p:ph hasCustomPrompt="1" idx="2" type="title"/>
          </p:nvPr>
        </p:nvSpPr>
        <p:spPr>
          <a:xfrm>
            <a:off x="1512075" y="1012500"/>
            <a:ext cx="1076100" cy="8700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5300"/>
              <a:buNone/>
              <a:defRPr sz="4200"/>
            </a:lvl1pPr>
            <a:lvl2pPr lvl="1" rtl="0" algn="ctr">
              <a:spcBef>
                <a:spcPts val="0"/>
              </a:spcBef>
              <a:spcAft>
                <a:spcPts val="0"/>
              </a:spcAft>
              <a:buSzPts val="5300"/>
              <a:buNone/>
              <a:defRPr sz="5300"/>
            </a:lvl2pPr>
            <a:lvl3pPr lvl="2" rtl="0" algn="ctr">
              <a:spcBef>
                <a:spcPts val="0"/>
              </a:spcBef>
              <a:spcAft>
                <a:spcPts val="0"/>
              </a:spcAft>
              <a:buSzPts val="5300"/>
              <a:buNone/>
              <a:defRPr sz="5300"/>
            </a:lvl3pPr>
            <a:lvl4pPr lvl="3" rtl="0" algn="ctr">
              <a:spcBef>
                <a:spcPts val="0"/>
              </a:spcBef>
              <a:spcAft>
                <a:spcPts val="0"/>
              </a:spcAft>
              <a:buSzPts val="5300"/>
              <a:buNone/>
              <a:defRPr sz="5300"/>
            </a:lvl4pPr>
            <a:lvl5pPr lvl="4" rtl="0" algn="ctr">
              <a:spcBef>
                <a:spcPts val="0"/>
              </a:spcBef>
              <a:spcAft>
                <a:spcPts val="0"/>
              </a:spcAft>
              <a:buSzPts val="5300"/>
              <a:buNone/>
              <a:defRPr sz="5300"/>
            </a:lvl5pPr>
            <a:lvl6pPr lvl="5" rtl="0" algn="ctr">
              <a:spcBef>
                <a:spcPts val="0"/>
              </a:spcBef>
              <a:spcAft>
                <a:spcPts val="0"/>
              </a:spcAft>
              <a:buSzPts val="5300"/>
              <a:buNone/>
              <a:defRPr sz="5300"/>
            </a:lvl6pPr>
            <a:lvl7pPr lvl="6" rtl="0" algn="ctr">
              <a:spcBef>
                <a:spcPts val="0"/>
              </a:spcBef>
              <a:spcAft>
                <a:spcPts val="0"/>
              </a:spcAft>
              <a:buSzPts val="5300"/>
              <a:buNone/>
              <a:defRPr sz="5300"/>
            </a:lvl7pPr>
            <a:lvl8pPr lvl="7" rtl="0" algn="ctr">
              <a:spcBef>
                <a:spcPts val="0"/>
              </a:spcBef>
              <a:spcAft>
                <a:spcPts val="0"/>
              </a:spcAft>
              <a:buSzPts val="5300"/>
              <a:buNone/>
              <a:defRPr sz="5300"/>
            </a:lvl8pPr>
            <a:lvl9pPr lvl="8" rtl="0" algn="ctr">
              <a:spcBef>
                <a:spcPts val="0"/>
              </a:spcBef>
              <a:spcAft>
                <a:spcPts val="0"/>
              </a:spcAft>
              <a:buSzPts val="5300"/>
              <a:buNone/>
              <a:defRPr sz="5300"/>
            </a:lvl9pPr>
          </a:lstStyle>
          <a:p>
            <a:r>
              <a:t>xx%</a:t>
            </a:r>
          </a:p>
        </p:txBody>
      </p:sp>
      <p:sp>
        <p:nvSpPr>
          <p:cNvPr id="19" name="Google Shape;19;p3"/>
          <p:cNvSpPr txBox="1"/>
          <p:nvPr>
            <p:ph idx="1" type="subTitle"/>
          </p:nvPr>
        </p:nvSpPr>
        <p:spPr>
          <a:xfrm>
            <a:off x="1512075" y="3573275"/>
            <a:ext cx="4944900" cy="697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850"/>
              <a:buNone/>
              <a:defRPr sz="1550"/>
            </a:lvl1pPr>
            <a:lvl2pPr lvl="1" rtl="0" algn="r">
              <a:lnSpc>
                <a:spcPct val="115000"/>
              </a:lnSpc>
              <a:spcBef>
                <a:spcPts val="0"/>
              </a:spcBef>
              <a:spcAft>
                <a:spcPts val="0"/>
              </a:spcAft>
              <a:buSzPts val="1850"/>
              <a:buNone/>
              <a:defRPr sz="1850"/>
            </a:lvl2pPr>
            <a:lvl3pPr lvl="2" rtl="0" algn="r">
              <a:lnSpc>
                <a:spcPct val="115000"/>
              </a:lnSpc>
              <a:spcBef>
                <a:spcPts val="0"/>
              </a:spcBef>
              <a:spcAft>
                <a:spcPts val="0"/>
              </a:spcAft>
              <a:buSzPts val="1850"/>
              <a:buNone/>
              <a:defRPr sz="1850"/>
            </a:lvl3pPr>
            <a:lvl4pPr lvl="3" rtl="0" algn="r">
              <a:lnSpc>
                <a:spcPct val="115000"/>
              </a:lnSpc>
              <a:spcBef>
                <a:spcPts val="0"/>
              </a:spcBef>
              <a:spcAft>
                <a:spcPts val="0"/>
              </a:spcAft>
              <a:buSzPts val="1850"/>
              <a:buNone/>
              <a:defRPr sz="1850"/>
            </a:lvl4pPr>
            <a:lvl5pPr lvl="4" rtl="0" algn="r">
              <a:lnSpc>
                <a:spcPct val="115000"/>
              </a:lnSpc>
              <a:spcBef>
                <a:spcPts val="0"/>
              </a:spcBef>
              <a:spcAft>
                <a:spcPts val="0"/>
              </a:spcAft>
              <a:buSzPts val="1850"/>
              <a:buNone/>
              <a:defRPr sz="1850"/>
            </a:lvl5pPr>
            <a:lvl6pPr lvl="5" rtl="0" algn="r">
              <a:lnSpc>
                <a:spcPct val="115000"/>
              </a:lnSpc>
              <a:spcBef>
                <a:spcPts val="0"/>
              </a:spcBef>
              <a:spcAft>
                <a:spcPts val="0"/>
              </a:spcAft>
              <a:buSzPts val="1850"/>
              <a:buNone/>
              <a:defRPr sz="1850"/>
            </a:lvl6pPr>
            <a:lvl7pPr lvl="6" rtl="0" algn="r">
              <a:lnSpc>
                <a:spcPct val="115000"/>
              </a:lnSpc>
              <a:spcBef>
                <a:spcPts val="0"/>
              </a:spcBef>
              <a:spcAft>
                <a:spcPts val="0"/>
              </a:spcAft>
              <a:buSzPts val="1850"/>
              <a:buNone/>
              <a:defRPr sz="1850"/>
            </a:lvl7pPr>
            <a:lvl8pPr lvl="7" rtl="0" algn="r">
              <a:lnSpc>
                <a:spcPct val="115000"/>
              </a:lnSpc>
              <a:spcBef>
                <a:spcPts val="0"/>
              </a:spcBef>
              <a:spcAft>
                <a:spcPts val="0"/>
              </a:spcAft>
              <a:buSzPts val="1850"/>
              <a:buNone/>
              <a:defRPr sz="1850"/>
            </a:lvl8pPr>
            <a:lvl9pPr lvl="8" rtl="0" algn="r">
              <a:lnSpc>
                <a:spcPct val="115000"/>
              </a:lnSpc>
              <a:spcBef>
                <a:spcPts val="0"/>
              </a:spcBef>
              <a:spcAft>
                <a:spcPts val="0"/>
              </a:spcAft>
              <a:buSzPts val="1850"/>
              <a:buNone/>
              <a:defRPr sz="1850"/>
            </a:lvl9pPr>
          </a:lstStyle>
          <a:p/>
        </p:txBody>
      </p:sp>
      <p:sp>
        <p:nvSpPr>
          <p:cNvPr id="20" name="Google Shape;20;p3"/>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 name="Google Shape;21;p3"/>
          <p:cNvCxnSpPr/>
          <p:nvPr/>
        </p:nvCxnSpPr>
        <p:spPr>
          <a:xfrm>
            <a:off x="4273200" y="4876025"/>
            <a:ext cx="4870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4" name="Google Shape;24;p4"/>
          <p:cNvSpPr txBox="1"/>
          <p:nvPr>
            <p:ph idx="1" type="subTitle"/>
          </p:nvPr>
        </p:nvSpPr>
        <p:spPr>
          <a:xfrm>
            <a:off x="713250" y="1217050"/>
            <a:ext cx="77175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 name="Google Shape;25;p4"/>
          <p:cNvSpPr/>
          <p:nvPr/>
        </p:nvSpPr>
        <p:spPr>
          <a:xfrm flipH="1">
            <a:off x="0" y="0"/>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 name="Google Shape;26;p4"/>
          <p:cNvGrpSpPr/>
          <p:nvPr/>
        </p:nvGrpSpPr>
        <p:grpSpPr>
          <a:xfrm>
            <a:off x="150" y="0"/>
            <a:ext cx="8860050" cy="4876025"/>
            <a:chOff x="150" y="0"/>
            <a:chExt cx="8860050" cy="4876025"/>
          </a:xfrm>
        </p:grpSpPr>
        <p:cxnSp>
          <p:nvCxnSpPr>
            <p:cNvPr id="27" name="Google Shape;27;p4"/>
            <p:cNvCxnSpPr/>
            <p:nvPr/>
          </p:nvCxnSpPr>
          <p:spPr>
            <a:xfrm>
              <a:off x="8860200" y="0"/>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28" name="Google Shape;28;p4"/>
            <p:cNvCxnSpPr/>
            <p:nvPr/>
          </p:nvCxnSpPr>
          <p:spPr>
            <a:xfrm rot="10800000">
              <a:off x="150" y="4876025"/>
              <a:ext cx="84447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1" name="Google Shape;31;p5"/>
          <p:cNvSpPr txBox="1"/>
          <p:nvPr>
            <p:ph idx="1" type="subTitle"/>
          </p:nvPr>
        </p:nvSpPr>
        <p:spPr>
          <a:xfrm>
            <a:off x="2954672" y="2027976"/>
            <a:ext cx="43122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32" name="Google Shape;32;p5"/>
          <p:cNvSpPr txBox="1"/>
          <p:nvPr>
            <p:ph idx="2" type="subTitle"/>
          </p:nvPr>
        </p:nvSpPr>
        <p:spPr>
          <a:xfrm>
            <a:off x="2954672" y="1519425"/>
            <a:ext cx="43122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33" name="Google Shape;33;p5"/>
          <p:cNvSpPr txBox="1"/>
          <p:nvPr>
            <p:ph idx="3" type="subTitle"/>
          </p:nvPr>
        </p:nvSpPr>
        <p:spPr>
          <a:xfrm>
            <a:off x="2954649" y="3619500"/>
            <a:ext cx="43122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34" name="Google Shape;34;p5"/>
          <p:cNvSpPr txBox="1"/>
          <p:nvPr>
            <p:ph idx="4" type="subTitle"/>
          </p:nvPr>
        </p:nvSpPr>
        <p:spPr>
          <a:xfrm>
            <a:off x="2954649" y="3110949"/>
            <a:ext cx="43122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35" name="Google Shape;35;p5"/>
          <p:cNvSpPr/>
          <p:nvPr/>
        </p:nvSpPr>
        <p:spPr>
          <a:xfrm flipH="1">
            <a:off x="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 name="Google Shape;36;p5"/>
          <p:cNvCxnSpPr/>
          <p:nvPr/>
        </p:nvCxnSpPr>
        <p:spPr>
          <a:xfrm rot="10800000">
            <a:off x="8864825" y="0"/>
            <a:ext cx="0" cy="41310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9" name="Google Shape;39;p6"/>
          <p:cNvSpPr/>
          <p:nvPr/>
        </p:nvSpPr>
        <p:spPr>
          <a:xfrm>
            <a:off x="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6"/>
          <p:cNvGrpSpPr/>
          <p:nvPr/>
        </p:nvGrpSpPr>
        <p:grpSpPr>
          <a:xfrm>
            <a:off x="141900" y="-26"/>
            <a:ext cx="9002025" cy="4876051"/>
            <a:chOff x="141900" y="-26"/>
            <a:chExt cx="9002025" cy="4876051"/>
          </a:xfrm>
        </p:grpSpPr>
        <p:cxnSp>
          <p:nvCxnSpPr>
            <p:cNvPr id="41" name="Google Shape;41;p6"/>
            <p:cNvCxnSpPr/>
            <p:nvPr/>
          </p:nvCxnSpPr>
          <p:spPr>
            <a:xfrm>
              <a:off x="4576425" y="4876025"/>
              <a:ext cx="4567500" cy="0"/>
            </a:xfrm>
            <a:prstGeom prst="straightConnector1">
              <a:avLst/>
            </a:prstGeom>
            <a:noFill/>
            <a:ln cap="flat" cmpd="sng" w="9525">
              <a:solidFill>
                <a:schemeClr val="dk1"/>
              </a:solidFill>
              <a:prstDash val="solid"/>
              <a:round/>
              <a:headEnd len="med" w="med" type="none"/>
              <a:tailEnd len="med" w="med" type="none"/>
            </a:ln>
          </p:spPr>
        </p:cxnSp>
        <p:cxnSp>
          <p:nvCxnSpPr>
            <p:cNvPr id="42" name="Google Shape;42;p6"/>
            <p:cNvCxnSpPr/>
            <p:nvPr/>
          </p:nvCxnSpPr>
          <p:spPr>
            <a:xfrm rot="10800000">
              <a:off x="141900" y="-26"/>
              <a:ext cx="0" cy="3958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 name="Shape 43"/>
        <p:cNvGrpSpPr/>
        <p:nvPr/>
      </p:nvGrpSpPr>
      <p:grpSpPr>
        <a:xfrm>
          <a:off x="0" y="0"/>
          <a:ext cx="0" cy="0"/>
          <a:chOff x="0" y="0"/>
          <a:chExt cx="0" cy="0"/>
        </a:xfrm>
      </p:grpSpPr>
      <p:sp>
        <p:nvSpPr>
          <p:cNvPr id="44" name="Google Shape;44;p7"/>
          <p:cNvSpPr txBox="1"/>
          <p:nvPr>
            <p:ph type="title"/>
          </p:nvPr>
        </p:nvSpPr>
        <p:spPr>
          <a:xfrm>
            <a:off x="713225" y="519075"/>
            <a:ext cx="2789700" cy="19719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100"/>
              <a:buNone/>
              <a:defRPr/>
            </a:lvl1pPr>
            <a:lvl2pPr lvl="1" rtl="0">
              <a:lnSpc>
                <a:spcPct val="90000"/>
              </a:lnSpc>
              <a:spcBef>
                <a:spcPts val="0"/>
              </a:spcBef>
              <a:spcAft>
                <a:spcPts val="0"/>
              </a:spcAft>
              <a:buSzPts val="3100"/>
              <a:buNone/>
              <a:defRPr/>
            </a:lvl2pPr>
            <a:lvl3pPr lvl="2" rtl="0">
              <a:lnSpc>
                <a:spcPct val="90000"/>
              </a:lnSpc>
              <a:spcBef>
                <a:spcPts val="0"/>
              </a:spcBef>
              <a:spcAft>
                <a:spcPts val="0"/>
              </a:spcAft>
              <a:buSzPts val="3100"/>
              <a:buNone/>
              <a:defRPr/>
            </a:lvl3pPr>
            <a:lvl4pPr lvl="3" rtl="0">
              <a:lnSpc>
                <a:spcPct val="90000"/>
              </a:lnSpc>
              <a:spcBef>
                <a:spcPts val="0"/>
              </a:spcBef>
              <a:spcAft>
                <a:spcPts val="0"/>
              </a:spcAft>
              <a:buSzPts val="3100"/>
              <a:buNone/>
              <a:defRPr/>
            </a:lvl4pPr>
            <a:lvl5pPr lvl="4" rtl="0">
              <a:lnSpc>
                <a:spcPct val="90000"/>
              </a:lnSpc>
              <a:spcBef>
                <a:spcPts val="0"/>
              </a:spcBef>
              <a:spcAft>
                <a:spcPts val="0"/>
              </a:spcAft>
              <a:buSzPts val="3100"/>
              <a:buNone/>
              <a:defRPr/>
            </a:lvl5pPr>
            <a:lvl6pPr lvl="5" rtl="0">
              <a:lnSpc>
                <a:spcPct val="90000"/>
              </a:lnSpc>
              <a:spcBef>
                <a:spcPts val="0"/>
              </a:spcBef>
              <a:spcAft>
                <a:spcPts val="0"/>
              </a:spcAft>
              <a:buSzPts val="3100"/>
              <a:buNone/>
              <a:defRPr/>
            </a:lvl6pPr>
            <a:lvl7pPr lvl="6" rtl="0">
              <a:lnSpc>
                <a:spcPct val="90000"/>
              </a:lnSpc>
              <a:spcBef>
                <a:spcPts val="0"/>
              </a:spcBef>
              <a:spcAft>
                <a:spcPts val="0"/>
              </a:spcAft>
              <a:buSzPts val="3100"/>
              <a:buNone/>
              <a:defRPr/>
            </a:lvl7pPr>
            <a:lvl8pPr lvl="7" rtl="0">
              <a:lnSpc>
                <a:spcPct val="90000"/>
              </a:lnSpc>
              <a:spcBef>
                <a:spcPts val="0"/>
              </a:spcBef>
              <a:spcAft>
                <a:spcPts val="0"/>
              </a:spcAft>
              <a:buSzPts val="3100"/>
              <a:buNone/>
              <a:defRPr/>
            </a:lvl8pPr>
            <a:lvl9pPr lvl="8" rtl="0">
              <a:lnSpc>
                <a:spcPct val="90000"/>
              </a:lnSpc>
              <a:spcBef>
                <a:spcPts val="0"/>
              </a:spcBef>
              <a:spcAft>
                <a:spcPts val="0"/>
              </a:spcAft>
              <a:buSzPts val="3100"/>
              <a:buNone/>
              <a:defRPr/>
            </a:lvl9pPr>
          </a:lstStyle>
          <a:p/>
        </p:txBody>
      </p:sp>
      <p:sp>
        <p:nvSpPr>
          <p:cNvPr id="45" name="Google Shape;45;p7"/>
          <p:cNvSpPr txBox="1"/>
          <p:nvPr>
            <p:ph idx="1" type="subTitle"/>
          </p:nvPr>
        </p:nvSpPr>
        <p:spPr>
          <a:xfrm>
            <a:off x="713225" y="2558881"/>
            <a:ext cx="2789700" cy="13953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46" name="Google Shape;46;p7"/>
          <p:cNvSpPr/>
          <p:nvPr>
            <p:ph idx="2" type="pic"/>
          </p:nvPr>
        </p:nvSpPr>
        <p:spPr>
          <a:xfrm>
            <a:off x="4572000" y="0"/>
            <a:ext cx="4572000" cy="5143500"/>
          </a:xfrm>
          <a:prstGeom prst="rect">
            <a:avLst/>
          </a:prstGeom>
          <a:noFill/>
          <a:ln>
            <a:noFill/>
          </a:ln>
        </p:spPr>
      </p:sp>
      <p:sp>
        <p:nvSpPr>
          <p:cNvPr id="47" name="Google Shape;47;p7"/>
          <p:cNvSpPr/>
          <p:nvPr/>
        </p:nvSpPr>
        <p:spPr>
          <a:xfrm>
            <a:off x="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 name="Google Shape;48;p7"/>
          <p:cNvGrpSpPr/>
          <p:nvPr/>
        </p:nvGrpSpPr>
        <p:grpSpPr>
          <a:xfrm>
            <a:off x="0" y="-300"/>
            <a:ext cx="3812275" cy="4608875"/>
            <a:chOff x="0" y="-300"/>
            <a:chExt cx="3812275" cy="4608875"/>
          </a:xfrm>
        </p:grpSpPr>
        <p:cxnSp>
          <p:nvCxnSpPr>
            <p:cNvPr id="49" name="Google Shape;49;p7"/>
            <p:cNvCxnSpPr/>
            <p:nvPr/>
          </p:nvCxnSpPr>
          <p:spPr>
            <a:xfrm rot="10800000">
              <a:off x="3812275" y="-300"/>
              <a:ext cx="0" cy="699000"/>
            </a:xfrm>
            <a:prstGeom prst="straightConnector1">
              <a:avLst/>
            </a:prstGeom>
            <a:noFill/>
            <a:ln cap="flat" cmpd="sng" w="9525">
              <a:solidFill>
                <a:schemeClr val="dk1"/>
              </a:solidFill>
              <a:prstDash val="solid"/>
              <a:round/>
              <a:headEnd len="med" w="med" type="none"/>
              <a:tailEnd len="med" w="med" type="none"/>
            </a:ln>
          </p:spPr>
        </p:cxnSp>
        <p:cxnSp>
          <p:nvCxnSpPr>
            <p:cNvPr id="50" name="Google Shape;50;p7"/>
            <p:cNvCxnSpPr/>
            <p:nvPr/>
          </p:nvCxnSpPr>
          <p:spPr>
            <a:xfrm>
              <a:off x="0" y="4608575"/>
              <a:ext cx="3387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 name="Shape 51"/>
        <p:cNvGrpSpPr/>
        <p:nvPr/>
      </p:nvGrpSpPr>
      <p:grpSpPr>
        <a:xfrm>
          <a:off x="0" y="0"/>
          <a:ext cx="0" cy="0"/>
          <a:chOff x="0" y="0"/>
          <a:chExt cx="0" cy="0"/>
        </a:xfrm>
      </p:grpSpPr>
      <p:sp>
        <p:nvSpPr>
          <p:cNvPr id="52" name="Google Shape;52;p8"/>
          <p:cNvSpPr txBox="1"/>
          <p:nvPr>
            <p:ph type="title"/>
          </p:nvPr>
        </p:nvSpPr>
        <p:spPr>
          <a:xfrm>
            <a:off x="1864800" y="1219025"/>
            <a:ext cx="5414400" cy="2298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6000"/>
              <a:buNone/>
              <a:defRPr sz="6000"/>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p:txBody>
      </p:sp>
      <p:sp>
        <p:nvSpPr>
          <p:cNvPr id="53" name="Google Shape;53;p8"/>
          <p:cNvSpPr/>
          <p:nvPr/>
        </p:nvSpPr>
        <p:spPr>
          <a:xfrm flipH="1">
            <a:off x="-55375"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 name="Google Shape;54;p8"/>
          <p:cNvGrpSpPr/>
          <p:nvPr/>
        </p:nvGrpSpPr>
        <p:grpSpPr>
          <a:xfrm flipH="1">
            <a:off x="-55200" y="539500"/>
            <a:ext cx="9199200" cy="4604000"/>
            <a:chOff x="-55375" y="539500"/>
            <a:chExt cx="9199200" cy="4604000"/>
          </a:xfrm>
        </p:grpSpPr>
        <p:cxnSp>
          <p:nvCxnSpPr>
            <p:cNvPr id="55" name="Google Shape;55;p8"/>
            <p:cNvCxnSpPr/>
            <p:nvPr/>
          </p:nvCxnSpPr>
          <p:spPr>
            <a:xfrm>
              <a:off x="-55375" y="4608575"/>
              <a:ext cx="5659200" cy="0"/>
            </a:xfrm>
            <a:prstGeom prst="straightConnector1">
              <a:avLst/>
            </a:prstGeom>
            <a:noFill/>
            <a:ln cap="flat" cmpd="sng" w="9525">
              <a:solidFill>
                <a:schemeClr val="dk1"/>
              </a:solidFill>
              <a:prstDash val="solid"/>
              <a:round/>
              <a:headEnd len="med" w="med" type="none"/>
              <a:tailEnd len="med" w="med" type="none"/>
            </a:ln>
          </p:spPr>
        </p:cxnSp>
        <p:cxnSp>
          <p:nvCxnSpPr>
            <p:cNvPr id="56" name="Google Shape;56;p8"/>
            <p:cNvCxnSpPr/>
            <p:nvPr/>
          </p:nvCxnSpPr>
          <p:spPr>
            <a:xfrm>
              <a:off x="4502525" y="539500"/>
              <a:ext cx="4641300" cy="0"/>
            </a:xfrm>
            <a:prstGeom prst="straightConnector1">
              <a:avLst/>
            </a:prstGeom>
            <a:noFill/>
            <a:ln cap="flat" cmpd="sng" w="9525">
              <a:solidFill>
                <a:schemeClr val="dk1"/>
              </a:solidFill>
              <a:prstDash val="solid"/>
              <a:round/>
              <a:headEnd len="med" w="med" type="none"/>
              <a:tailEnd len="med" w="med" type="none"/>
            </a:ln>
          </p:spPr>
        </p:cxnSp>
        <p:cxnSp>
          <p:nvCxnSpPr>
            <p:cNvPr id="57" name="Google Shape;57;p8"/>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txBox="1"/>
          <p:nvPr>
            <p:ph type="title"/>
          </p:nvPr>
        </p:nvSpPr>
        <p:spPr>
          <a:xfrm>
            <a:off x="1962900" y="829786"/>
            <a:ext cx="5218200" cy="1338600"/>
          </a:xfrm>
          <a:prstGeom prst="rect">
            <a:avLst/>
          </a:prstGeom>
        </p:spPr>
        <p:txBody>
          <a:bodyPr anchorCtr="0" anchor="b" bIns="91425" lIns="91425" spcFirstLastPara="1" rIns="91425" wrap="square" tIns="91425">
            <a:noAutofit/>
          </a:bodyPr>
          <a:lstStyle>
            <a:lvl1pPr lvl="0">
              <a:spcBef>
                <a:spcPts val="0"/>
              </a:spcBef>
              <a:spcAft>
                <a:spcPts val="0"/>
              </a:spcAft>
              <a:buSzPts val="6000"/>
              <a:buNone/>
              <a:defRPr sz="4000"/>
            </a:lvl1pPr>
            <a:lvl2pPr lvl="1" algn="l">
              <a:spcBef>
                <a:spcPts val="0"/>
              </a:spcBef>
              <a:spcAft>
                <a:spcPts val="0"/>
              </a:spcAft>
              <a:buSzPts val="6000"/>
              <a:buNone/>
              <a:defRPr sz="6000"/>
            </a:lvl2pPr>
            <a:lvl3pPr lvl="2" algn="l">
              <a:spcBef>
                <a:spcPts val="0"/>
              </a:spcBef>
              <a:spcAft>
                <a:spcPts val="0"/>
              </a:spcAft>
              <a:buSzPts val="6000"/>
              <a:buNone/>
              <a:defRPr sz="6000"/>
            </a:lvl3pPr>
            <a:lvl4pPr lvl="3" algn="l">
              <a:spcBef>
                <a:spcPts val="0"/>
              </a:spcBef>
              <a:spcAft>
                <a:spcPts val="0"/>
              </a:spcAft>
              <a:buSzPts val="6000"/>
              <a:buNone/>
              <a:defRPr sz="6000"/>
            </a:lvl4pPr>
            <a:lvl5pPr lvl="4" algn="l">
              <a:spcBef>
                <a:spcPts val="0"/>
              </a:spcBef>
              <a:spcAft>
                <a:spcPts val="0"/>
              </a:spcAft>
              <a:buSzPts val="6000"/>
              <a:buNone/>
              <a:defRPr sz="6000"/>
            </a:lvl5pPr>
            <a:lvl6pPr lvl="5" algn="l">
              <a:spcBef>
                <a:spcPts val="0"/>
              </a:spcBef>
              <a:spcAft>
                <a:spcPts val="0"/>
              </a:spcAft>
              <a:buSzPts val="6000"/>
              <a:buNone/>
              <a:defRPr sz="6000"/>
            </a:lvl6pPr>
            <a:lvl7pPr lvl="6" algn="l">
              <a:spcBef>
                <a:spcPts val="0"/>
              </a:spcBef>
              <a:spcAft>
                <a:spcPts val="0"/>
              </a:spcAft>
              <a:buSzPts val="6000"/>
              <a:buNone/>
              <a:defRPr sz="6000"/>
            </a:lvl7pPr>
            <a:lvl8pPr lvl="7" algn="l">
              <a:spcBef>
                <a:spcPts val="0"/>
              </a:spcBef>
              <a:spcAft>
                <a:spcPts val="0"/>
              </a:spcAft>
              <a:buSzPts val="6000"/>
              <a:buNone/>
              <a:defRPr sz="6000"/>
            </a:lvl8pPr>
            <a:lvl9pPr lvl="8" algn="l">
              <a:spcBef>
                <a:spcPts val="0"/>
              </a:spcBef>
              <a:spcAft>
                <a:spcPts val="0"/>
              </a:spcAft>
              <a:buSzPts val="6000"/>
              <a:buNone/>
              <a:defRPr sz="6000"/>
            </a:lvl9pPr>
          </a:lstStyle>
          <a:p/>
        </p:txBody>
      </p:sp>
      <p:sp>
        <p:nvSpPr>
          <p:cNvPr id="60" name="Google Shape;60;p9"/>
          <p:cNvSpPr txBox="1"/>
          <p:nvPr>
            <p:ph idx="1" type="subTitle"/>
          </p:nvPr>
        </p:nvSpPr>
        <p:spPr>
          <a:xfrm>
            <a:off x="1962900" y="2282714"/>
            <a:ext cx="5218200" cy="20310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p:txBody>
      </p:sp>
      <p:sp>
        <p:nvSpPr>
          <p:cNvPr id="61" name="Google Shape;61;p9"/>
          <p:cNvSpPr/>
          <p:nvPr/>
        </p:nvSpPr>
        <p:spPr>
          <a:xfrm>
            <a:off x="75" y="4426700"/>
            <a:ext cx="9144000" cy="71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 name="Google Shape;62;p9"/>
          <p:cNvGrpSpPr/>
          <p:nvPr/>
        </p:nvGrpSpPr>
        <p:grpSpPr>
          <a:xfrm>
            <a:off x="712700" y="539500"/>
            <a:ext cx="8431300" cy="4604000"/>
            <a:chOff x="712700" y="539500"/>
            <a:chExt cx="8431300" cy="4604000"/>
          </a:xfrm>
        </p:grpSpPr>
        <p:cxnSp>
          <p:nvCxnSpPr>
            <p:cNvPr id="63" name="Google Shape;63;p9"/>
            <p:cNvCxnSpPr/>
            <p:nvPr/>
          </p:nvCxnSpPr>
          <p:spPr>
            <a:xfrm>
              <a:off x="4572000" y="539500"/>
              <a:ext cx="4572000" cy="0"/>
            </a:xfrm>
            <a:prstGeom prst="straightConnector1">
              <a:avLst/>
            </a:prstGeom>
            <a:noFill/>
            <a:ln cap="flat" cmpd="sng" w="9525">
              <a:solidFill>
                <a:schemeClr val="dk1"/>
              </a:solidFill>
              <a:prstDash val="solid"/>
              <a:round/>
              <a:headEnd len="med" w="med" type="none"/>
              <a:tailEnd len="med" w="med" type="none"/>
            </a:ln>
          </p:spPr>
        </p:cxnSp>
        <p:cxnSp>
          <p:nvCxnSpPr>
            <p:cNvPr id="64" name="Google Shape;64;p9"/>
            <p:cNvCxnSpPr/>
            <p:nvPr/>
          </p:nvCxnSpPr>
          <p:spPr>
            <a:xfrm rot="10800000">
              <a:off x="712700" y="1685400"/>
              <a:ext cx="0" cy="34581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 name="Shape 65"/>
        <p:cNvGrpSpPr/>
        <p:nvPr/>
      </p:nvGrpSpPr>
      <p:grpSpPr>
        <a:xfrm>
          <a:off x="0" y="0"/>
          <a:ext cx="0" cy="0"/>
          <a:chOff x="0" y="0"/>
          <a:chExt cx="0" cy="0"/>
        </a:xfrm>
      </p:grpSpPr>
      <p:sp>
        <p:nvSpPr>
          <p:cNvPr id="66" name="Google Shape;66;p10"/>
          <p:cNvSpPr/>
          <p:nvPr>
            <p:ph idx="2" type="pic"/>
          </p:nvPr>
        </p:nvSpPr>
        <p:spPr>
          <a:xfrm>
            <a:off x="0" y="0"/>
            <a:ext cx="9144000" cy="5143500"/>
          </a:xfrm>
          <a:prstGeom prst="rect">
            <a:avLst/>
          </a:prstGeom>
          <a:noFill/>
          <a:ln>
            <a:noFill/>
          </a:ln>
        </p:spPr>
      </p:sp>
      <p:sp>
        <p:nvSpPr>
          <p:cNvPr id="67" name="Google Shape;67;p10"/>
          <p:cNvSpPr txBox="1"/>
          <p:nvPr>
            <p:ph type="title"/>
          </p:nvPr>
        </p:nvSpPr>
        <p:spPr>
          <a:xfrm>
            <a:off x="713225" y="3946875"/>
            <a:ext cx="7717500" cy="6618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lgn="l">
              <a:spcBef>
                <a:spcPts val="0"/>
              </a:spcBef>
              <a:spcAft>
                <a:spcPts val="0"/>
              </a:spcAft>
              <a:buSzPts val="3100"/>
              <a:buNone/>
              <a:defRPr/>
            </a:lvl2pPr>
            <a:lvl3pPr lvl="2" rtl="0" algn="l">
              <a:spcBef>
                <a:spcPts val="0"/>
              </a:spcBef>
              <a:spcAft>
                <a:spcPts val="0"/>
              </a:spcAft>
              <a:buSzPts val="3100"/>
              <a:buNone/>
              <a:defRPr/>
            </a:lvl3pPr>
            <a:lvl4pPr lvl="3" rtl="0" algn="l">
              <a:spcBef>
                <a:spcPts val="0"/>
              </a:spcBef>
              <a:spcAft>
                <a:spcPts val="0"/>
              </a:spcAft>
              <a:buSzPts val="3100"/>
              <a:buNone/>
              <a:defRPr/>
            </a:lvl4pPr>
            <a:lvl5pPr lvl="4" rtl="0" algn="l">
              <a:spcBef>
                <a:spcPts val="0"/>
              </a:spcBef>
              <a:spcAft>
                <a:spcPts val="0"/>
              </a:spcAft>
              <a:buSzPts val="3100"/>
              <a:buNone/>
              <a:defRPr/>
            </a:lvl5pPr>
            <a:lvl6pPr lvl="5" rtl="0" algn="l">
              <a:spcBef>
                <a:spcPts val="0"/>
              </a:spcBef>
              <a:spcAft>
                <a:spcPts val="0"/>
              </a:spcAft>
              <a:buSzPts val="3100"/>
              <a:buNone/>
              <a:defRPr/>
            </a:lvl6pPr>
            <a:lvl7pPr lvl="6" rtl="0" algn="l">
              <a:spcBef>
                <a:spcPts val="0"/>
              </a:spcBef>
              <a:spcAft>
                <a:spcPts val="0"/>
              </a:spcAft>
              <a:buSzPts val="3100"/>
              <a:buNone/>
              <a:defRPr/>
            </a:lvl7pPr>
            <a:lvl8pPr lvl="7" rtl="0" algn="l">
              <a:spcBef>
                <a:spcPts val="0"/>
              </a:spcBef>
              <a:spcAft>
                <a:spcPts val="0"/>
              </a:spcAft>
              <a:buSzPts val="3100"/>
              <a:buNone/>
              <a:defRPr/>
            </a:lvl8pPr>
            <a:lvl9pPr lvl="8" rtl="0" algn="l">
              <a:spcBef>
                <a:spcPts val="0"/>
              </a:spcBef>
              <a:spcAft>
                <a:spcPts val="0"/>
              </a:spcAft>
              <a:buSzPts val="31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8" name="Shape 68"/>
        <p:cNvGrpSpPr/>
        <p:nvPr/>
      </p:nvGrpSpPr>
      <p:grpSpPr>
        <a:xfrm>
          <a:off x="0" y="0"/>
          <a:ext cx="0" cy="0"/>
          <a:chOff x="0" y="0"/>
          <a:chExt cx="0" cy="0"/>
        </a:xfrm>
      </p:grpSpPr>
      <p:sp>
        <p:nvSpPr>
          <p:cNvPr id="69" name="Google Shape;69;p11"/>
          <p:cNvSpPr txBox="1"/>
          <p:nvPr>
            <p:ph hasCustomPrompt="1" type="title"/>
          </p:nvPr>
        </p:nvSpPr>
        <p:spPr>
          <a:xfrm>
            <a:off x="1604400" y="1354558"/>
            <a:ext cx="5935200" cy="1844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0"/>
              <a:buNone/>
              <a:defRPr sz="7400"/>
            </a:lvl1pPr>
            <a:lvl2pPr lvl="1" algn="ctr">
              <a:spcBef>
                <a:spcPts val="0"/>
              </a:spcBef>
              <a:spcAft>
                <a:spcPts val="0"/>
              </a:spcAft>
              <a:buSzPts val="13000"/>
              <a:buNone/>
              <a:defRPr sz="13000"/>
            </a:lvl2pPr>
            <a:lvl3pPr lvl="2" algn="ctr">
              <a:spcBef>
                <a:spcPts val="0"/>
              </a:spcBef>
              <a:spcAft>
                <a:spcPts val="0"/>
              </a:spcAft>
              <a:buSzPts val="13000"/>
              <a:buNone/>
              <a:defRPr sz="13000"/>
            </a:lvl3pPr>
            <a:lvl4pPr lvl="3" algn="ctr">
              <a:spcBef>
                <a:spcPts val="0"/>
              </a:spcBef>
              <a:spcAft>
                <a:spcPts val="0"/>
              </a:spcAft>
              <a:buSzPts val="13000"/>
              <a:buNone/>
              <a:defRPr sz="13000"/>
            </a:lvl4pPr>
            <a:lvl5pPr lvl="4" algn="ctr">
              <a:spcBef>
                <a:spcPts val="0"/>
              </a:spcBef>
              <a:spcAft>
                <a:spcPts val="0"/>
              </a:spcAft>
              <a:buSzPts val="13000"/>
              <a:buNone/>
              <a:defRPr sz="13000"/>
            </a:lvl5pPr>
            <a:lvl6pPr lvl="5" algn="ctr">
              <a:spcBef>
                <a:spcPts val="0"/>
              </a:spcBef>
              <a:spcAft>
                <a:spcPts val="0"/>
              </a:spcAft>
              <a:buSzPts val="13000"/>
              <a:buNone/>
              <a:defRPr sz="13000"/>
            </a:lvl6pPr>
            <a:lvl7pPr lvl="6" algn="ctr">
              <a:spcBef>
                <a:spcPts val="0"/>
              </a:spcBef>
              <a:spcAft>
                <a:spcPts val="0"/>
              </a:spcAft>
              <a:buSzPts val="13000"/>
              <a:buNone/>
              <a:defRPr sz="13000"/>
            </a:lvl7pPr>
            <a:lvl8pPr lvl="7" algn="ctr">
              <a:spcBef>
                <a:spcPts val="0"/>
              </a:spcBef>
              <a:spcAft>
                <a:spcPts val="0"/>
              </a:spcAft>
              <a:buSzPts val="13000"/>
              <a:buNone/>
              <a:defRPr sz="13000"/>
            </a:lvl8pPr>
            <a:lvl9pPr lvl="8" algn="ctr">
              <a:spcBef>
                <a:spcPts val="0"/>
              </a:spcBef>
              <a:spcAft>
                <a:spcPts val="0"/>
              </a:spcAft>
              <a:buSzPts val="13000"/>
              <a:buNone/>
              <a:defRPr sz="13000"/>
            </a:lvl9pPr>
          </a:lstStyle>
          <a:p>
            <a:r>
              <a:t>xx%</a:t>
            </a:r>
          </a:p>
        </p:txBody>
      </p:sp>
      <p:sp>
        <p:nvSpPr>
          <p:cNvPr id="70" name="Google Shape;70;p11"/>
          <p:cNvSpPr txBox="1"/>
          <p:nvPr>
            <p:ph idx="1" type="subTitle"/>
          </p:nvPr>
        </p:nvSpPr>
        <p:spPr>
          <a:xfrm>
            <a:off x="1604400" y="3199142"/>
            <a:ext cx="5935200" cy="589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850"/>
              <a:buNone/>
              <a:defRPr sz="1550"/>
            </a:lvl1pPr>
            <a:lvl2pPr lvl="1" rtl="0" algn="ctr">
              <a:lnSpc>
                <a:spcPct val="115000"/>
              </a:lnSpc>
              <a:spcBef>
                <a:spcPts val="0"/>
              </a:spcBef>
              <a:spcAft>
                <a:spcPts val="0"/>
              </a:spcAft>
              <a:buSzPts val="1850"/>
              <a:buNone/>
              <a:defRPr sz="1850"/>
            </a:lvl2pPr>
            <a:lvl3pPr lvl="2" rtl="0" algn="ctr">
              <a:lnSpc>
                <a:spcPct val="115000"/>
              </a:lnSpc>
              <a:spcBef>
                <a:spcPts val="0"/>
              </a:spcBef>
              <a:spcAft>
                <a:spcPts val="0"/>
              </a:spcAft>
              <a:buSzPts val="1850"/>
              <a:buNone/>
              <a:defRPr sz="1850"/>
            </a:lvl3pPr>
            <a:lvl4pPr lvl="3" rtl="0" algn="ctr">
              <a:lnSpc>
                <a:spcPct val="115000"/>
              </a:lnSpc>
              <a:spcBef>
                <a:spcPts val="0"/>
              </a:spcBef>
              <a:spcAft>
                <a:spcPts val="0"/>
              </a:spcAft>
              <a:buSzPts val="1850"/>
              <a:buNone/>
              <a:defRPr sz="1850"/>
            </a:lvl4pPr>
            <a:lvl5pPr lvl="4" rtl="0" algn="ctr">
              <a:lnSpc>
                <a:spcPct val="115000"/>
              </a:lnSpc>
              <a:spcBef>
                <a:spcPts val="0"/>
              </a:spcBef>
              <a:spcAft>
                <a:spcPts val="0"/>
              </a:spcAft>
              <a:buSzPts val="1850"/>
              <a:buNone/>
              <a:defRPr sz="1850"/>
            </a:lvl5pPr>
            <a:lvl6pPr lvl="5" rtl="0" algn="ctr">
              <a:lnSpc>
                <a:spcPct val="115000"/>
              </a:lnSpc>
              <a:spcBef>
                <a:spcPts val="0"/>
              </a:spcBef>
              <a:spcAft>
                <a:spcPts val="0"/>
              </a:spcAft>
              <a:buSzPts val="1850"/>
              <a:buNone/>
              <a:defRPr sz="1850"/>
            </a:lvl6pPr>
            <a:lvl7pPr lvl="6" rtl="0" algn="ctr">
              <a:lnSpc>
                <a:spcPct val="115000"/>
              </a:lnSpc>
              <a:spcBef>
                <a:spcPts val="0"/>
              </a:spcBef>
              <a:spcAft>
                <a:spcPts val="0"/>
              </a:spcAft>
              <a:buSzPts val="1850"/>
              <a:buNone/>
              <a:defRPr sz="1850"/>
            </a:lvl7pPr>
            <a:lvl8pPr lvl="7" rtl="0" algn="ctr">
              <a:lnSpc>
                <a:spcPct val="115000"/>
              </a:lnSpc>
              <a:spcBef>
                <a:spcPts val="0"/>
              </a:spcBef>
              <a:spcAft>
                <a:spcPts val="0"/>
              </a:spcAft>
              <a:buSzPts val="1850"/>
              <a:buNone/>
              <a:defRPr sz="1850"/>
            </a:lvl8pPr>
            <a:lvl9pPr lvl="8" rtl="0" algn="ctr">
              <a:lnSpc>
                <a:spcPct val="115000"/>
              </a:lnSpc>
              <a:spcBef>
                <a:spcPts val="0"/>
              </a:spcBef>
              <a:spcAft>
                <a:spcPts val="0"/>
              </a:spcAft>
              <a:buSzPts val="1850"/>
              <a:buNone/>
              <a:defRPr sz="1850"/>
            </a:lvl9pPr>
          </a:lstStyle>
          <a:p/>
        </p:txBody>
      </p:sp>
      <p:sp>
        <p:nvSpPr>
          <p:cNvPr id="71" name="Google Shape;71;p11"/>
          <p:cNvSpPr/>
          <p:nvPr/>
        </p:nvSpPr>
        <p:spPr>
          <a:xfrm rot="10800000">
            <a:off x="-55375"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 name="Google Shape;72;p11"/>
          <p:cNvGrpSpPr/>
          <p:nvPr/>
        </p:nvGrpSpPr>
        <p:grpSpPr>
          <a:xfrm rot="10800000">
            <a:off x="-55325" y="0"/>
            <a:ext cx="9199325" cy="4604000"/>
            <a:chOff x="-55375" y="539500"/>
            <a:chExt cx="9199325" cy="4604000"/>
          </a:xfrm>
        </p:grpSpPr>
        <p:cxnSp>
          <p:nvCxnSpPr>
            <p:cNvPr id="73" name="Google Shape;73;p11"/>
            <p:cNvCxnSpPr/>
            <p:nvPr/>
          </p:nvCxnSpPr>
          <p:spPr>
            <a:xfrm>
              <a:off x="-55375" y="4608575"/>
              <a:ext cx="4563600" cy="0"/>
            </a:xfrm>
            <a:prstGeom prst="straightConnector1">
              <a:avLst/>
            </a:prstGeom>
            <a:noFill/>
            <a:ln cap="flat" cmpd="sng" w="9525">
              <a:solidFill>
                <a:schemeClr val="dk1"/>
              </a:solidFill>
              <a:prstDash val="solid"/>
              <a:round/>
              <a:headEnd len="med" w="med" type="none"/>
              <a:tailEnd len="med" w="med" type="none"/>
            </a:ln>
          </p:spPr>
        </p:cxnSp>
        <p:cxnSp>
          <p:nvCxnSpPr>
            <p:cNvPr id="74" name="Google Shape;74;p11"/>
            <p:cNvCxnSpPr/>
            <p:nvPr/>
          </p:nvCxnSpPr>
          <p:spPr>
            <a:xfrm>
              <a:off x="2576350" y="539500"/>
              <a:ext cx="6567600" cy="0"/>
            </a:xfrm>
            <a:prstGeom prst="straightConnector1">
              <a:avLst/>
            </a:prstGeom>
            <a:noFill/>
            <a:ln cap="flat" cmpd="sng" w="9525">
              <a:solidFill>
                <a:schemeClr val="dk1"/>
              </a:solidFill>
              <a:prstDash val="solid"/>
              <a:round/>
              <a:headEnd len="med" w="med" type="none"/>
              <a:tailEnd len="med" w="med" type="none"/>
            </a:ln>
          </p:spPr>
        </p:cxnSp>
        <p:cxnSp>
          <p:nvCxnSpPr>
            <p:cNvPr id="75" name="Google Shape;75;p11"/>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76" name="Shape 7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7" name="Shape 77"/>
        <p:cNvGrpSpPr/>
        <p:nvPr/>
      </p:nvGrpSpPr>
      <p:grpSpPr>
        <a:xfrm>
          <a:off x="0" y="0"/>
          <a:ext cx="0" cy="0"/>
          <a:chOff x="0" y="0"/>
          <a:chExt cx="0" cy="0"/>
        </a:xfrm>
      </p:grpSpPr>
      <p:sp>
        <p:nvSpPr>
          <p:cNvPr id="78" name="Google Shape;78;p13"/>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79" name="Google Shape;79;p13"/>
          <p:cNvSpPr txBox="1"/>
          <p:nvPr>
            <p:ph idx="1" type="subTitle"/>
          </p:nvPr>
        </p:nvSpPr>
        <p:spPr>
          <a:xfrm>
            <a:off x="1936100" y="2129352"/>
            <a:ext cx="22887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80" name="Google Shape;80;p13"/>
          <p:cNvSpPr txBox="1"/>
          <p:nvPr>
            <p:ph idx="2" type="subTitle"/>
          </p:nvPr>
        </p:nvSpPr>
        <p:spPr>
          <a:xfrm>
            <a:off x="1936100" y="1370275"/>
            <a:ext cx="2288700" cy="803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81" name="Google Shape;81;p13"/>
          <p:cNvSpPr txBox="1"/>
          <p:nvPr>
            <p:ph hasCustomPrompt="1" idx="3" type="title"/>
          </p:nvPr>
        </p:nvSpPr>
        <p:spPr>
          <a:xfrm>
            <a:off x="993600" y="1483400"/>
            <a:ext cx="876300" cy="1152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600"/>
              <a:buNone/>
              <a:defRPr sz="3400"/>
            </a:lvl1pPr>
            <a:lvl2pPr lvl="1" rtl="0" algn="ctr">
              <a:spcBef>
                <a:spcPts val="0"/>
              </a:spcBef>
              <a:spcAft>
                <a:spcPts val="0"/>
              </a:spcAft>
              <a:buSzPts val="4600"/>
              <a:buNone/>
              <a:defRPr sz="4600"/>
            </a:lvl2pPr>
            <a:lvl3pPr lvl="2" rtl="0" algn="ctr">
              <a:spcBef>
                <a:spcPts val="0"/>
              </a:spcBef>
              <a:spcAft>
                <a:spcPts val="0"/>
              </a:spcAft>
              <a:buSzPts val="4600"/>
              <a:buNone/>
              <a:defRPr sz="4600"/>
            </a:lvl3pPr>
            <a:lvl4pPr lvl="3" rtl="0" algn="ctr">
              <a:spcBef>
                <a:spcPts val="0"/>
              </a:spcBef>
              <a:spcAft>
                <a:spcPts val="0"/>
              </a:spcAft>
              <a:buSzPts val="4600"/>
              <a:buNone/>
              <a:defRPr sz="4600"/>
            </a:lvl4pPr>
            <a:lvl5pPr lvl="4" rtl="0" algn="ctr">
              <a:spcBef>
                <a:spcPts val="0"/>
              </a:spcBef>
              <a:spcAft>
                <a:spcPts val="0"/>
              </a:spcAft>
              <a:buSzPts val="4600"/>
              <a:buNone/>
              <a:defRPr sz="4600"/>
            </a:lvl5pPr>
            <a:lvl6pPr lvl="5" rtl="0" algn="ctr">
              <a:spcBef>
                <a:spcPts val="0"/>
              </a:spcBef>
              <a:spcAft>
                <a:spcPts val="0"/>
              </a:spcAft>
              <a:buSzPts val="4600"/>
              <a:buNone/>
              <a:defRPr sz="4600"/>
            </a:lvl6pPr>
            <a:lvl7pPr lvl="6" rtl="0" algn="ctr">
              <a:spcBef>
                <a:spcPts val="0"/>
              </a:spcBef>
              <a:spcAft>
                <a:spcPts val="0"/>
              </a:spcAft>
              <a:buSzPts val="4600"/>
              <a:buNone/>
              <a:defRPr sz="4600"/>
            </a:lvl7pPr>
            <a:lvl8pPr lvl="7" rtl="0" algn="ctr">
              <a:spcBef>
                <a:spcPts val="0"/>
              </a:spcBef>
              <a:spcAft>
                <a:spcPts val="0"/>
              </a:spcAft>
              <a:buSzPts val="4600"/>
              <a:buNone/>
              <a:defRPr sz="4600"/>
            </a:lvl8pPr>
            <a:lvl9pPr lvl="8" rtl="0" algn="ctr">
              <a:spcBef>
                <a:spcPts val="0"/>
              </a:spcBef>
              <a:spcAft>
                <a:spcPts val="0"/>
              </a:spcAft>
              <a:buSzPts val="4600"/>
              <a:buNone/>
              <a:defRPr sz="4600"/>
            </a:lvl9pPr>
          </a:lstStyle>
          <a:p>
            <a:r>
              <a:t>xx%</a:t>
            </a:r>
          </a:p>
        </p:txBody>
      </p:sp>
      <p:sp>
        <p:nvSpPr>
          <p:cNvPr id="82" name="Google Shape;82;p13"/>
          <p:cNvSpPr txBox="1"/>
          <p:nvPr>
            <p:ph idx="4" type="subTitle"/>
          </p:nvPr>
        </p:nvSpPr>
        <p:spPr>
          <a:xfrm>
            <a:off x="1936100" y="3827175"/>
            <a:ext cx="22887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83" name="Google Shape;83;p13"/>
          <p:cNvSpPr txBox="1"/>
          <p:nvPr>
            <p:ph idx="5" type="subTitle"/>
          </p:nvPr>
        </p:nvSpPr>
        <p:spPr>
          <a:xfrm>
            <a:off x="1936100" y="3068200"/>
            <a:ext cx="2288700" cy="803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84" name="Google Shape;84;p13"/>
          <p:cNvSpPr txBox="1"/>
          <p:nvPr>
            <p:ph hasCustomPrompt="1" idx="6" type="title"/>
          </p:nvPr>
        </p:nvSpPr>
        <p:spPr>
          <a:xfrm>
            <a:off x="993600" y="3179712"/>
            <a:ext cx="876300" cy="1152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600"/>
              <a:buNone/>
              <a:defRPr sz="3400"/>
            </a:lvl1pPr>
            <a:lvl2pPr lvl="1" rtl="0" algn="ctr">
              <a:spcBef>
                <a:spcPts val="0"/>
              </a:spcBef>
              <a:spcAft>
                <a:spcPts val="0"/>
              </a:spcAft>
              <a:buSzPts val="4600"/>
              <a:buNone/>
              <a:defRPr sz="4600"/>
            </a:lvl2pPr>
            <a:lvl3pPr lvl="2" rtl="0" algn="ctr">
              <a:spcBef>
                <a:spcPts val="0"/>
              </a:spcBef>
              <a:spcAft>
                <a:spcPts val="0"/>
              </a:spcAft>
              <a:buSzPts val="4600"/>
              <a:buNone/>
              <a:defRPr sz="4600"/>
            </a:lvl3pPr>
            <a:lvl4pPr lvl="3" rtl="0" algn="ctr">
              <a:spcBef>
                <a:spcPts val="0"/>
              </a:spcBef>
              <a:spcAft>
                <a:spcPts val="0"/>
              </a:spcAft>
              <a:buSzPts val="4600"/>
              <a:buNone/>
              <a:defRPr sz="4600"/>
            </a:lvl4pPr>
            <a:lvl5pPr lvl="4" rtl="0" algn="ctr">
              <a:spcBef>
                <a:spcPts val="0"/>
              </a:spcBef>
              <a:spcAft>
                <a:spcPts val="0"/>
              </a:spcAft>
              <a:buSzPts val="4600"/>
              <a:buNone/>
              <a:defRPr sz="4600"/>
            </a:lvl5pPr>
            <a:lvl6pPr lvl="5" rtl="0" algn="ctr">
              <a:spcBef>
                <a:spcPts val="0"/>
              </a:spcBef>
              <a:spcAft>
                <a:spcPts val="0"/>
              </a:spcAft>
              <a:buSzPts val="4600"/>
              <a:buNone/>
              <a:defRPr sz="4600"/>
            </a:lvl6pPr>
            <a:lvl7pPr lvl="6" rtl="0" algn="ctr">
              <a:spcBef>
                <a:spcPts val="0"/>
              </a:spcBef>
              <a:spcAft>
                <a:spcPts val="0"/>
              </a:spcAft>
              <a:buSzPts val="4600"/>
              <a:buNone/>
              <a:defRPr sz="4600"/>
            </a:lvl7pPr>
            <a:lvl8pPr lvl="7" rtl="0" algn="ctr">
              <a:spcBef>
                <a:spcPts val="0"/>
              </a:spcBef>
              <a:spcAft>
                <a:spcPts val="0"/>
              </a:spcAft>
              <a:buSzPts val="4600"/>
              <a:buNone/>
              <a:defRPr sz="4600"/>
            </a:lvl8pPr>
            <a:lvl9pPr lvl="8" rtl="0" algn="ctr">
              <a:spcBef>
                <a:spcPts val="0"/>
              </a:spcBef>
              <a:spcAft>
                <a:spcPts val="0"/>
              </a:spcAft>
              <a:buSzPts val="4600"/>
              <a:buNone/>
              <a:defRPr sz="4600"/>
            </a:lvl9pPr>
          </a:lstStyle>
          <a:p>
            <a:r>
              <a:t>xx%</a:t>
            </a:r>
          </a:p>
        </p:txBody>
      </p:sp>
      <p:sp>
        <p:nvSpPr>
          <p:cNvPr id="85" name="Google Shape;85;p13"/>
          <p:cNvSpPr txBox="1"/>
          <p:nvPr>
            <p:ph idx="7" type="subTitle"/>
          </p:nvPr>
        </p:nvSpPr>
        <p:spPr>
          <a:xfrm>
            <a:off x="5969570" y="2129352"/>
            <a:ext cx="22887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86" name="Google Shape;86;p13"/>
          <p:cNvSpPr txBox="1"/>
          <p:nvPr>
            <p:ph idx="8" type="subTitle"/>
          </p:nvPr>
        </p:nvSpPr>
        <p:spPr>
          <a:xfrm>
            <a:off x="5969570" y="1370275"/>
            <a:ext cx="2288700" cy="803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87" name="Google Shape;87;p13"/>
          <p:cNvSpPr txBox="1"/>
          <p:nvPr>
            <p:ph hasCustomPrompt="1" idx="9" type="title"/>
          </p:nvPr>
        </p:nvSpPr>
        <p:spPr>
          <a:xfrm>
            <a:off x="5033780" y="1483400"/>
            <a:ext cx="876300" cy="1152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600"/>
              <a:buNone/>
              <a:defRPr sz="3400"/>
            </a:lvl1pPr>
            <a:lvl2pPr lvl="1" rtl="0" algn="ctr">
              <a:spcBef>
                <a:spcPts val="0"/>
              </a:spcBef>
              <a:spcAft>
                <a:spcPts val="0"/>
              </a:spcAft>
              <a:buSzPts val="4600"/>
              <a:buNone/>
              <a:defRPr sz="4600"/>
            </a:lvl2pPr>
            <a:lvl3pPr lvl="2" rtl="0" algn="ctr">
              <a:spcBef>
                <a:spcPts val="0"/>
              </a:spcBef>
              <a:spcAft>
                <a:spcPts val="0"/>
              </a:spcAft>
              <a:buSzPts val="4600"/>
              <a:buNone/>
              <a:defRPr sz="4600"/>
            </a:lvl3pPr>
            <a:lvl4pPr lvl="3" rtl="0" algn="ctr">
              <a:spcBef>
                <a:spcPts val="0"/>
              </a:spcBef>
              <a:spcAft>
                <a:spcPts val="0"/>
              </a:spcAft>
              <a:buSzPts val="4600"/>
              <a:buNone/>
              <a:defRPr sz="4600"/>
            </a:lvl4pPr>
            <a:lvl5pPr lvl="4" rtl="0" algn="ctr">
              <a:spcBef>
                <a:spcPts val="0"/>
              </a:spcBef>
              <a:spcAft>
                <a:spcPts val="0"/>
              </a:spcAft>
              <a:buSzPts val="4600"/>
              <a:buNone/>
              <a:defRPr sz="4600"/>
            </a:lvl5pPr>
            <a:lvl6pPr lvl="5" rtl="0" algn="ctr">
              <a:spcBef>
                <a:spcPts val="0"/>
              </a:spcBef>
              <a:spcAft>
                <a:spcPts val="0"/>
              </a:spcAft>
              <a:buSzPts val="4600"/>
              <a:buNone/>
              <a:defRPr sz="4600"/>
            </a:lvl6pPr>
            <a:lvl7pPr lvl="6" rtl="0" algn="ctr">
              <a:spcBef>
                <a:spcPts val="0"/>
              </a:spcBef>
              <a:spcAft>
                <a:spcPts val="0"/>
              </a:spcAft>
              <a:buSzPts val="4600"/>
              <a:buNone/>
              <a:defRPr sz="4600"/>
            </a:lvl7pPr>
            <a:lvl8pPr lvl="7" rtl="0" algn="ctr">
              <a:spcBef>
                <a:spcPts val="0"/>
              </a:spcBef>
              <a:spcAft>
                <a:spcPts val="0"/>
              </a:spcAft>
              <a:buSzPts val="4600"/>
              <a:buNone/>
              <a:defRPr sz="4600"/>
            </a:lvl8pPr>
            <a:lvl9pPr lvl="8" rtl="0" algn="ctr">
              <a:spcBef>
                <a:spcPts val="0"/>
              </a:spcBef>
              <a:spcAft>
                <a:spcPts val="0"/>
              </a:spcAft>
              <a:buSzPts val="4600"/>
              <a:buNone/>
              <a:defRPr sz="4600"/>
            </a:lvl9pPr>
          </a:lstStyle>
          <a:p>
            <a:r>
              <a:t>xx%</a:t>
            </a:r>
          </a:p>
        </p:txBody>
      </p:sp>
      <p:sp>
        <p:nvSpPr>
          <p:cNvPr id="88" name="Google Shape;88;p13"/>
          <p:cNvSpPr txBox="1"/>
          <p:nvPr>
            <p:ph idx="13" type="subTitle"/>
          </p:nvPr>
        </p:nvSpPr>
        <p:spPr>
          <a:xfrm>
            <a:off x="5969570" y="3827175"/>
            <a:ext cx="2288700" cy="648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89" name="Google Shape;89;p13"/>
          <p:cNvSpPr txBox="1"/>
          <p:nvPr>
            <p:ph idx="14" type="subTitle"/>
          </p:nvPr>
        </p:nvSpPr>
        <p:spPr>
          <a:xfrm>
            <a:off x="5969570" y="3068200"/>
            <a:ext cx="2288700" cy="803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90" name="Google Shape;90;p13"/>
          <p:cNvSpPr txBox="1"/>
          <p:nvPr>
            <p:ph hasCustomPrompt="1" idx="15" type="title"/>
          </p:nvPr>
        </p:nvSpPr>
        <p:spPr>
          <a:xfrm>
            <a:off x="5033780" y="3179712"/>
            <a:ext cx="876300" cy="1152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600"/>
              <a:buNone/>
              <a:defRPr sz="3400"/>
            </a:lvl1pPr>
            <a:lvl2pPr lvl="1" rtl="0" algn="ctr">
              <a:spcBef>
                <a:spcPts val="0"/>
              </a:spcBef>
              <a:spcAft>
                <a:spcPts val="0"/>
              </a:spcAft>
              <a:buSzPts val="4600"/>
              <a:buNone/>
              <a:defRPr sz="4600"/>
            </a:lvl2pPr>
            <a:lvl3pPr lvl="2" rtl="0" algn="ctr">
              <a:spcBef>
                <a:spcPts val="0"/>
              </a:spcBef>
              <a:spcAft>
                <a:spcPts val="0"/>
              </a:spcAft>
              <a:buSzPts val="4600"/>
              <a:buNone/>
              <a:defRPr sz="4600"/>
            </a:lvl3pPr>
            <a:lvl4pPr lvl="3" rtl="0" algn="ctr">
              <a:spcBef>
                <a:spcPts val="0"/>
              </a:spcBef>
              <a:spcAft>
                <a:spcPts val="0"/>
              </a:spcAft>
              <a:buSzPts val="4600"/>
              <a:buNone/>
              <a:defRPr sz="4600"/>
            </a:lvl4pPr>
            <a:lvl5pPr lvl="4" rtl="0" algn="ctr">
              <a:spcBef>
                <a:spcPts val="0"/>
              </a:spcBef>
              <a:spcAft>
                <a:spcPts val="0"/>
              </a:spcAft>
              <a:buSzPts val="4600"/>
              <a:buNone/>
              <a:defRPr sz="4600"/>
            </a:lvl5pPr>
            <a:lvl6pPr lvl="5" rtl="0" algn="ctr">
              <a:spcBef>
                <a:spcPts val="0"/>
              </a:spcBef>
              <a:spcAft>
                <a:spcPts val="0"/>
              </a:spcAft>
              <a:buSzPts val="4600"/>
              <a:buNone/>
              <a:defRPr sz="4600"/>
            </a:lvl6pPr>
            <a:lvl7pPr lvl="6" rtl="0" algn="ctr">
              <a:spcBef>
                <a:spcPts val="0"/>
              </a:spcBef>
              <a:spcAft>
                <a:spcPts val="0"/>
              </a:spcAft>
              <a:buSzPts val="4600"/>
              <a:buNone/>
              <a:defRPr sz="4600"/>
            </a:lvl7pPr>
            <a:lvl8pPr lvl="7" rtl="0" algn="ctr">
              <a:spcBef>
                <a:spcPts val="0"/>
              </a:spcBef>
              <a:spcAft>
                <a:spcPts val="0"/>
              </a:spcAft>
              <a:buSzPts val="4600"/>
              <a:buNone/>
              <a:defRPr sz="4600"/>
            </a:lvl8pPr>
            <a:lvl9pPr lvl="8" rtl="0" algn="ctr">
              <a:spcBef>
                <a:spcPts val="0"/>
              </a:spcBef>
              <a:spcAft>
                <a:spcPts val="0"/>
              </a:spcAft>
              <a:buSzPts val="4600"/>
              <a:buNone/>
              <a:defRPr sz="4600"/>
            </a:lvl9pPr>
          </a:lstStyle>
          <a:p>
            <a:r>
              <a:t>xx%</a:t>
            </a:r>
          </a:p>
        </p:txBody>
      </p:sp>
      <p:cxnSp>
        <p:nvCxnSpPr>
          <p:cNvPr id="91" name="Google Shape;91;p13"/>
          <p:cNvCxnSpPr/>
          <p:nvPr/>
        </p:nvCxnSpPr>
        <p:spPr>
          <a:xfrm rot="10800000">
            <a:off x="9002100" y="-100"/>
            <a:ext cx="0" cy="26526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92" name="Shape 92"/>
        <p:cNvGrpSpPr/>
        <p:nvPr/>
      </p:nvGrpSpPr>
      <p:grpSpPr>
        <a:xfrm>
          <a:off x="0" y="0"/>
          <a:ext cx="0" cy="0"/>
          <a:chOff x="0" y="0"/>
          <a:chExt cx="0" cy="0"/>
        </a:xfrm>
      </p:grpSpPr>
      <p:sp>
        <p:nvSpPr>
          <p:cNvPr id="93" name="Google Shape;93;p14"/>
          <p:cNvSpPr txBox="1"/>
          <p:nvPr>
            <p:ph type="title"/>
          </p:nvPr>
        </p:nvSpPr>
        <p:spPr>
          <a:xfrm>
            <a:off x="783150" y="3920175"/>
            <a:ext cx="7577700" cy="554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7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idx="1" type="subTitle"/>
          </p:nvPr>
        </p:nvSpPr>
        <p:spPr>
          <a:xfrm>
            <a:off x="783150" y="1722374"/>
            <a:ext cx="7577700" cy="2121000"/>
          </a:xfrm>
          <a:prstGeom prst="rect">
            <a:avLst/>
          </a:prstGeom>
        </p:spPr>
        <p:txBody>
          <a:bodyPr anchorCtr="0" anchor="b" bIns="91425" lIns="91425" spcFirstLastPara="1" rIns="91425" wrap="square" tIns="91425">
            <a:noAutofit/>
          </a:bodyPr>
          <a:lstStyle>
            <a:lvl1pPr lvl="0" rtl="0" algn="r">
              <a:lnSpc>
                <a:spcPct val="115000"/>
              </a:lnSpc>
              <a:spcBef>
                <a:spcPts val="0"/>
              </a:spcBef>
              <a:spcAft>
                <a:spcPts val="0"/>
              </a:spcAft>
              <a:buSzPts val="3500"/>
              <a:buNone/>
              <a:defRPr sz="3100"/>
            </a:lvl1pPr>
            <a:lvl2pPr lvl="1" rtl="0" algn="ctr">
              <a:lnSpc>
                <a:spcPct val="115000"/>
              </a:lnSpc>
              <a:spcBef>
                <a:spcPts val="0"/>
              </a:spcBef>
              <a:spcAft>
                <a:spcPts val="0"/>
              </a:spcAft>
              <a:buSzPts val="3500"/>
              <a:buNone/>
              <a:defRPr sz="3500"/>
            </a:lvl2pPr>
            <a:lvl3pPr lvl="2" rtl="0" algn="ctr">
              <a:lnSpc>
                <a:spcPct val="115000"/>
              </a:lnSpc>
              <a:spcBef>
                <a:spcPts val="0"/>
              </a:spcBef>
              <a:spcAft>
                <a:spcPts val="0"/>
              </a:spcAft>
              <a:buSzPts val="3500"/>
              <a:buNone/>
              <a:defRPr sz="3500"/>
            </a:lvl3pPr>
            <a:lvl4pPr lvl="3" rtl="0" algn="ctr">
              <a:lnSpc>
                <a:spcPct val="115000"/>
              </a:lnSpc>
              <a:spcBef>
                <a:spcPts val="0"/>
              </a:spcBef>
              <a:spcAft>
                <a:spcPts val="0"/>
              </a:spcAft>
              <a:buSzPts val="3500"/>
              <a:buNone/>
              <a:defRPr sz="3500"/>
            </a:lvl4pPr>
            <a:lvl5pPr lvl="4" rtl="0" algn="ctr">
              <a:lnSpc>
                <a:spcPct val="115000"/>
              </a:lnSpc>
              <a:spcBef>
                <a:spcPts val="0"/>
              </a:spcBef>
              <a:spcAft>
                <a:spcPts val="0"/>
              </a:spcAft>
              <a:buSzPts val="3500"/>
              <a:buNone/>
              <a:defRPr sz="3500"/>
            </a:lvl5pPr>
            <a:lvl6pPr lvl="5" rtl="0" algn="ctr">
              <a:lnSpc>
                <a:spcPct val="115000"/>
              </a:lnSpc>
              <a:spcBef>
                <a:spcPts val="0"/>
              </a:spcBef>
              <a:spcAft>
                <a:spcPts val="0"/>
              </a:spcAft>
              <a:buSzPts val="3500"/>
              <a:buNone/>
              <a:defRPr sz="3500"/>
            </a:lvl6pPr>
            <a:lvl7pPr lvl="6" rtl="0" algn="ctr">
              <a:lnSpc>
                <a:spcPct val="115000"/>
              </a:lnSpc>
              <a:spcBef>
                <a:spcPts val="0"/>
              </a:spcBef>
              <a:spcAft>
                <a:spcPts val="0"/>
              </a:spcAft>
              <a:buSzPts val="3500"/>
              <a:buNone/>
              <a:defRPr sz="3500"/>
            </a:lvl7pPr>
            <a:lvl8pPr lvl="7" rtl="0" algn="ctr">
              <a:lnSpc>
                <a:spcPct val="115000"/>
              </a:lnSpc>
              <a:spcBef>
                <a:spcPts val="0"/>
              </a:spcBef>
              <a:spcAft>
                <a:spcPts val="0"/>
              </a:spcAft>
              <a:buSzPts val="3500"/>
              <a:buNone/>
              <a:defRPr sz="3500"/>
            </a:lvl8pPr>
            <a:lvl9pPr lvl="8" rtl="0" algn="ctr">
              <a:lnSpc>
                <a:spcPct val="115000"/>
              </a:lnSpc>
              <a:spcBef>
                <a:spcPts val="0"/>
              </a:spcBef>
              <a:spcAft>
                <a:spcPts val="0"/>
              </a:spcAft>
              <a:buSzPts val="3500"/>
              <a:buNone/>
              <a:defRPr sz="3500"/>
            </a:lvl9pPr>
          </a:lstStyle>
          <a:p/>
        </p:txBody>
      </p:sp>
      <p:cxnSp>
        <p:nvCxnSpPr>
          <p:cNvPr id="95" name="Google Shape;95;p14"/>
          <p:cNvCxnSpPr/>
          <p:nvPr/>
        </p:nvCxnSpPr>
        <p:spPr>
          <a:xfrm rot="10800000">
            <a:off x="75" y="4876025"/>
            <a:ext cx="8257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_1">
    <p:spTree>
      <p:nvGrpSpPr>
        <p:cNvPr id="96" name="Shape 96"/>
        <p:cNvGrpSpPr/>
        <p:nvPr/>
      </p:nvGrpSpPr>
      <p:grpSpPr>
        <a:xfrm>
          <a:off x="0" y="0"/>
          <a:ext cx="0" cy="0"/>
          <a:chOff x="0" y="0"/>
          <a:chExt cx="0" cy="0"/>
        </a:xfrm>
      </p:grpSpPr>
      <p:sp>
        <p:nvSpPr>
          <p:cNvPr id="97" name="Google Shape;97;p15"/>
          <p:cNvSpPr txBox="1"/>
          <p:nvPr>
            <p:ph type="title"/>
          </p:nvPr>
        </p:nvSpPr>
        <p:spPr>
          <a:xfrm flipH="1">
            <a:off x="2052825" y="2036300"/>
            <a:ext cx="5579100" cy="1477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4500"/>
              <a:buNone/>
              <a:defRPr sz="4200"/>
            </a:lvl1pPr>
            <a:lvl2pPr lvl="1" rtl="0" algn="r">
              <a:spcBef>
                <a:spcPts val="0"/>
              </a:spcBef>
              <a:spcAft>
                <a:spcPts val="0"/>
              </a:spcAft>
              <a:buSzPts val="4500"/>
              <a:buNone/>
              <a:defRPr sz="4500"/>
            </a:lvl2pPr>
            <a:lvl3pPr lvl="2" rtl="0" algn="r">
              <a:spcBef>
                <a:spcPts val="0"/>
              </a:spcBef>
              <a:spcAft>
                <a:spcPts val="0"/>
              </a:spcAft>
              <a:buSzPts val="4500"/>
              <a:buNone/>
              <a:defRPr sz="4500"/>
            </a:lvl3pPr>
            <a:lvl4pPr lvl="3" rtl="0" algn="r">
              <a:spcBef>
                <a:spcPts val="0"/>
              </a:spcBef>
              <a:spcAft>
                <a:spcPts val="0"/>
              </a:spcAft>
              <a:buSzPts val="4500"/>
              <a:buNone/>
              <a:defRPr sz="4500"/>
            </a:lvl4pPr>
            <a:lvl5pPr lvl="4" rtl="0" algn="r">
              <a:spcBef>
                <a:spcPts val="0"/>
              </a:spcBef>
              <a:spcAft>
                <a:spcPts val="0"/>
              </a:spcAft>
              <a:buSzPts val="4500"/>
              <a:buNone/>
              <a:defRPr sz="4500"/>
            </a:lvl5pPr>
            <a:lvl6pPr lvl="5" rtl="0" algn="r">
              <a:spcBef>
                <a:spcPts val="0"/>
              </a:spcBef>
              <a:spcAft>
                <a:spcPts val="0"/>
              </a:spcAft>
              <a:buSzPts val="4500"/>
              <a:buNone/>
              <a:defRPr sz="4500"/>
            </a:lvl6pPr>
            <a:lvl7pPr lvl="6" rtl="0" algn="r">
              <a:spcBef>
                <a:spcPts val="0"/>
              </a:spcBef>
              <a:spcAft>
                <a:spcPts val="0"/>
              </a:spcAft>
              <a:buSzPts val="4500"/>
              <a:buNone/>
              <a:defRPr sz="4500"/>
            </a:lvl7pPr>
            <a:lvl8pPr lvl="7" rtl="0" algn="r">
              <a:spcBef>
                <a:spcPts val="0"/>
              </a:spcBef>
              <a:spcAft>
                <a:spcPts val="0"/>
              </a:spcAft>
              <a:buSzPts val="4500"/>
              <a:buNone/>
              <a:defRPr sz="4500"/>
            </a:lvl8pPr>
            <a:lvl9pPr lvl="8" rtl="0" algn="r">
              <a:spcBef>
                <a:spcPts val="0"/>
              </a:spcBef>
              <a:spcAft>
                <a:spcPts val="0"/>
              </a:spcAft>
              <a:buSzPts val="4500"/>
              <a:buNone/>
              <a:defRPr sz="4500"/>
            </a:lvl9pPr>
          </a:lstStyle>
          <a:p/>
        </p:txBody>
      </p:sp>
      <p:sp>
        <p:nvSpPr>
          <p:cNvPr id="98" name="Google Shape;98;p15"/>
          <p:cNvSpPr txBox="1"/>
          <p:nvPr>
            <p:ph hasCustomPrompt="1" idx="2" type="title"/>
          </p:nvPr>
        </p:nvSpPr>
        <p:spPr>
          <a:xfrm flipH="1">
            <a:off x="6555825" y="1012500"/>
            <a:ext cx="1076100" cy="87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5300"/>
              <a:buNone/>
              <a:defRPr sz="4200"/>
            </a:lvl1pPr>
            <a:lvl2pPr lvl="1" rtl="0" algn="ctr">
              <a:spcBef>
                <a:spcPts val="0"/>
              </a:spcBef>
              <a:spcAft>
                <a:spcPts val="0"/>
              </a:spcAft>
              <a:buSzPts val="5300"/>
              <a:buNone/>
              <a:defRPr sz="5300"/>
            </a:lvl2pPr>
            <a:lvl3pPr lvl="2" rtl="0" algn="ctr">
              <a:spcBef>
                <a:spcPts val="0"/>
              </a:spcBef>
              <a:spcAft>
                <a:spcPts val="0"/>
              </a:spcAft>
              <a:buSzPts val="5300"/>
              <a:buNone/>
              <a:defRPr sz="5300"/>
            </a:lvl3pPr>
            <a:lvl4pPr lvl="3" rtl="0" algn="ctr">
              <a:spcBef>
                <a:spcPts val="0"/>
              </a:spcBef>
              <a:spcAft>
                <a:spcPts val="0"/>
              </a:spcAft>
              <a:buSzPts val="5300"/>
              <a:buNone/>
              <a:defRPr sz="5300"/>
            </a:lvl4pPr>
            <a:lvl5pPr lvl="4" rtl="0" algn="ctr">
              <a:spcBef>
                <a:spcPts val="0"/>
              </a:spcBef>
              <a:spcAft>
                <a:spcPts val="0"/>
              </a:spcAft>
              <a:buSzPts val="5300"/>
              <a:buNone/>
              <a:defRPr sz="5300"/>
            </a:lvl5pPr>
            <a:lvl6pPr lvl="5" rtl="0" algn="ctr">
              <a:spcBef>
                <a:spcPts val="0"/>
              </a:spcBef>
              <a:spcAft>
                <a:spcPts val="0"/>
              </a:spcAft>
              <a:buSzPts val="5300"/>
              <a:buNone/>
              <a:defRPr sz="5300"/>
            </a:lvl6pPr>
            <a:lvl7pPr lvl="6" rtl="0" algn="ctr">
              <a:spcBef>
                <a:spcPts val="0"/>
              </a:spcBef>
              <a:spcAft>
                <a:spcPts val="0"/>
              </a:spcAft>
              <a:buSzPts val="5300"/>
              <a:buNone/>
              <a:defRPr sz="5300"/>
            </a:lvl7pPr>
            <a:lvl8pPr lvl="7" rtl="0" algn="ctr">
              <a:spcBef>
                <a:spcPts val="0"/>
              </a:spcBef>
              <a:spcAft>
                <a:spcPts val="0"/>
              </a:spcAft>
              <a:buSzPts val="5300"/>
              <a:buNone/>
              <a:defRPr sz="5300"/>
            </a:lvl8pPr>
            <a:lvl9pPr lvl="8" rtl="0" algn="ctr">
              <a:spcBef>
                <a:spcPts val="0"/>
              </a:spcBef>
              <a:spcAft>
                <a:spcPts val="0"/>
              </a:spcAft>
              <a:buSzPts val="5300"/>
              <a:buNone/>
              <a:defRPr sz="5300"/>
            </a:lvl9pPr>
          </a:lstStyle>
          <a:p>
            <a:r>
              <a:t>xx%</a:t>
            </a:r>
          </a:p>
        </p:txBody>
      </p:sp>
      <p:sp>
        <p:nvSpPr>
          <p:cNvPr id="99" name="Google Shape;99;p15"/>
          <p:cNvSpPr txBox="1"/>
          <p:nvPr>
            <p:ph idx="1" type="subTitle"/>
          </p:nvPr>
        </p:nvSpPr>
        <p:spPr>
          <a:xfrm flipH="1">
            <a:off x="2052825" y="3573275"/>
            <a:ext cx="5579100" cy="6975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1850"/>
              <a:buNone/>
              <a:defRPr sz="1550"/>
            </a:lvl1pPr>
            <a:lvl2pPr lvl="1" rtl="0" algn="r">
              <a:lnSpc>
                <a:spcPct val="115000"/>
              </a:lnSpc>
              <a:spcBef>
                <a:spcPts val="0"/>
              </a:spcBef>
              <a:spcAft>
                <a:spcPts val="0"/>
              </a:spcAft>
              <a:buSzPts val="1850"/>
              <a:buNone/>
              <a:defRPr sz="1850"/>
            </a:lvl2pPr>
            <a:lvl3pPr lvl="2" rtl="0" algn="r">
              <a:lnSpc>
                <a:spcPct val="115000"/>
              </a:lnSpc>
              <a:spcBef>
                <a:spcPts val="0"/>
              </a:spcBef>
              <a:spcAft>
                <a:spcPts val="0"/>
              </a:spcAft>
              <a:buSzPts val="1850"/>
              <a:buNone/>
              <a:defRPr sz="1850"/>
            </a:lvl3pPr>
            <a:lvl4pPr lvl="3" rtl="0" algn="r">
              <a:lnSpc>
                <a:spcPct val="115000"/>
              </a:lnSpc>
              <a:spcBef>
                <a:spcPts val="0"/>
              </a:spcBef>
              <a:spcAft>
                <a:spcPts val="0"/>
              </a:spcAft>
              <a:buSzPts val="1850"/>
              <a:buNone/>
              <a:defRPr sz="1850"/>
            </a:lvl4pPr>
            <a:lvl5pPr lvl="4" rtl="0" algn="r">
              <a:lnSpc>
                <a:spcPct val="115000"/>
              </a:lnSpc>
              <a:spcBef>
                <a:spcPts val="0"/>
              </a:spcBef>
              <a:spcAft>
                <a:spcPts val="0"/>
              </a:spcAft>
              <a:buSzPts val="1850"/>
              <a:buNone/>
              <a:defRPr sz="1850"/>
            </a:lvl5pPr>
            <a:lvl6pPr lvl="5" rtl="0" algn="r">
              <a:lnSpc>
                <a:spcPct val="115000"/>
              </a:lnSpc>
              <a:spcBef>
                <a:spcPts val="0"/>
              </a:spcBef>
              <a:spcAft>
                <a:spcPts val="0"/>
              </a:spcAft>
              <a:buSzPts val="1850"/>
              <a:buNone/>
              <a:defRPr sz="1850"/>
            </a:lvl6pPr>
            <a:lvl7pPr lvl="6" rtl="0" algn="r">
              <a:lnSpc>
                <a:spcPct val="115000"/>
              </a:lnSpc>
              <a:spcBef>
                <a:spcPts val="0"/>
              </a:spcBef>
              <a:spcAft>
                <a:spcPts val="0"/>
              </a:spcAft>
              <a:buSzPts val="1850"/>
              <a:buNone/>
              <a:defRPr sz="1850"/>
            </a:lvl7pPr>
            <a:lvl8pPr lvl="7" rtl="0" algn="r">
              <a:lnSpc>
                <a:spcPct val="115000"/>
              </a:lnSpc>
              <a:spcBef>
                <a:spcPts val="0"/>
              </a:spcBef>
              <a:spcAft>
                <a:spcPts val="0"/>
              </a:spcAft>
              <a:buSzPts val="1850"/>
              <a:buNone/>
              <a:defRPr sz="1850"/>
            </a:lvl8pPr>
            <a:lvl9pPr lvl="8" rtl="0" algn="r">
              <a:lnSpc>
                <a:spcPct val="115000"/>
              </a:lnSpc>
              <a:spcBef>
                <a:spcPts val="0"/>
              </a:spcBef>
              <a:spcAft>
                <a:spcPts val="0"/>
              </a:spcAft>
              <a:buSzPts val="1850"/>
              <a:buNone/>
              <a:defRPr sz="1850"/>
            </a:lvl9pPr>
          </a:lstStyle>
          <a:p/>
        </p:txBody>
      </p:sp>
      <p:sp>
        <p:nvSpPr>
          <p:cNvPr id="100" name="Google Shape;100;p15"/>
          <p:cNvSpPr/>
          <p:nvPr/>
        </p:nvSpPr>
        <p:spPr>
          <a:xfrm flipH="1">
            <a:off x="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 name="Google Shape;101;p15"/>
          <p:cNvCxnSpPr/>
          <p:nvPr/>
        </p:nvCxnSpPr>
        <p:spPr>
          <a:xfrm rot="10800000">
            <a:off x="0" y="4876025"/>
            <a:ext cx="4870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2">
    <p:spTree>
      <p:nvGrpSpPr>
        <p:cNvPr id="102" name="Shape 102"/>
        <p:cNvGrpSpPr/>
        <p:nvPr/>
      </p:nvGrpSpPr>
      <p:grpSpPr>
        <a:xfrm>
          <a:off x="0" y="0"/>
          <a:ext cx="0" cy="0"/>
          <a:chOff x="0" y="0"/>
          <a:chExt cx="0" cy="0"/>
        </a:xfrm>
      </p:grpSpPr>
      <p:sp>
        <p:nvSpPr>
          <p:cNvPr id="103" name="Google Shape;103;p1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4" name="Google Shape;104;p16"/>
          <p:cNvSpPr txBox="1"/>
          <p:nvPr>
            <p:ph idx="1" type="subTitle"/>
          </p:nvPr>
        </p:nvSpPr>
        <p:spPr>
          <a:xfrm>
            <a:off x="713225" y="358247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05" name="Google Shape;105;p16"/>
          <p:cNvSpPr txBox="1"/>
          <p:nvPr>
            <p:ph hasCustomPrompt="1" idx="2" type="title"/>
          </p:nvPr>
        </p:nvSpPr>
        <p:spPr>
          <a:xfrm>
            <a:off x="713225" y="1575103"/>
            <a:ext cx="24003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 name="Google Shape;106;p16"/>
          <p:cNvSpPr txBox="1"/>
          <p:nvPr>
            <p:ph idx="3" type="subTitle"/>
          </p:nvPr>
        </p:nvSpPr>
        <p:spPr>
          <a:xfrm>
            <a:off x="713225" y="2654575"/>
            <a:ext cx="2400300" cy="861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07" name="Google Shape;107;p16"/>
          <p:cNvSpPr txBox="1"/>
          <p:nvPr>
            <p:ph idx="4" type="subTitle"/>
          </p:nvPr>
        </p:nvSpPr>
        <p:spPr>
          <a:xfrm>
            <a:off x="6030475" y="358247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08" name="Google Shape;108;p16"/>
          <p:cNvSpPr txBox="1"/>
          <p:nvPr>
            <p:ph hasCustomPrompt="1" idx="5" type="title"/>
          </p:nvPr>
        </p:nvSpPr>
        <p:spPr>
          <a:xfrm>
            <a:off x="6030475" y="1575103"/>
            <a:ext cx="24003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9" name="Google Shape;109;p16"/>
          <p:cNvSpPr txBox="1"/>
          <p:nvPr>
            <p:ph idx="6" type="subTitle"/>
          </p:nvPr>
        </p:nvSpPr>
        <p:spPr>
          <a:xfrm>
            <a:off x="6030475" y="2654575"/>
            <a:ext cx="2400300" cy="861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10" name="Google Shape;110;p16"/>
          <p:cNvSpPr txBox="1"/>
          <p:nvPr>
            <p:ph idx="7" type="subTitle"/>
          </p:nvPr>
        </p:nvSpPr>
        <p:spPr>
          <a:xfrm>
            <a:off x="3371850" y="358247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1" name="Google Shape;111;p16"/>
          <p:cNvSpPr txBox="1"/>
          <p:nvPr>
            <p:ph hasCustomPrompt="1" idx="8" type="title"/>
          </p:nvPr>
        </p:nvSpPr>
        <p:spPr>
          <a:xfrm>
            <a:off x="3371850" y="1575103"/>
            <a:ext cx="24003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2" name="Google Shape;112;p16"/>
          <p:cNvSpPr txBox="1"/>
          <p:nvPr>
            <p:ph idx="9" type="subTitle"/>
          </p:nvPr>
        </p:nvSpPr>
        <p:spPr>
          <a:xfrm>
            <a:off x="3371850" y="2654575"/>
            <a:ext cx="2400300" cy="861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cxnSp>
        <p:nvCxnSpPr>
          <p:cNvPr id="113" name="Google Shape;113;p16"/>
          <p:cNvCxnSpPr/>
          <p:nvPr/>
        </p:nvCxnSpPr>
        <p:spPr>
          <a:xfrm rot="10800000">
            <a:off x="5035800" y="4797575"/>
            <a:ext cx="4108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_1_2">
    <p:spTree>
      <p:nvGrpSpPr>
        <p:cNvPr id="114" name="Shape 114"/>
        <p:cNvGrpSpPr/>
        <p:nvPr/>
      </p:nvGrpSpPr>
      <p:grpSpPr>
        <a:xfrm>
          <a:off x="0" y="0"/>
          <a:ext cx="0" cy="0"/>
          <a:chOff x="0" y="0"/>
          <a:chExt cx="0" cy="0"/>
        </a:xfrm>
      </p:grpSpPr>
      <p:sp>
        <p:nvSpPr>
          <p:cNvPr id="115" name="Google Shape;115;p17"/>
          <p:cNvSpPr txBox="1"/>
          <p:nvPr>
            <p:ph idx="1" type="subTitle"/>
          </p:nvPr>
        </p:nvSpPr>
        <p:spPr>
          <a:xfrm>
            <a:off x="2370900" y="1278125"/>
            <a:ext cx="44022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6" name="Google Shape;116;p17"/>
          <p:cNvSpPr txBox="1"/>
          <p:nvPr>
            <p:ph hasCustomPrompt="1" type="title"/>
          </p:nvPr>
        </p:nvSpPr>
        <p:spPr>
          <a:xfrm>
            <a:off x="2370900" y="572825"/>
            <a:ext cx="4402200" cy="7389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17" name="Google Shape;117;p17"/>
          <p:cNvSpPr txBox="1"/>
          <p:nvPr>
            <p:ph idx="2" type="subTitle"/>
          </p:nvPr>
        </p:nvSpPr>
        <p:spPr>
          <a:xfrm>
            <a:off x="2370900" y="4087875"/>
            <a:ext cx="44022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8" name="Google Shape;118;p17"/>
          <p:cNvSpPr txBox="1"/>
          <p:nvPr>
            <p:ph hasCustomPrompt="1" idx="3" type="title"/>
          </p:nvPr>
        </p:nvSpPr>
        <p:spPr>
          <a:xfrm>
            <a:off x="2370900" y="3382575"/>
            <a:ext cx="4402200" cy="7389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19" name="Google Shape;119;p17"/>
          <p:cNvSpPr txBox="1"/>
          <p:nvPr>
            <p:ph idx="4" type="subTitle"/>
          </p:nvPr>
        </p:nvSpPr>
        <p:spPr>
          <a:xfrm>
            <a:off x="2370900" y="2683000"/>
            <a:ext cx="44022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20" name="Google Shape;120;p17"/>
          <p:cNvSpPr txBox="1"/>
          <p:nvPr>
            <p:ph hasCustomPrompt="1" idx="5" type="title"/>
          </p:nvPr>
        </p:nvSpPr>
        <p:spPr>
          <a:xfrm>
            <a:off x="2370900" y="1977700"/>
            <a:ext cx="4402200" cy="7389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grpSp>
        <p:nvGrpSpPr>
          <p:cNvPr id="121" name="Google Shape;121;p17"/>
          <p:cNvGrpSpPr/>
          <p:nvPr/>
        </p:nvGrpSpPr>
        <p:grpSpPr>
          <a:xfrm>
            <a:off x="711250" y="-125"/>
            <a:ext cx="7719525" cy="5143625"/>
            <a:chOff x="711250" y="-125"/>
            <a:chExt cx="7719525" cy="5143625"/>
          </a:xfrm>
        </p:grpSpPr>
        <p:cxnSp>
          <p:nvCxnSpPr>
            <p:cNvPr id="122" name="Google Shape;122;p17"/>
            <p:cNvCxnSpPr/>
            <p:nvPr/>
          </p:nvCxnSpPr>
          <p:spPr>
            <a:xfrm rot="10800000">
              <a:off x="711250" y="2191500"/>
              <a:ext cx="0" cy="2952000"/>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p17"/>
            <p:cNvCxnSpPr/>
            <p:nvPr/>
          </p:nvCxnSpPr>
          <p:spPr>
            <a:xfrm rot="10800000">
              <a:off x="8430775" y="-125"/>
              <a:ext cx="0" cy="2191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_1_1">
    <p:spTree>
      <p:nvGrpSpPr>
        <p:cNvPr id="124" name="Shape 124"/>
        <p:cNvGrpSpPr/>
        <p:nvPr/>
      </p:nvGrpSpPr>
      <p:grpSpPr>
        <a:xfrm>
          <a:off x="0" y="0"/>
          <a:ext cx="0" cy="0"/>
          <a:chOff x="0" y="0"/>
          <a:chExt cx="0" cy="0"/>
        </a:xfrm>
      </p:grpSpPr>
      <p:sp>
        <p:nvSpPr>
          <p:cNvPr id="125" name="Google Shape;125;p18"/>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grpSp>
        <p:nvGrpSpPr>
          <p:cNvPr id="126" name="Google Shape;126;p18"/>
          <p:cNvGrpSpPr/>
          <p:nvPr/>
        </p:nvGrpSpPr>
        <p:grpSpPr>
          <a:xfrm flipH="1">
            <a:off x="0" y="4876025"/>
            <a:ext cx="9144000" cy="267600"/>
            <a:chOff x="0" y="4876025"/>
            <a:chExt cx="9144000" cy="267600"/>
          </a:xfrm>
        </p:grpSpPr>
        <p:sp>
          <p:nvSpPr>
            <p:cNvPr id="127" name="Google Shape;127;p18"/>
            <p:cNvSpPr/>
            <p:nvPr/>
          </p:nvSpPr>
          <p:spPr>
            <a:xfrm>
              <a:off x="0" y="4876025"/>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 name="Google Shape;128;p18"/>
            <p:cNvCxnSpPr/>
            <p:nvPr/>
          </p:nvCxnSpPr>
          <p:spPr>
            <a:xfrm>
              <a:off x="4572000" y="5009825"/>
              <a:ext cx="4572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_1_1_2">
    <p:spTree>
      <p:nvGrpSpPr>
        <p:cNvPr id="129" name="Shape 129"/>
        <p:cNvGrpSpPr/>
        <p:nvPr/>
      </p:nvGrpSpPr>
      <p:grpSpPr>
        <a:xfrm>
          <a:off x="0" y="0"/>
          <a:ext cx="0" cy="0"/>
          <a:chOff x="0" y="0"/>
          <a:chExt cx="0" cy="0"/>
        </a:xfrm>
      </p:grpSpPr>
      <p:sp>
        <p:nvSpPr>
          <p:cNvPr id="130" name="Google Shape;130;p19"/>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cxnSp>
        <p:nvCxnSpPr>
          <p:cNvPr id="131" name="Google Shape;131;p19"/>
          <p:cNvCxnSpPr/>
          <p:nvPr/>
        </p:nvCxnSpPr>
        <p:spPr>
          <a:xfrm>
            <a:off x="0" y="262400"/>
            <a:ext cx="2286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_1_1">
    <p:spTree>
      <p:nvGrpSpPr>
        <p:cNvPr id="132" name="Shape 132"/>
        <p:cNvGrpSpPr/>
        <p:nvPr/>
      </p:nvGrpSpPr>
      <p:grpSpPr>
        <a:xfrm>
          <a:off x="0" y="0"/>
          <a:ext cx="0" cy="0"/>
          <a:chOff x="0" y="0"/>
          <a:chExt cx="0" cy="0"/>
        </a:xfrm>
      </p:grpSpPr>
      <p:grpSp>
        <p:nvGrpSpPr>
          <p:cNvPr id="133" name="Google Shape;133;p20"/>
          <p:cNvGrpSpPr/>
          <p:nvPr/>
        </p:nvGrpSpPr>
        <p:grpSpPr>
          <a:xfrm>
            <a:off x="0" y="0"/>
            <a:ext cx="9144075" cy="5143500"/>
            <a:chOff x="0" y="0"/>
            <a:chExt cx="9144075" cy="5143500"/>
          </a:xfrm>
        </p:grpSpPr>
        <p:sp>
          <p:nvSpPr>
            <p:cNvPr id="134" name="Google Shape;134;p20"/>
            <p:cNvSpPr/>
            <p:nvPr/>
          </p:nvSpPr>
          <p:spPr>
            <a:xfrm>
              <a:off x="4185975" y="4426700"/>
              <a:ext cx="4958100" cy="71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a:off x="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4082225" y="544275"/>
            <a:ext cx="4224300" cy="1203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9200"/>
              <a:buNone/>
              <a:defRPr sz="4500"/>
            </a:lvl1pPr>
            <a:lvl2pPr lvl="1" rtl="0">
              <a:spcBef>
                <a:spcPts val="0"/>
              </a:spcBef>
              <a:spcAft>
                <a:spcPts val="0"/>
              </a:spcAft>
              <a:buSzPts val="9200"/>
              <a:buNone/>
              <a:defRPr sz="9200"/>
            </a:lvl2pPr>
            <a:lvl3pPr lvl="2" rtl="0">
              <a:spcBef>
                <a:spcPts val="0"/>
              </a:spcBef>
              <a:spcAft>
                <a:spcPts val="0"/>
              </a:spcAft>
              <a:buSzPts val="9200"/>
              <a:buNone/>
              <a:defRPr sz="9200"/>
            </a:lvl3pPr>
            <a:lvl4pPr lvl="3" rtl="0">
              <a:spcBef>
                <a:spcPts val="0"/>
              </a:spcBef>
              <a:spcAft>
                <a:spcPts val="0"/>
              </a:spcAft>
              <a:buSzPts val="9200"/>
              <a:buNone/>
              <a:defRPr sz="9200"/>
            </a:lvl4pPr>
            <a:lvl5pPr lvl="4" rtl="0">
              <a:spcBef>
                <a:spcPts val="0"/>
              </a:spcBef>
              <a:spcAft>
                <a:spcPts val="0"/>
              </a:spcAft>
              <a:buSzPts val="9200"/>
              <a:buNone/>
              <a:defRPr sz="9200"/>
            </a:lvl5pPr>
            <a:lvl6pPr lvl="5" rtl="0">
              <a:spcBef>
                <a:spcPts val="0"/>
              </a:spcBef>
              <a:spcAft>
                <a:spcPts val="0"/>
              </a:spcAft>
              <a:buSzPts val="9200"/>
              <a:buNone/>
              <a:defRPr sz="9200"/>
            </a:lvl6pPr>
            <a:lvl7pPr lvl="6" rtl="0">
              <a:spcBef>
                <a:spcPts val="0"/>
              </a:spcBef>
              <a:spcAft>
                <a:spcPts val="0"/>
              </a:spcAft>
              <a:buSzPts val="9200"/>
              <a:buNone/>
              <a:defRPr sz="9200"/>
            </a:lvl7pPr>
            <a:lvl8pPr lvl="7" rtl="0">
              <a:spcBef>
                <a:spcPts val="0"/>
              </a:spcBef>
              <a:spcAft>
                <a:spcPts val="0"/>
              </a:spcAft>
              <a:buSzPts val="9200"/>
              <a:buNone/>
              <a:defRPr sz="9200"/>
            </a:lvl8pPr>
            <a:lvl9pPr lvl="8" rtl="0">
              <a:spcBef>
                <a:spcPts val="0"/>
              </a:spcBef>
              <a:spcAft>
                <a:spcPts val="0"/>
              </a:spcAft>
              <a:buSzPts val="9200"/>
              <a:buNone/>
              <a:defRPr sz="9200"/>
            </a:lvl9pPr>
          </a:lstStyle>
          <a:p/>
        </p:txBody>
      </p:sp>
      <p:sp>
        <p:nvSpPr>
          <p:cNvPr id="137" name="Google Shape;137;p20"/>
          <p:cNvSpPr txBox="1"/>
          <p:nvPr>
            <p:ph idx="1" type="subTitle"/>
          </p:nvPr>
        </p:nvSpPr>
        <p:spPr>
          <a:xfrm>
            <a:off x="4082150" y="1747875"/>
            <a:ext cx="4224300" cy="25944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1850"/>
              <a:buNone/>
              <a:defRPr sz="1550"/>
            </a:lvl1pPr>
            <a:lvl2pPr lvl="1" rtl="0" algn="ctr">
              <a:lnSpc>
                <a:spcPct val="115000"/>
              </a:lnSpc>
              <a:spcBef>
                <a:spcPts val="0"/>
              </a:spcBef>
              <a:spcAft>
                <a:spcPts val="0"/>
              </a:spcAft>
              <a:buSzPts val="1850"/>
              <a:buNone/>
              <a:defRPr sz="1850"/>
            </a:lvl2pPr>
            <a:lvl3pPr lvl="2" rtl="0" algn="ctr">
              <a:lnSpc>
                <a:spcPct val="115000"/>
              </a:lnSpc>
              <a:spcBef>
                <a:spcPts val="0"/>
              </a:spcBef>
              <a:spcAft>
                <a:spcPts val="0"/>
              </a:spcAft>
              <a:buSzPts val="1850"/>
              <a:buNone/>
              <a:defRPr sz="1850"/>
            </a:lvl3pPr>
            <a:lvl4pPr lvl="3" rtl="0" algn="ctr">
              <a:lnSpc>
                <a:spcPct val="115000"/>
              </a:lnSpc>
              <a:spcBef>
                <a:spcPts val="0"/>
              </a:spcBef>
              <a:spcAft>
                <a:spcPts val="0"/>
              </a:spcAft>
              <a:buSzPts val="1850"/>
              <a:buNone/>
              <a:defRPr sz="1850"/>
            </a:lvl4pPr>
            <a:lvl5pPr lvl="4" rtl="0" algn="ctr">
              <a:lnSpc>
                <a:spcPct val="115000"/>
              </a:lnSpc>
              <a:spcBef>
                <a:spcPts val="0"/>
              </a:spcBef>
              <a:spcAft>
                <a:spcPts val="0"/>
              </a:spcAft>
              <a:buSzPts val="1850"/>
              <a:buNone/>
              <a:defRPr sz="1850"/>
            </a:lvl5pPr>
            <a:lvl6pPr lvl="5" rtl="0" algn="ctr">
              <a:lnSpc>
                <a:spcPct val="115000"/>
              </a:lnSpc>
              <a:spcBef>
                <a:spcPts val="0"/>
              </a:spcBef>
              <a:spcAft>
                <a:spcPts val="0"/>
              </a:spcAft>
              <a:buSzPts val="1850"/>
              <a:buNone/>
              <a:defRPr sz="1850"/>
            </a:lvl6pPr>
            <a:lvl7pPr lvl="6" rtl="0" algn="ctr">
              <a:lnSpc>
                <a:spcPct val="115000"/>
              </a:lnSpc>
              <a:spcBef>
                <a:spcPts val="0"/>
              </a:spcBef>
              <a:spcAft>
                <a:spcPts val="0"/>
              </a:spcAft>
              <a:buSzPts val="1850"/>
              <a:buNone/>
              <a:defRPr sz="1850"/>
            </a:lvl7pPr>
            <a:lvl8pPr lvl="7" rtl="0" algn="ctr">
              <a:lnSpc>
                <a:spcPct val="115000"/>
              </a:lnSpc>
              <a:spcBef>
                <a:spcPts val="0"/>
              </a:spcBef>
              <a:spcAft>
                <a:spcPts val="0"/>
              </a:spcAft>
              <a:buSzPts val="1850"/>
              <a:buNone/>
              <a:defRPr sz="1850"/>
            </a:lvl8pPr>
            <a:lvl9pPr lvl="8" rtl="0" algn="ctr">
              <a:lnSpc>
                <a:spcPct val="115000"/>
              </a:lnSpc>
              <a:spcBef>
                <a:spcPts val="0"/>
              </a:spcBef>
              <a:spcAft>
                <a:spcPts val="0"/>
              </a:spcAft>
              <a:buSzPts val="1850"/>
              <a:buNone/>
              <a:defRPr sz="1850"/>
            </a:lvl9pPr>
          </a:lstStyle>
          <a:p/>
        </p:txBody>
      </p:sp>
      <p:grpSp>
        <p:nvGrpSpPr>
          <p:cNvPr id="138" name="Google Shape;138;p20"/>
          <p:cNvGrpSpPr/>
          <p:nvPr/>
        </p:nvGrpSpPr>
        <p:grpSpPr>
          <a:xfrm>
            <a:off x="150" y="539500"/>
            <a:ext cx="8430625" cy="4604000"/>
            <a:chOff x="150" y="539500"/>
            <a:chExt cx="8430625" cy="4604000"/>
          </a:xfrm>
        </p:grpSpPr>
        <p:cxnSp>
          <p:nvCxnSpPr>
            <p:cNvPr id="139" name="Google Shape;139;p20"/>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20"/>
            <p:cNvCxnSpPr/>
            <p:nvPr/>
          </p:nvCxnSpPr>
          <p:spPr>
            <a:xfrm rot="10800000">
              <a:off x="150" y="539500"/>
              <a:ext cx="4336800" cy="0"/>
            </a:xfrm>
            <a:prstGeom prst="straightConnector1">
              <a:avLst/>
            </a:prstGeom>
            <a:noFill/>
            <a:ln cap="flat" cmpd="sng" w="9525">
              <a:solidFill>
                <a:schemeClr val="dk1"/>
              </a:solidFill>
              <a:prstDash val="solid"/>
              <a:round/>
              <a:headEnd len="med" w="med" type="none"/>
              <a:tailEnd len="med" w="med" type="none"/>
            </a:ln>
          </p:spPr>
        </p:cxnSp>
      </p:grpSp>
      <p:sp>
        <p:nvSpPr>
          <p:cNvPr id="141" name="Google Shape;141;p20"/>
          <p:cNvSpPr/>
          <p:nvPr>
            <p:ph idx="2" type="pic"/>
          </p:nvPr>
        </p:nvSpPr>
        <p:spPr>
          <a:xfrm>
            <a:off x="592075" y="544275"/>
            <a:ext cx="3312000" cy="38841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
    <p:spTree>
      <p:nvGrpSpPr>
        <p:cNvPr id="142" name="Shape 142"/>
        <p:cNvGrpSpPr/>
        <p:nvPr/>
      </p:nvGrpSpPr>
      <p:grpSpPr>
        <a:xfrm>
          <a:off x="0" y="0"/>
          <a:ext cx="0" cy="0"/>
          <a:chOff x="0" y="0"/>
          <a:chExt cx="0" cy="0"/>
        </a:xfrm>
      </p:grpSpPr>
      <p:sp>
        <p:nvSpPr>
          <p:cNvPr id="143" name="Google Shape;143;p21"/>
          <p:cNvSpPr txBox="1"/>
          <p:nvPr>
            <p:ph idx="1" type="body"/>
          </p:nvPr>
        </p:nvSpPr>
        <p:spPr>
          <a:xfrm>
            <a:off x="1691100" y="1759300"/>
            <a:ext cx="5761800" cy="20925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2"/>
              </a:buClr>
              <a:buSzPts val="1400"/>
              <a:buFont typeface="Red Hat Display"/>
              <a:buChar char="■"/>
              <a:defRPr/>
            </a:lvl1pPr>
            <a:lvl2pPr indent="-317500" lvl="1" marL="914400" rtl="0">
              <a:spcBef>
                <a:spcPts val="1600"/>
              </a:spcBef>
              <a:spcAft>
                <a:spcPts val="0"/>
              </a:spcAft>
              <a:buClr>
                <a:srgbClr val="FFFFFF"/>
              </a:buClr>
              <a:buSzPts val="1400"/>
              <a:buFont typeface="Red Hat Display"/>
              <a:buChar char="○"/>
              <a:defRPr/>
            </a:lvl2pPr>
            <a:lvl3pPr indent="-317500" lvl="2" marL="1371600" rtl="0">
              <a:spcBef>
                <a:spcPts val="1600"/>
              </a:spcBef>
              <a:spcAft>
                <a:spcPts val="0"/>
              </a:spcAft>
              <a:buClr>
                <a:srgbClr val="FFFFFF"/>
              </a:buClr>
              <a:buSzPts val="1400"/>
              <a:buFont typeface="Red Hat Display"/>
              <a:buChar char="■"/>
              <a:defRPr/>
            </a:lvl3pPr>
            <a:lvl4pPr indent="-317500" lvl="3" marL="1828800" rtl="0">
              <a:spcBef>
                <a:spcPts val="1600"/>
              </a:spcBef>
              <a:spcAft>
                <a:spcPts val="0"/>
              </a:spcAft>
              <a:buClr>
                <a:srgbClr val="FFFFFF"/>
              </a:buClr>
              <a:buSzPts val="1400"/>
              <a:buFont typeface="Red Hat Display"/>
              <a:buChar char="●"/>
              <a:defRPr/>
            </a:lvl4pPr>
            <a:lvl5pPr indent="-317500" lvl="4" marL="2286000" rtl="0">
              <a:spcBef>
                <a:spcPts val="1600"/>
              </a:spcBef>
              <a:spcAft>
                <a:spcPts val="0"/>
              </a:spcAft>
              <a:buClr>
                <a:srgbClr val="FFFFFF"/>
              </a:buClr>
              <a:buSzPts val="1400"/>
              <a:buFont typeface="Red Hat Display"/>
              <a:buChar char="○"/>
              <a:defRPr/>
            </a:lvl5pPr>
            <a:lvl6pPr indent="-317500" lvl="5" marL="2743200" rtl="0">
              <a:spcBef>
                <a:spcPts val="1600"/>
              </a:spcBef>
              <a:spcAft>
                <a:spcPts val="0"/>
              </a:spcAft>
              <a:buClr>
                <a:srgbClr val="FFFFFF"/>
              </a:buClr>
              <a:buSzPts val="1400"/>
              <a:buFont typeface="Red Hat Display"/>
              <a:buChar char="■"/>
              <a:defRPr/>
            </a:lvl6pPr>
            <a:lvl7pPr indent="-317500" lvl="6" marL="3200400" rtl="0">
              <a:spcBef>
                <a:spcPts val="1600"/>
              </a:spcBef>
              <a:spcAft>
                <a:spcPts val="0"/>
              </a:spcAft>
              <a:buClr>
                <a:srgbClr val="FFFFFF"/>
              </a:buClr>
              <a:buSzPts val="1400"/>
              <a:buFont typeface="Red Hat Display"/>
              <a:buChar char="●"/>
              <a:defRPr/>
            </a:lvl7pPr>
            <a:lvl8pPr indent="-317500" lvl="7" marL="3657600" rtl="0">
              <a:spcBef>
                <a:spcPts val="1600"/>
              </a:spcBef>
              <a:spcAft>
                <a:spcPts val="0"/>
              </a:spcAft>
              <a:buClr>
                <a:srgbClr val="FFFFFF"/>
              </a:buClr>
              <a:buSzPts val="1400"/>
              <a:buFont typeface="Red Hat Display"/>
              <a:buChar char="○"/>
              <a:defRPr/>
            </a:lvl8pPr>
            <a:lvl9pPr indent="-317500" lvl="8" marL="4114800" rtl="0">
              <a:spcBef>
                <a:spcPts val="1600"/>
              </a:spcBef>
              <a:spcAft>
                <a:spcPts val="1600"/>
              </a:spcAft>
              <a:buClr>
                <a:srgbClr val="FFFFFF"/>
              </a:buClr>
              <a:buSzPts val="1400"/>
              <a:buFont typeface="Red Hat Display"/>
              <a:buChar char="■"/>
              <a:defRPr/>
            </a:lvl9pPr>
          </a:lstStyle>
          <a:p/>
        </p:txBody>
      </p:sp>
      <p:sp>
        <p:nvSpPr>
          <p:cNvPr id="144" name="Google Shape;144;p21"/>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45" name="Google Shape;145;p21"/>
          <p:cNvSpPr/>
          <p:nvPr/>
        </p:nvSpPr>
        <p:spPr>
          <a:xfrm flipH="1">
            <a:off x="0" y="4875900"/>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 name="Google Shape;146;p21"/>
          <p:cNvGrpSpPr/>
          <p:nvPr/>
        </p:nvGrpSpPr>
        <p:grpSpPr>
          <a:xfrm>
            <a:off x="276825" y="267475"/>
            <a:ext cx="8860200" cy="4876025"/>
            <a:chOff x="276825" y="267475"/>
            <a:chExt cx="8860200" cy="4876025"/>
          </a:xfrm>
        </p:grpSpPr>
        <p:cxnSp>
          <p:nvCxnSpPr>
            <p:cNvPr id="147" name="Google Shape;147;p21"/>
            <p:cNvCxnSpPr/>
            <p:nvPr/>
          </p:nvCxnSpPr>
          <p:spPr>
            <a:xfrm rot="10800000">
              <a:off x="276825" y="2571900"/>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148" name="Google Shape;148;p21"/>
            <p:cNvCxnSpPr/>
            <p:nvPr/>
          </p:nvCxnSpPr>
          <p:spPr>
            <a:xfrm>
              <a:off x="4565025" y="267475"/>
              <a:ext cx="4572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_1_1_1_1">
    <p:spTree>
      <p:nvGrpSpPr>
        <p:cNvPr id="149" name="Shape 149"/>
        <p:cNvGrpSpPr/>
        <p:nvPr/>
      </p:nvGrpSpPr>
      <p:grpSpPr>
        <a:xfrm>
          <a:off x="0" y="0"/>
          <a:ext cx="0" cy="0"/>
          <a:chOff x="0" y="0"/>
          <a:chExt cx="0" cy="0"/>
        </a:xfrm>
      </p:grpSpPr>
      <p:sp>
        <p:nvSpPr>
          <p:cNvPr id="150" name="Google Shape;150;p22"/>
          <p:cNvSpPr txBox="1"/>
          <p:nvPr>
            <p:ph type="title"/>
          </p:nvPr>
        </p:nvSpPr>
        <p:spPr>
          <a:xfrm>
            <a:off x="948325" y="1185562"/>
            <a:ext cx="4863300" cy="803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51" name="Google Shape;151;p22"/>
          <p:cNvSpPr txBox="1"/>
          <p:nvPr>
            <p:ph idx="1" type="subTitle"/>
          </p:nvPr>
        </p:nvSpPr>
        <p:spPr>
          <a:xfrm>
            <a:off x="948325" y="2112038"/>
            <a:ext cx="4863300" cy="1845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Clr>
                <a:schemeClr val="dk2"/>
              </a:buClr>
              <a:buSzPts val="1400"/>
              <a:buChar char="■"/>
              <a:defRPr/>
            </a:lvl1pPr>
            <a:lvl2pPr lvl="1" rtl="0" algn="ctr">
              <a:lnSpc>
                <a:spcPct val="115000"/>
              </a:lnSpc>
              <a:spcBef>
                <a:spcPts val="0"/>
              </a:spcBef>
              <a:spcAft>
                <a:spcPts val="0"/>
              </a:spcAft>
              <a:buSzPts val="1400"/>
              <a:buChar char="○"/>
              <a:defRPr/>
            </a:lvl2pPr>
            <a:lvl3pPr lvl="2" rtl="0" algn="ctr">
              <a:lnSpc>
                <a:spcPct val="115000"/>
              </a:lnSpc>
              <a:spcBef>
                <a:spcPts val="0"/>
              </a:spcBef>
              <a:spcAft>
                <a:spcPts val="0"/>
              </a:spcAft>
              <a:buSzPts val="1400"/>
              <a:buChar char="■"/>
              <a:defRPr/>
            </a:lvl3pPr>
            <a:lvl4pPr lvl="3" rtl="0" algn="ctr">
              <a:lnSpc>
                <a:spcPct val="115000"/>
              </a:lnSpc>
              <a:spcBef>
                <a:spcPts val="0"/>
              </a:spcBef>
              <a:spcAft>
                <a:spcPts val="0"/>
              </a:spcAft>
              <a:buSzPts val="1400"/>
              <a:buChar char="●"/>
              <a:defRPr/>
            </a:lvl4pPr>
            <a:lvl5pPr lvl="4" rtl="0" algn="ctr">
              <a:lnSpc>
                <a:spcPct val="115000"/>
              </a:lnSpc>
              <a:spcBef>
                <a:spcPts val="0"/>
              </a:spcBef>
              <a:spcAft>
                <a:spcPts val="0"/>
              </a:spcAft>
              <a:buSzPts val="1400"/>
              <a:buChar char="○"/>
              <a:defRPr/>
            </a:lvl5pPr>
            <a:lvl6pPr lvl="5" rtl="0" algn="ctr">
              <a:lnSpc>
                <a:spcPct val="115000"/>
              </a:lnSpc>
              <a:spcBef>
                <a:spcPts val="0"/>
              </a:spcBef>
              <a:spcAft>
                <a:spcPts val="0"/>
              </a:spcAft>
              <a:buSzPts val="1400"/>
              <a:buChar char="■"/>
              <a:defRPr/>
            </a:lvl6pPr>
            <a:lvl7pPr lvl="6" rtl="0" algn="ctr">
              <a:lnSpc>
                <a:spcPct val="115000"/>
              </a:lnSpc>
              <a:spcBef>
                <a:spcPts val="0"/>
              </a:spcBef>
              <a:spcAft>
                <a:spcPts val="0"/>
              </a:spcAft>
              <a:buSzPts val="1400"/>
              <a:buChar char="●"/>
              <a:defRPr/>
            </a:lvl7pPr>
            <a:lvl8pPr lvl="7" rtl="0" algn="ctr">
              <a:lnSpc>
                <a:spcPct val="115000"/>
              </a:lnSpc>
              <a:spcBef>
                <a:spcPts val="0"/>
              </a:spcBef>
              <a:spcAft>
                <a:spcPts val="0"/>
              </a:spcAft>
              <a:buSzPts val="1400"/>
              <a:buChar char="○"/>
              <a:defRPr/>
            </a:lvl8pPr>
            <a:lvl9pPr lvl="8" rtl="0" algn="ctr">
              <a:lnSpc>
                <a:spcPct val="115000"/>
              </a:lnSpc>
              <a:spcBef>
                <a:spcPts val="0"/>
              </a:spcBef>
              <a:spcAft>
                <a:spcPts val="0"/>
              </a:spcAft>
              <a:buSzPts val="1400"/>
              <a:buChar char="■"/>
              <a:defRPr/>
            </a:lvl9pPr>
          </a:lstStyle>
          <a:p/>
        </p:txBody>
      </p:sp>
      <p:sp>
        <p:nvSpPr>
          <p:cNvPr id="152" name="Google Shape;152;p22"/>
          <p:cNvSpPr/>
          <p:nvPr/>
        </p:nvSpPr>
        <p:spPr>
          <a:xfrm flipH="1" rot="10800000">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22"/>
          <p:cNvGrpSpPr/>
          <p:nvPr/>
        </p:nvGrpSpPr>
        <p:grpSpPr>
          <a:xfrm flipH="1" rot="10800000">
            <a:off x="-55375" y="0"/>
            <a:ext cx="9199250" cy="4604000"/>
            <a:chOff x="-55375" y="539500"/>
            <a:chExt cx="9199250" cy="4604000"/>
          </a:xfrm>
        </p:grpSpPr>
        <p:cxnSp>
          <p:nvCxnSpPr>
            <p:cNvPr id="154" name="Google Shape;154;p22"/>
            <p:cNvCxnSpPr/>
            <p:nvPr/>
          </p:nvCxnSpPr>
          <p:spPr>
            <a:xfrm>
              <a:off x="-55375" y="4608575"/>
              <a:ext cx="4571700" cy="0"/>
            </a:xfrm>
            <a:prstGeom prst="straightConnector1">
              <a:avLst/>
            </a:prstGeom>
            <a:noFill/>
            <a:ln cap="flat" cmpd="sng" w="9525">
              <a:solidFill>
                <a:schemeClr val="dk1"/>
              </a:solidFill>
              <a:prstDash val="solid"/>
              <a:round/>
              <a:headEnd len="med" w="med" type="none"/>
              <a:tailEnd len="med" w="med" type="none"/>
            </a:ln>
          </p:spPr>
        </p:cxnSp>
        <p:cxnSp>
          <p:nvCxnSpPr>
            <p:cNvPr id="155" name="Google Shape;155;p22"/>
            <p:cNvCxnSpPr/>
            <p:nvPr/>
          </p:nvCxnSpPr>
          <p:spPr>
            <a:xfrm>
              <a:off x="4585075" y="539500"/>
              <a:ext cx="4558800" cy="0"/>
            </a:xfrm>
            <a:prstGeom prst="straightConnector1">
              <a:avLst/>
            </a:prstGeom>
            <a:noFill/>
            <a:ln cap="flat" cmpd="sng" w="9525">
              <a:solidFill>
                <a:schemeClr val="dk1"/>
              </a:solidFill>
              <a:prstDash val="solid"/>
              <a:round/>
              <a:headEnd len="med" w="med" type="none"/>
              <a:tailEnd len="med" w="med" type="none"/>
            </a:ln>
          </p:spPr>
        </p:cxnSp>
        <p:cxnSp>
          <p:nvCxnSpPr>
            <p:cNvPr id="156" name="Google Shape;156;p22"/>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_1_1_1_1">
    <p:spTree>
      <p:nvGrpSpPr>
        <p:cNvPr id="157" name="Shape 157"/>
        <p:cNvGrpSpPr/>
        <p:nvPr/>
      </p:nvGrpSpPr>
      <p:grpSpPr>
        <a:xfrm>
          <a:off x="0" y="0"/>
          <a:ext cx="0" cy="0"/>
          <a:chOff x="0" y="0"/>
          <a:chExt cx="0" cy="0"/>
        </a:xfrm>
      </p:grpSpPr>
      <p:sp>
        <p:nvSpPr>
          <p:cNvPr id="158" name="Google Shape;158;p23"/>
          <p:cNvSpPr txBox="1"/>
          <p:nvPr>
            <p:ph type="title"/>
          </p:nvPr>
        </p:nvSpPr>
        <p:spPr>
          <a:xfrm>
            <a:off x="1262175" y="1023602"/>
            <a:ext cx="2890500" cy="1678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59" name="Google Shape;159;p23"/>
          <p:cNvSpPr txBox="1"/>
          <p:nvPr>
            <p:ph idx="1" type="subTitle"/>
          </p:nvPr>
        </p:nvSpPr>
        <p:spPr>
          <a:xfrm>
            <a:off x="1262175" y="2702272"/>
            <a:ext cx="2890500" cy="1417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60" name="Google Shape;160;p23"/>
          <p:cNvSpPr/>
          <p:nvPr/>
        </p:nvSpPr>
        <p:spPr>
          <a:xfrm rot="10800000">
            <a:off x="125" y="0"/>
            <a:ext cx="716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 name="Google Shape;161;p23"/>
          <p:cNvGrpSpPr/>
          <p:nvPr/>
        </p:nvGrpSpPr>
        <p:grpSpPr>
          <a:xfrm rot="10800000">
            <a:off x="0" y="363100"/>
            <a:ext cx="8860200" cy="4780400"/>
            <a:chOff x="283800" y="0"/>
            <a:chExt cx="8860200" cy="4780400"/>
          </a:xfrm>
        </p:grpSpPr>
        <p:cxnSp>
          <p:nvCxnSpPr>
            <p:cNvPr id="162" name="Google Shape;162;p23"/>
            <p:cNvCxnSpPr/>
            <p:nvPr/>
          </p:nvCxnSpPr>
          <p:spPr>
            <a:xfrm>
              <a:off x="4273200" y="4780400"/>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163" name="Google Shape;163;p23"/>
            <p:cNvCxnSpPr/>
            <p:nvPr/>
          </p:nvCxnSpPr>
          <p:spPr>
            <a:xfrm rot="10800000">
              <a:off x="283800" y="0"/>
              <a:ext cx="0" cy="41310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_1_1_1_1_1_1_1">
    <p:spTree>
      <p:nvGrpSpPr>
        <p:cNvPr id="164" name="Shape 164"/>
        <p:cNvGrpSpPr/>
        <p:nvPr/>
      </p:nvGrpSpPr>
      <p:grpSpPr>
        <a:xfrm>
          <a:off x="0" y="0"/>
          <a:ext cx="0" cy="0"/>
          <a:chOff x="0" y="0"/>
          <a:chExt cx="0" cy="0"/>
        </a:xfrm>
      </p:grpSpPr>
      <p:sp>
        <p:nvSpPr>
          <p:cNvPr id="165" name="Google Shape;165;p24"/>
          <p:cNvSpPr txBox="1"/>
          <p:nvPr>
            <p:ph type="title"/>
          </p:nvPr>
        </p:nvSpPr>
        <p:spPr>
          <a:xfrm>
            <a:off x="4746800" y="1023600"/>
            <a:ext cx="2630100" cy="1521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100"/>
              <a:buNone/>
              <a:defRPr/>
            </a:lvl1pPr>
            <a:lvl2pPr lvl="1" rtl="0" algn="r">
              <a:spcBef>
                <a:spcPts val="0"/>
              </a:spcBef>
              <a:spcAft>
                <a:spcPts val="0"/>
              </a:spcAft>
              <a:buSzPts val="3100"/>
              <a:buNone/>
              <a:defRPr/>
            </a:lvl2pPr>
            <a:lvl3pPr lvl="2" rtl="0" algn="r">
              <a:spcBef>
                <a:spcPts val="0"/>
              </a:spcBef>
              <a:spcAft>
                <a:spcPts val="0"/>
              </a:spcAft>
              <a:buSzPts val="3100"/>
              <a:buNone/>
              <a:defRPr/>
            </a:lvl3pPr>
            <a:lvl4pPr lvl="3" rtl="0" algn="r">
              <a:spcBef>
                <a:spcPts val="0"/>
              </a:spcBef>
              <a:spcAft>
                <a:spcPts val="0"/>
              </a:spcAft>
              <a:buSzPts val="3100"/>
              <a:buNone/>
              <a:defRPr/>
            </a:lvl4pPr>
            <a:lvl5pPr lvl="4" rtl="0" algn="r">
              <a:spcBef>
                <a:spcPts val="0"/>
              </a:spcBef>
              <a:spcAft>
                <a:spcPts val="0"/>
              </a:spcAft>
              <a:buSzPts val="3100"/>
              <a:buNone/>
              <a:defRPr/>
            </a:lvl5pPr>
            <a:lvl6pPr lvl="5" rtl="0" algn="r">
              <a:spcBef>
                <a:spcPts val="0"/>
              </a:spcBef>
              <a:spcAft>
                <a:spcPts val="0"/>
              </a:spcAft>
              <a:buSzPts val="3100"/>
              <a:buNone/>
              <a:defRPr/>
            </a:lvl6pPr>
            <a:lvl7pPr lvl="6" rtl="0" algn="r">
              <a:spcBef>
                <a:spcPts val="0"/>
              </a:spcBef>
              <a:spcAft>
                <a:spcPts val="0"/>
              </a:spcAft>
              <a:buSzPts val="3100"/>
              <a:buNone/>
              <a:defRPr/>
            </a:lvl7pPr>
            <a:lvl8pPr lvl="7" rtl="0" algn="r">
              <a:spcBef>
                <a:spcPts val="0"/>
              </a:spcBef>
              <a:spcAft>
                <a:spcPts val="0"/>
              </a:spcAft>
              <a:buSzPts val="3100"/>
              <a:buNone/>
              <a:defRPr/>
            </a:lvl8pPr>
            <a:lvl9pPr lvl="8" rtl="0" algn="r">
              <a:spcBef>
                <a:spcPts val="0"/>
              </a:spcBef>
              <a:spcAft>
                <a:spcPts val="0"/>
              </a:spcAft>
              <a:buSzPts val="3100"/>
              <a:buNone/>
              <a:defRPr/>
            </a:lvl9pPr>
          </a:lstStyle>
          <a:p/>
        </p:txBody>
      </p:sp>
      <p:sp>
        <p:nvSpPr>
          <p:cNvPr id="166" name="Google Shape;166;p24"/>
          <p:cNvSpPr txBox="1"/>
          <p:nvPr>
            <p:ph idx="1" type="subTitle"/>
          </p:nvPr>
        </p:nvSpPr>
        <p:spPr>
          <a:xfrm>
            <a:off x="4746800" y="2545055"/>
            <a:ext cx="2630100" cy="1575000"/>
          </a:xfrm>
          <a:prstGeom prst="rect">
            <a:avLst/>
          </a:prstGeom>
        </p:spPr>
        <p:txBody>
          <a:bodyPr anchorCtr="0" anchor="t" bIns="91425" lIns="91425" spcFirstLastPara="1" rIns="91425" wrap="square" tIns="91425">
            <a:noAutofit/>
          </a:bodyPr>
          <a:lstStyle>
            <a:lvl1pPr lvl="0" rtl="0" algn="r">
              <a:lnSpc>
                <a:spcPct val="115000"/>
              </a:lnSpc>
              <a:spcBef>
                <a:spcPts val="0"/>
              </a:spcBef>
              <a:spcAft>
                <a:spcPts val="0"/>
              </a:spcAft>
              <a:buSzPts val="1400"/>
              <a:buNone/>
              <a:defRPr/>
            </a:lvl1pPr>
            <a:lvl2pPr lvl="1" rtl="0" algn="r">
              <a:lnSpc>
                <a:spcPct val="115000"/>
              </a:lnSpc>
              <a:spcBef>
                <a:spcPts val="0"/>
              </a:spcBef>
              <a:spcAft>
                <a:spcPts val="0"/>
              </a:spcAft>
              <a:buSzPts val="1400"/>
              <a:buNone/>
              <a:defRPr/>
            </a:lvl2pPr>
            <a:lvl3pPr lvl="2" rtl="0" algn="r">
              <a:lnSpc>
                <a:spcPct val="115000"/>
              </a:lnSpc>
              <a:spcBef>
                <a:spcPts val="0"/>
              </a:spcBef>
              <a:spcAft>
                <a:spcPts val="0"/>
              </a:spcAft>
              <a:buSzPts val="1400"/>
              <a:buNone/>
              <a:defRPr/>
            </a:lvl3pPr>
            <a:lvl4pPr lvl="3" rtl="0" algn="r">
              <a:lnSpc>
                <a:spcPct val="115000"/>
              </a:lnSpc>
              <a:spcBef>
                <a:spcPts val="0"/>
              </a:spcBef>
              <a:spcAft>
                <a:spcPts val="0"/>
              </a:spcAft>
              <a:buSzPts val="1400"/>
              <a:buNone/>
              <a:defRPr/>
            </a:lvl4pPr>
            <a:lvl5pPr lvl="4" rtl="0" algn="r">
              <a:lnSpc>
                <a:spcPct val="115000"/>
              </a:lnSpc>
              <a:spcBef>
                <a:spcPts val="0"/>
              </a:spcBef>
              <a:spcAft>
                <a:spcPts val="0"/>
              </a:spcAft>
              <a:buSzPts val="1400"/>
              <a:buNone/>
              <a:defRPr/>
            </a:lvl5pPr>
            <a:lvl6pPr lvl="5" rtl="0" algn="r">
              <a:lnSpc>
                <a:spcPct val="115000"/>
              </a:lnSpc>
              <a:spcBef>
                <a:spcPts val="0"/>
              </a:spcBef>
              <a:spcAft>
                <a:spcPts val="0"/>
              </a:spcAft>
              <a:buSzPts val="1400"/>
              <a:buNone/>
              <a:defRPr/>
            </a:lvl6pPr>
            <a:lvl7pPr lvl="6" rtl="0" algn="r">
              <a:lnSpc>
                <a:spcPct val="115000"/>
              </a:lnSpc>
              <a:spcBef>
                <a:spcPts val="0"/>
              </a:spcBef>
              <a:spcAft>
                <a:spcPts val="0"/>
              </a:spcAft>
              <a:buSzPts val="1400"/>
              <a:buNone/>
              <a:defRPr/>
            </a:lvl7pPr>
            <a:lvl8pPr lvl="7" rtl="0" algn="r">
              <a:lnSpc>
                <a:spcPct val="115000"/>
              </a:lnSpc>
              <a:spcBef>
                <a:spcPts val="0"/>
              </a:spcBef>
              <a:spcAft>
                <a:spcPts val="0"/>
              </a:spcAft>
              <a:buSzPts val="1400"/>
              <a:buNone/>
              <a:defRPr/>
            </a:lvl8pPr>
            <a:lvl9pPr lvl="8" rtl="0" algn="r">
              <a:lnSpc>
                <a:spcPct val="115000"/>
              </a:lnSpc>
              <a:spcBef>
                <a:spcPts val="0"/>
              </a:spcBef>
              <a:spcAft>
                <a:spcPts val="0"/>
              </a:spcAft>
              <a:buSzPts val="1400"/>
              <a:buNone/>
              <a:defRPr/>
            </a:lvl9pPr>
          </a:lstStyle>
          <a:p/>
        </p:txBody>
      </p:sp>
      <p:grpSp>
        <p:nvGrpSpPr>
          <p:cNvPr id="167" name="Google Shape;167;p24"/>
          <p:cNvGrpSpPr/>
          <p:nvPr/>
        </p:nvGrpSpPr>
        <p:grpSpPr>
          <a:xfrm flipH="1">
            <a:off x="0" y="0"/>
            <a:ext cx="9144075" cy="5143500"/>
            <a:chOff x="0" y="0"/>
            <a:chExt cx="9144075" cy="5143500"/>
          </a:xfrm>
        </p:grpSpPr>
        <p:grpSp>
          <p:nvGrpSpPr>
            <p:cNvPr id="168" name="Google Shape;168;p24"/>
            <p:cNvGrpSpPr/>
            <p:nvPr/>
          </p:nvGrpSpPr>
          <p:grpSpPr>
            <a:xfrm>
              <a:off x="0" y="0"/>
              <a:ext cx="9144075" cy="5143500"/>
              <a:chOff x="0" y="0"/>
              <a:chExt cx="9144075" cy="5143500"/>
            </a:xfrm>
          </p:grpSpPr>
          <p:sp>
            <p:nvSpPr>
              <p:cNvPr id="169" name="Google Shape;169;p24"/>
              <p:cNvSpPr/>
              <p:nvPr/>
            </p:nvSpPr>
            <p:spPr>
              <a:xfrm>
                <a:off x="4185975" y="4608575"/>
                <a:ext cx="4958100" cy="529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4"/>
              <p:cNvSpPr/>
              <p:nvPr/>
            </p:nvSpPr>
            <p:spPr>
              <a:xfrm>
                <a:off x="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24"/>
            <p:cNvGrpSpPr/>
            <p:nvPr/>
          </p:nvGrpSpPr>
          <p:grpSpPr>
            <a:xfrm>
              <a:off x="150" y="539500"/>
              <a:ext cx="8430625" cy="4604000"/>
              <a:chOff x="150" y="539500"/>
              <a:chExt cx="8430625" cy="4604000"/>
            </a:xfrm>
          </p:grpSpPr>
          <p:cxnSp>
            <p:nvCxnSpPr>
              <p:cNvPr id="172" name="Google Shape;172;p24"/>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cxnSp>
            <p:nvCxnSpPr>
              <p:cNvPr id="173" name="Google Shape;173;p24"/>
              <p:cNvCxnSpPr/>
              <p:nvPr/>
            </p:nvCxnSpPr>
            <p:spPr>
              <a:xfrm rot="10800000">
                <a:off x="150" y="539500"/>
                <a:ext cx="4336800" cy="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174" name="Shape 174"/>
        <p:cNvGrpSpPr/>
        <p:nvPr/>
      </p:nvGrpSpPr>
      <p:grpSpPr>
        <a:xfrm>
          <a:off x="0" y="0"/>
          <a:ext cx="0" cy="0"/>
          <a:chOff x="0" y="0"/>
          <a:chExt cx="0" cy="0"/>
        </a:xfrm>
      </p:grpSpPr>
      <p:sp>
        <p:nvSpPr>
          <p:cNvPr id="175" name="Google Shape;175;p25"/>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76" name="Google Shape;176;p25"/>
          <p:cNvSpPr txBox="1"/>
          <p:nvPr>
            <p:ph idx="1" type="body"/>
          </p:nvPr>
        </p:nvSpPr>
        <p:spPr>
          <a:xfrm>
            <a:off x="713225" y="1682875"/>
            <a:ext cx="3780900" cy="27348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2"/>
              </a:buClr>
              <a:buSzPts val="1400"/>
              <a:buChar char="■"/>
              <a:defRPr/>
            </a:lvl1pPr>
            <a:lvl2pPr indent="-317500" lvl="1" marL="914400" rtl="0">
              <a:lnSpc>
                <a:spcPct val="115000"/>
              </a:lnSpc>
              <a:spcBef>
                <a:spcPts val="0"/>
              </a:spcBef>
              <a:spcAft>
                <a:spcPts val="0"/>
              </a:spcAft>
              <a:buSzPts val="1400"/>
              <a:buFont typeface="Chivo"/>
              <a:buChar char="○"/>
              <a:defRPr/>
            </a:lvl2pPr>
            <a:lvl3pPr indent="-317500" lvl="2" marL="1371600" rtl="0">
              <a:lnSpc>
                <a:spcPct val="115000"/>
              </a:lnSpc>
              <a:spcBef>
                <a:spcPts val="1600"/>
              </a:spcBef>
              <a:spcAft>
                <a:spcPts val="0"/>
              </a:spcAft>
              <a:buSzPts val="1400"/>
              <a:buFont typeface="Chivo"/>
              <a:buChar char="■"/>
              <a:defRPr/>
            </a:lvl3pPr>
            <a:lvl4pPr indent="-317500" lvl="3" marL="1828800" rtl="0">
              <a:lnSpc>
                <a:spcPct val="115000"/>
              </a:lnSpc>
              <a:spcBef>
                <a:spcPts val="1600"/>
              </a:spcBef>
              <a:spcAft>
                <a:spcPts val="0"/>
              </a:spcAft>
              <a:buSzPts val="1400"/>
              <a:buFont typeface="Chivo"/>
              <a:buChar char="●"/>
              <a:defRPr/>
            </a:lvl4pPr>
            <a:lvl5pPr indent="-317500" lvl="4" marL="2286000" rtl="0">
              <a:lnSpc>
                <a:spcPct val="115000"/>
              </a:lnSpc>
              <a:spcBef>
                <a:spcPts val="1600"/>
              </a:spcBef>
              <a:spcAft>
                <a:spcPts val="0"/>
              </a:spcAft>
              <a:buSzPts val="1400"/>
              <a:buFont typeface="Chivo"/>
              <a:buChar char="○"/>
              <a:defRPr/>
            </a:lvl5pPr>
            <a:lvl6pPr indent="-317500" lvl="5" marL="2743200" rtl="0">
              <a:lnSpc>
                <a:spcPct val="115000"/>
              </a:lnSpc>
              <a:spcBef>
                <a:spcPts val="1600"/>
              </a:spcBef>
              <a:spcAft>
                <a:spcPts val="0"/>
              </a:spcAft>
              <a:buSzPts val="1400"/>
              <a:buFont typeface="Chivo"/>
              <a:buChar char="■"/>
              <a:defRPr/>
            </a:lvl6pPr>
            <a:lvl7pPr indent="-317500" lvl="6" marL="3200400" rtl="0">
              <a:lnSpc>
                <a:spcPct val="115000"/>
              </a:lnSpc>
              <a:spcBef>
                <a:spcPts val="1600"/>
              </a:spcBef>
              <a:spcAft>
                <a:spcPts val="0"/>
              </a:spcAft>
              <a:buSzPts val="1400"/>
              <a:buFont typeface="Chivo"/>
              <a:buChar char="●"/>
              <a:defRPr/>
            </a:lvl7pPr>
            <a:lvl8pPr indent="-317500" lvl="7" marL="3657600" rtl="0">
              <a:lnSpc>
                <a:spcPct val="115000"/>
              </a:lnSpc>
              <a:spcBef>
                <a:spcPts val="1600"/>
              </a:spcBef>
              <a:spcAft>
                <a:spcPts val="0"/>
              </a:spcAft>
              <a:buSzPts val="1400"/>
              <a:buFont typeface="Chivo"/>
              <a:buChar char="○"/>
              <a:defRPr/>
            </a:lvl8pPr>
            <a:lvl9pPr indent="-317500" lvl="8" marL="4114800" rtl="0">
              <a:lnSpc>
                <a:spcPct val="115000"/>
              </a:lnSpc>
              <a:spcBef>
                <a:spcPts val="1600"/>
              </a:spcBef>
              <a:spcAft>
                <a:spcPts val="1600"/>
              </a:spcAft>
              <a:buSzPts val="1400"/>
              <a:buFont typeface="Chivo"/>
              <a:buChar char="■"/>
              <a:defRPr/>
            </a:lvl9pPr>
          </a:lstStyle>
          <a:p/>
        </p:txBody>
      </p:sp>
      <p:sp>
        <p:nvSpPr>
          <p:cNvPr id="177" name="Google Shape;177;p25"/>
          <p:cNvSpPr txBox="1"/>
          <p:nvPr>
            <p:ph idx="2" type="body"/>
          </p:nvPr>
        </p:nvSpPr>
        <p:spPr>
          <a:xfrm>
            <a:off x="4651325" y="1682875"/>
            <a:ext cx="3780900" cy="2734800"/>
          </a:xfrm>
          <a:prstGeom prst="rect">
            <a:avLst/>
          </a:prstGeom>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dk2"/>
              </a:buClr>
              <a:buSzPts val="1300"/>
              <a:buChar char="■"/>
              <a:defRPr/>
            </a:lvl1pPr>
            <a:lvl2pPr indent="-317500" lvl="1" marL="914400" rtl="0">
              <a:lnSpc>
                <a:spcPct val="115000"/>
              </a:lnSpc>
              <a:spcBef>
                <a:spcPts val="0"/>
              </a:spcBef>
              <a:spcAft>
                <a:spcPts val="0"/>
              </a:spcAft>
              <a:buSzPts val="1400"/>
              <a:buFont typeface="Chivo"/>
              <a:buChar char="○"/>
              <a:defRPr/>
            </a:lvl2pPr>
            <a:lvl3pPr indent="-317500" lvl="2" marL="1371600" rtl="0">
              <a:lnSpc>
                <a:spcPct val="115000"/>
              </a:lnSpc>
              <a:spcBef>
                <a:spcPts val="1600"/>
              </a:spcBef>
              <a:spcAft>
                <a:spcPts val="0"/>
              </a:spcAft>
              <a:buSzPts val="1400"/>
              <a:buFont typeface="Chivo"/>
              <a:buChar char="■"/>
              <a:defRPr/>
            </a:lvl3pPr>
            <a:lvl4pPr indent="-317500" lvl="3" marL="1828800" rtl="0">
              <a:lnSpc>
                <a:spcPct val="115000"/>
              </a:lnSpc>
              <a:spcBef>
                <a:spcPts val="1600"/>
              </a:spcBef>
              <a:spcAft>
                <a:spcPts val="0"/>
              </a:spcAft>
              <a:buSzPts val="1400"/>
              <a:buFont typeface="Chivo"/>
              <a:buChar char="●"/>
              <a:defRPr/>
            </a:lvl4pPr>
            <a:lvl5pPr indent="-317500" lvl="4" marL="2286000" rtl="0">
              <a:lnSpc>
                <a:spcPct val="115000"/>
              </a:lnSpc>
              <a:spcBef>
                <a:spcPts val="1600"/>
              </a:spcBef>
              <a:spcAft>
                <a:spcPts val="0"/>
              </a:spcAft>
              <a:buSzPts val="1400"/>
              <a:buFont typeface="Chivo"/>
              <a:buChar char="○"/>
              <a:defRPr/>
            </a:lvl5pPr>
            <a:lvl6pPr indent="-317500" lvl="5" marL="2743200" rtl="0">
              <a:lnSpc>
                <a:spcPct val="115000"/>
              </a:lnSpc>
              <a:spcBef>
                <a:spcPts val="1600"/>
              </a:spcBef>
              <a:spcAft>
                <a:spcPts val="0"/>
              </a:spcAft>
              <a:buSzPts val="1400"/>
              <a:buFont typeface="Chivo"/>
              <a:buChar char="■"/>
              <a:defRPr/>
            </a:lvl6pPr>
            <a:lvl7pPr indent="-317500" lvl="6" marL="3200400" rtl="0">
              <a:lnSpc>
                <a:spcPct val="115000"/>
              </a:lnSpc>
              <a:spcBef>
                <a:spcPts val="1600"/>
              </a:spcBef>
              <a:spcAft>
                <a:spcPts val="0"/>
              </a:spcAft>
              <a:buSzPts val="1400"/>
              <a:buFont typeface="Chivo"/>
              <a:buChar char="●"/>
              <a:defRPr/>
            </a:lvl7pPr>
            <a:lvl8pPr indent="-317500" lvl="7" marL="3657600" rtl="0">
              <a:lnSpc>
                <a:spcPct val="115000"/>
              </a:lnSpc>
              <a:spcBef>
                <a:spcPts val="1600"/>
              </a:spcBef>
              <a:spcAft>
                <a:spcPts val="0"/>
              </a:spcAft>
              <a:buSzPts val="1400"/>
              <a:buFont typeface="Chivo"/>
              <a:buChar char="○"/>
              <a:defRPr/>
            </a:lvl8pPr>
            <a:lvl9pPr indent="-317500" lvl="8" marL="4114800" rtl="0">
              <a:lnSpc>
                <a:spcPct val="115000"/>
              </a:lnSpc>
              <a:spcBef>
                <a:spcPts val="1600"/>
              </a:spcBef>
              <a:spcAft>
                <a:spcPts val="1600"/>
              </a:spcAft>
              <a:buSzPts val="1400"/>
              <a:buFont typeface="Chivo"/>
              <a:buChar char="■"/>
              <a:defRPr/>
            </a:lvl9pPr>
          </a:lstStyle>
          <a:p/>
        </p:txBody>
      </p:sp>
      <p:sp>
        <p:nvSpPr>
          <p:cNvPr id="178" name="Google Shape;178;p25"/>
          <p:cNvSpPr txBox="1"/>
          <p:nvPr>
            <p:ph idx="3" type="subTitle"/>
          </p:nvPr>
        </p:nvSpPr>
        <p:spPr>
          <a:xfrm>
            <a:off x="713250" y="1217050"/>
            <a:ext cx="7717500" cy="400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79" name="Google Shape;179;p25"/>
          <p:cNvSpPr/>
          <p:nvPr/>
        </p:nvSpPr>
        <p:spPr>
          <a:xfrm flipH="1">
            <a:off x="713400" y="4876025"/>
            <a:ext cx="84306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 name="Google Shape;180;p25"/>
          <p:cNvGrpSpPr/>
          <p:nvPr/>
        </p:nvGrpSpPr>
        <p:grpSpPr>
          <a:xfrm>
            <a:off x="283800" y="-4100"/>
            <a:ext cx="8576400" cy="5147625"/>
            <a:chOff x="283800" y="-4100"/>
            <a:chExt cx="8576400" cy="5147625"/>
          </a:xfrm>
        </p:grpSpPr>
        <p:cxnSp>
          <p:nvCxnSpPr>
            <p:cNvPr id="181" name="Google Shape;181;p25"/>
            <p:cNvCxnSpPr/>
            <p:nvPr/>
          </p:nvCxnSpPr>
          <p:spPr>
            <a:xfrm>
              <a:off x="8860200" y="2571925"/>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182" name="Google Shape;182;p25"/>
            <p:cNvCxnSpPr/>
            <p:nvPr/>
          </p:nvCxnSpPr>
          <p:spPr>
            <a:xfrm>
              <a:off x="283800" y="-4100"/>
              <a:ext cx="0" cy="25758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3_1">
    <p:spTree>
      <p:nvGrpSpPr>
        <p:cNvPr id="183" name="Shape 183"/>
        <p:cNvGrpSpPr/>
        <p:nvPr/>
      </p:nvGrpSpPr>
      <p:grpSpPr>
        <a:xfrm>
          <a:off x="0" y="0"/>
          <a:ext cx="0" cy="0"/>
          <a:chOff x="0" y="0"/>
          <a:chExt cx="0" cy="0"/>
        </a:xfrm>
      </p:grpSpPr>
      <p:sp>
        <p:nvSpPr>
          <p:cNvPr id="184" name="Google Shape;184;p2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85" name="Google Shape;185;p26"/>
          <p:cNvSpPr txBox="1"/>
          <p:nvPr>
            <p:ph idx="1" type="subTitle"/>
          </p:nvPr>
        </p:nvSpPr>
        <p:spPr>
          <a:xfrm>
            <a:off x="1106875" y="1964500"/>
            <a:ext cx="3200400" cy="1887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86" name="Google Shape;186;p26"/>
          <p:cNvSpPr txBox="1"/>
          <p:nvPr>
            <p:ph idx="2" type="subTitle"/>
          </p:nvPr>
        </p:nvSpPr>
        <p:spPr>
          <a:xfrm>
            <a:off x="4836725" y="1964500"/>
            <a:ext cx="3200400" cy="1887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87" name="Google Shape;187;p26"/>
          <p:cNvSpPr/>
          <p:nvPr/>
        </p:nvSpPr>
        <p:spPr>
          <a:xfrm rot="10800000">
            <a:off x="8860200" y="-26"/>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 name="Google Shape;188;p26"/>
          <p:cNvGrpSpPr/>
          <p:nvPr/>
        </p:nvGrpSpPr>
        <p:grpSpPr>
          <a:xfrm rot="10800000">
            <a:off x="-125" y="267450"/>
            <a:ext cx="9002225" cy="4876050"/>
            <a:chOff x="141900" y="-26"/>
            <a:chExt cx="9002225" cy="4876050"/>
          </a:xfrm>
        </p:grpSpPr>
        <p:cxnSp>
          <p:nvCxnSpPr>
            <p:cNvPr id="189" name="Google Shape;189;p26"/>
            <p:cNvCxnSpPr/>
            <p:nvPr/>
          </p:nvCxnSpPr>
          <p:spPr>
            <a:xfrm>
              <a:off x="7404125" y="4876024"/>
              <a:ext cx="1740000" cy="0"/>
            </a:xfrm>
            <a:prstGeom prst="straightConnector1">
              <a:avLst/>
            </a:prstGeom>
            <a:noFill/>
            <a:ln cap="flat" cmpd="sng" w="9525">
              <a:solidFill>
                <a:schemeClr val="dk1"/>
              </a:solidFill>
              <a:prstDash val="solid"/>
              <a:round/>
              <a:headEnd len="med" w="med" type="none"/>
              <a:tailEnd len="med" w="med" type="none"/>
            </a:ln>
          </p:spPr>
        </p:cxnSp>
        <p:cxnSp>
          <p:nvCxnSpPr>
            <p:cNvPr id="190" name="Google Shape;190;p26"/>
            <p:cNvCxnSpPr/>
            <p:nvPr/>
          </p:nvCxnSpPr>
          <p:spPr>
            <a:xfrm rot="10800000">
              <a:off x="141900" y="-26"/>
              <a:ext cx="0" cy="3958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191" name="Shape 191"/>
        <p:cNvGrpSpPr/>
        <p:nvPr/>
      </p:nvGrpSpPr>
      <p:grpSpPr>
        <a:xfrm>
          <a:off x="0" y="0"/>
          <a:ext cx="0" cy="0"/>
          <a:chOff x="0" y="0"/>
          <a:chExt cx="0" cy="0"/>
        </a:xfrm>
      </p:grpSpPr>
      <p:sp>
        <p:nvSpPr>
          <p:cNvPr id="192" name="Google Shape;192;p27"/>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93" name="Google Shape;193;p27"/>
          <p:cNvSpPr txBox="1"/>
          <p:nvPr>
            <p:ph idx="1" type="subTitle"/>
          </p:nvPr>
        </p:nvSpPr>
        <p:spPr>
          <a:xfrm>
            <a:off x="713263" y="340652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4" name="Google Shape;194;p27"/>
          <p:cNvSpPr txBox="1"/>
          <p:nvPr>
            <p:ph idx="2" type="subTitle"/>
          </p:nvPr>
        </p:nvSpPr>
        <p:spPr>
          <a:xfrm>
            <a:off x="713263" y="2785375"/>
            <a:ext cx="2400300" cy="554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95" name="Google Shape;195;p27"/>
          <p:cNvSpPr txBox="1"/>
          <p:nvPr>
            <p:ph idx="3" type="subTitle"/>
          </p:nvPr>
        </p:nvSpPr>
        <p:spPr>
          <a:xfrm>
            <a:off x="6030438" y="340652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6" name="Google Shape;196;p27"/>
          <p:cNvSpPr txBox="1"/>
          <p:nvPr>
            <p:ph idx="4" type="subTitle"/>
          </p:nvPr>
        </p:nvSpPr>
        <p:spPr>
          <a:xfrm>
            <a:off x="6030438" y="2782400"/>
            <a:ext cx="2400300" cy="554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97" name="Google Shape;197;p27"/>
          <p:cNvSpPr txBox="1"/>
          <p:nvPr>
            <p:ph idx="5" type="subTitle"/>
          </p:nvPr>
        </p:nvSpPr>
        <p:spPr>
          <a:xfrm>
            <a:off x="3371850" y="3406527"/>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98" name="Google Shape;198;p27"/>
          <p:cNvSpPr txBox="1"/>
          <p:nvPr>
            <p:ph idx="6" type="subTitle"/>
          </p:nvPr>
        </p:nvSpPr>
        <p:spPr>
          <a:xfrm>
            <a:off x="3371850" y="2782400"/>
            <a:ext cx="2400300" cy="554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5">
    <p:spTree>
      <p:nvGrpSpPr>
        <p:cNvPr id="199" name="Shape 199"/>
        <p:cNvGrpSpPr/>
        <p:nvPr/>
      </p:nvGrpSpPr>
      <p:grpSpPr>
        <a:xfrm>
          <a:off x="0" y="0"/>
          <a:ext cx="0" cy="0"/>
          <a:chOff x="0" y="0"/>
          <a:chExt cx="0" cy="0"/>
        </a:xfrm>
      </p:grpSpPr>
      <p:sp>
        <p:nvSpPr>
          <p:cNvPr id="200" name="Google Shape;200;p28"/>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01" name="Google Shape;201;p28"/>
          <p:cNvSpPr txBox="1"/>
          <p:nvPr>
            <p:ph idx="1" type="subTitle"/>
          </p:nvPr>
        </p:nvSpPr>
        <p:spPr>
          <a:xfrm>
            <a:off x="865625" y="3694227"/>
            <a:ext cx="2262600" cy="648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2" name="Google Shape;202;p28"/>
          <p:cNvSpPr txBox="1"/>
          <p:nvPr>
            <p:ph idx="2" type="subTitle"/>
          </p:nvPr>
        </p:nvSpPr>
        <p:spPr>
          <a:xfrm>
            <a:off x="865625" y="3103975"/>
            <a:ext cx="22626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03" name="Google Shape;203;p28"/>
          <p:cNvSpPr txBox="1"/>
          <p:nvPr>
            <p:ph idx="3" type="subTitle"/>
          </p:nvPr>
        </p:nvSpPr>
        <p:spPr>
          <a:xfrm>
            <a:off x="6015775" y="3694227"/>
            <a:ext cx="2262600" cy="648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4" name="Google Shape;204;p28"/>
          <p:cNvSpPr txBox="1"/>
          <p:nvPr>
            <p:ph idx="4" type="subTitle"/>
          </p:nvPr>
        </p:nvSpPr>
        <p:spPr>
          <a:xfrm>
            <a:off x="6015775" y="3103975"/>
            <a:ext cx="22626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05" name="Google Shape;205;p28"/>
          <p:cNvSpPr txBox="1"/>
          <p:nvPr>
            <p:ph idx="5" type="subTitle"/>
          </p:nvPr>
        </p:nvSpPr>
        <p:spPr>
          <a:xfrm>
            <a:off x="3440700" y="3694227"/>
            <a:ext cx="2262600" cy="648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06" name="Google Shape;206;p28"/>
          <p:cNvSpPr txBox="1"/>
          <p:nvPr>
            <p:ph idx="6" type="subTitle"/>
          </p:nvPr>
        </p:nvSpPr>
        <p:spPr>
          <a:xfrm>
            <a:off x="3440700" y="3103975"/>
            <a:ext cx="22626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07" name="Google Shape;207;p28"/>
          <p:cNvSpPr/>
          <p:nvPr/>
        </p:nvSpPr>
        <p:spPr>
          <a:xfrm>
            <a:off x="0" y="4876025"/>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 name="Google Shape;208;p28"/>
          <p:cNvGrpSpPr/>
          <p:nvPr/>
        </p:nvGrpSpPr>
        <p:grpSpPr>
          <a:xfrm>
            <a:off x="283800" y="-48"/>
            <a:ext cx="8860200" cy="5009873"/>
            <a:chOff x="283800" y="-48"/>
            <a:chExt cx="8860200" cy="5009873"/>
          </a:xfrm>
        </p:grpSpPr>
        <p:cxnSp>
          <p:nvCxnSpPr>
            <p:cNvPr id="209" name="Google Shape;209;p28"/>
            <p:cNvCxnSpPr/>
            <p:nvPr/>
          </p:nvCxnSpPr>
          <p:spPr>
            <a:xfrm>
              <a:off x="4572000" y="5009825"/>
              <a:ext cx="4572000" cy="0"/>
            </a:xfrm>
            <a:prstGeom prst="straightConnector1">
              <a:avLst/>
            </a:prstGeom>
            <a:noFill/>
            <a:ln cap="flat" cmpd="sng" w="9525">
              <a:solidFill>
                <a:schemeClr val="dk1"/>
              </a:solidFill>
              <a:prstDash val="solid"/>
              <a:round/>
              <a:headEnd len="med" w="med" type="none"/>
              <a:tailEnd len="med" w="med" type="none"/>
            </a:ln>
          </p:spPr>
        </p:cxnSp>
        <p:cxnSp>
          <p:nvCxnSpPr>
            <p:cNvPr id="210" name="Google Shape;210;p28"/>
            <p:cNvCxnSpPr/>
            <p:nvPr/>
          </p:nvCxnSpPr>
          <p:spPr>
            <a:xfrm rot="10800000">
              <a:off x="283800" y="-48"/>
              <a:ext cx="0" cy="2919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6">
    <p:spTree>
      <p:nvGrpSpPr>
        <p:cNvPr id="211" name="Shape 211"/>
        <p:cNvGrpSpPr/>
        <p:nvPr/>
      </p:nvGrpSpPr>
      <p:grpSpPr>
        <a:xfrm>
          <a:off x="0" y="0"/>
          <a:ext cx="0" cy="0"/>
          <a:chOff x="0" y="0"/>
          <a:chExt cx="0" cy="0"/>
        </a:xfrm>
      </p:grpSpPr>
      <p:sp>
        <p:nvSpPr>
          <p:cNvPr id="212" name="Google Shape;212;p29"/>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13" name="Google Shape;213;p29"/>
          <p:cNvSpPr txBox="1"/>
          <p:nvPr>
            <p:ph idx="1" type="subTitle"/>
          </p:nvPr>
        </p:nvSpPr>
        <p:spPr>
          <a:xfrm>
            <a:off x="1877250" y="1850002"/>
            <a:ext cx="2318700" cy="89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14" name="Google Shape;214;p29"/>
          <p:cNvSpPr txBox="1"/>
          <p:nvPr>
            <p:ph idx="2" type="subTitle"/>
          </p:nvPr>
        </p:nvSpPr>
        <p:spPr>
          <a:xfrm>
            <a:off x="1877250" y="1375200"/>
            <a:ext cx="23187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15" name="Google Shape;215;p29"/>
          <p:cNvSpPr txBox="1"/>
          <p:nvPr>
            <p:ph idx="3" type="subTitle"/>
          </p:nvPr>
        </p:nvSpPr>
        <p:spPr>
          <a:xfrm>
            <a:off x="1877250" y="3515601"/>
            <a:ext cx="2318700" cy="89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16" name="Google Shape;216;p29"/>
          <p:cNvSpPr txBox="1"/>
          <p:nvPr>
            <p:ph idx="4" type="subTitle"/>
          </p:nvPr>
        </p:nvSpPr>
        <p:spPr>
          <a:xfrm>
            <a:off x="1877250" y="3040799"/>
            <a:ext cx="23187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17" name="Google Shape;217;p29"/>
          <p:cNvSpPr txBox="1"/>
          <p:nvPr>
            <p:ph idx="5" type="subTitle"/>
          </p:nvPr>
        </p:nvSpPr>
        <p:spPr>
          <a:xfrm>
            <a:off x="6112075" y="1850002"/>
            <a:ext cx="2318700" cy="89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18" name="Google Shape;218;p29"/>
          <p:cNvSpPr txBox="1"/>
          <p:nvPr>
            <p:ph idx="6" type="subTitle"/>
          </p:nvPr>
        </p:nvSpPr>
        <p:spPr>
          <a:xfrm>
            <a:off x="6112075" y="1375200"/>
            <a:ext cx="23187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19" name="Google Shape;219;p29"/>
          <p:cNvSpPr txBox="1"/>
          <p:nvPr>
            <p:ph idx="7" type="subTitle"/>
          </p:nvPr>
        </p:nvSpPr>
        <p:spPr>
          <a:xfrm>
            <a:off x="6112075" y="3515601"/>
            <a:ext cx="2318700" cy="8958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20" name="Google Shape;220;p29"/>
          <p:cNvSpPr txBox="1"/>
          <p:nvPr>
            <p:ph idx="8" type="subTitle"/>
          </p:nvPr>
        </p:nvSpPr>
        <p:spPr>
          <a:xfrm>
            <a:off x="6112075" y="3040799"/>
            <a:ext cx="2318700" cy="523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21" name="Google Shape;221;p29"/>
          <p:cNvSpPr/>
          <p:nvPr/>
        </p:nvSpPr>
        <p:spPr>
          <a:xfrm flipH="1">
            <a:off x="886020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2" name="Google Shape;222;p29"/>
          <p:cNvCxnSpPr/>
          <p:nvPr/>
        </p:nvCxnSpPr>
        <p:spPr>
          <a:xfrm rot="10800000">
            <a:off x="9002100" y="-26"/>
            <a:ext cx="0" cy="39585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6_1">
    <p:spTree>
      <p:nvGrpSpPr>
        <p:cNvPr id="223" name="Shape 223"/>
        <p:cNvGrpSpPr/>
        <p:nvPr/>
      </p:nvGrpSpPr>
      <p:grpSpPr>
        <a:xfrm>
          <a:off x="0" y="0"/>
          <a:ext cx="0" cy="0"/>
          <a:chOff x="0" y="0"/>
          <a:chExt cx="0" cy="0"/>
        </a:xfrm>
      </p:grpSpPr>
      <p:sp>
        <p:nvSpPr>
          <p:cNvPr id="224" name="Google Shape;224;p30"/>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225" name="Google Shape;225;p30"/>
          <p:cNvSpPr txBox="1"/>
          <p:nvPr>
            <p:ph idx="1" type="subTitle"/>
          </p:nvPr>
        </p:nvSpPr>
        <p:spPr>
          <a:xfrm>
            <a:off x="713250"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6" name="Google Shape;226;p30"/>
          <p:cNvSpPr txBox="1"/>
          <p:nvPr>
            <p:ph idx="2" type="subTitle"/>
          </p:nvPr>
        </p:nvSpPr>
        <p:spPr>
          <a:xfrm>
            <a:off x="713250"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27" name="Google Shape;227;p30"/>
          <p:cNvSpPr txBox="1"/>
          <p:nvPr>
            <p:ph idx="3" type="subTitle"/>
          </p:nvPr>
        </p:nvSpPr>
        <p:spPr>
          <a:xfrm>
            <a:off x="6030450"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28" name="Google Shape;228;p30"/>
          <p:cNvSpPr txBox="1"/>
          <p:nvPr>
            <p:ph idx="4" type="subTitle"/>
          </p:nvPr>
        </p:nvSpPr>
        <p:spPr>
          <a:xfrm>
            <a:off x="6030450"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29" name="Google Shape;229;p30"/>
          <p:cNvSpPr txBox="1"/>
          <p:nvPr>
            <p:ph idx="5" type="subTitle"/>
          </p:nvPr>
        </p:nvSpPr>
        <p:spPr>
          <a:xfrm>
            <a:off x="3371850"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0" name="Google Shape;230;p30"/>
          <p:cNvSpPr txBox="1"/>
          <p:nvPr>
            <p:ph idx="6" type="subTitle"/>
          </p:nvPr>
        </p:nvSpPr>
        <p:spPr>
          <a:xfrm>
            <a:off x="3371850"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31" name="Google Shape;231;p30"/>
          <p:cNvSpPr txBox="1"/>
          <p:nvPr>
            <p:ph idx="7" type="subTitle"/>
          </p:nvPr>
        </p:nvSpPr>
        <p:spPr>
          <a:xfrm>
            <a:off x="2042531"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2" name="Google Shape;232;p30"/>
          <p:cNvSpPr txBox="1"/>
          <p:nvPr>
            <p:ph idx="8" type="subTitle"/>
          </p:nvPr>
        </p:nvSpPr>
        <p:spPr>
          <a:xfrm>
            <a:off x="2042531"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33" name="Google Shape;233;p30"/>
          <p:cNvSpPr txBox="1"/>
          <p:nvPr>
            <p:ph idx="9" type="subTitle"/>
          </p:nvPr>
        </p:nvSpPr>
        <p:spPr>
          <a:xfrm>
            <a:off x="4701169"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4" name="Google Shape;234;p30"/>
          <p:cNvSpPr txBox="1"/>
          <p:nvPr>
            <p:ph idx="13" type="subTitle"/>
          </p:nvPr>
        </p:nvSpPr>
        <p:spPr>
          <a:xfrm>
            <a:off x="4701169"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35" name="Google Shape;235;p30"/>
          <p:cNvSpPr/>
          <p:nvPr/>
        </p:nvSpPr>
        <p:spPr>
          <a:xfrm>
            <a:off x="0" y="4876025"/>
            <a:ext cx="84306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 name="Google Shape;236;p30"/>
          <p:cNvGrpSpPr/>
          <p:nvPr/>
        </p:nvGrpSpPr>
        <p:grpSpPr>
          <a:xfrm flipH="1">
            <a:off x="283800" y="-4100"/>
            <a:ext cx="8576400" cy="5147625"/>
            <a:chOff x="283800" y="-4100"/>
            <a:chExt cx="8576400" cy="5147625"/>
          </a:xfrm>
        </p:grpSpPr>
        <p:cxnSp>
          <p:nvCxnSpPr>
            <p:cNvPr id="237" name="Google Shape;237;p30"/>
            <p:cNvCxnSpPr/>
            <p:nvPr/>
          </p:nvCxnSpPr>
          <p:spPr>
            <a:xfrm>
              <a:off x="8860200" y="2571925"/>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238" name="Google Shape;238;p30"/>
            <p:cNvCxnSpPr/>
            <p:nvPr/>
          </p:nvCxnSpPr>
          <p:spPr>
            <a:xfrm>
              <a:off x="283800" y="-4100"/>
              <a:ext cx="0" cy="25758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39" name="Shape 239"/>
        <p:cNvGrpSpPr/>
        <p:nvPr/>
      </p:nvGrpSpPr>
      <p:grpSpPr>
        <a:xfrm>
          <a:off x="0" y="0"/>
          <a:ext cx="0" cy="0"/>
          <a:chOff x="0" y="0"/>
          <a:chExt cx="0" cy="0"/>
        </a:xfrm>
      </p:grpSpPr>
      <p:sp>
        <p:nvSpPr>
          <p:cNvPr id="240" name="Google Shape;240;p31"/>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241" name="Google Shape;241;p31"/>
          <p:cNvSpPr txBox="1"/>
          <p:nvPr>
            <p:ph idx="1" type="subTitle"/>
          </p:nvPr>
        </p:nvSpPr>
        <p:spPr>
          <a:xfrm>
            <a:off x="713244"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2" name="Google Shape;242;p31"/>
          <p:cNvSpPr txBox="1"/>
          <p:nvPr>
            <p:ph idx="2" type="subTitle"/>
          </p:nvPr>
        </p:nvSpPr>
        <p:spPr>
          <a:xfrm>
            <a:off x="713244"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3" name="Google Shape;243;p31"/>
          <p:cNvSpPr txBox="1"/>
          <p:nvPr>
            <p:ph idx="3" type="subTitle"/>
          </p:nvPr>
        </p:nvSpPr>
        <p:spPr>
          <a:xfrm>
            <a:off x="6030456"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4" name="Google Shape;244;p31"/>
          <p:cNvSpPr txBox="1"/>
          <p:nvPr>
            <p:ph idx="4" type="subTitle"/>
          </p:nvPr>
        </p:nvSpPr>
        <p:spPr>
          <a:xfrm>
            <a:off x="6030456"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5" name="Google Shape;245;p31"/>
          <p:cNvSpPr txBox="1"/>
          <p:nvPr>
            <p:ph idx="5" type="subTitle"/>
          </p:nvPr>
        </p:nvSpPr>
        <p:spPr>
          <a:xfrm>
            <a:off x="3371850" y="3515601"/>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6" name="Google Shape;246;p31"/>
          <p:cNvSpPr txBox="1"/>
          <p:nvPr>
            <p:ph idx="6" type="subTitle"/>
          </p:nvPr>
        </p:nvSpPr>
        <p:spPr>
          <a:xfrm>
            <a:off x="3371850" y="3040799"/>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7" name="Google Shape;247;p31"/>
          <p:cNvSpPr txBox="1"/>
          <p:nvPr>
            <p:ph idx="7" type="subTitle"/>
          </p:nvPr>
        </p:nvSpPr>
        <p:spPr>
          <a:xfrm>
            <a:off x="713244"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48" name="Google Shape;248;p31"/>
          <p:cNvSpPr txBox="1"/>
          <p:nvPr>
            <p:ph idx="8" type="subTitle"/>
          </p:nvPr>
        </p:nvSpPr>
        <p:spPr>
          <a:xfrm>
            <a:off x="713244"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9" name="Google Shape;249;p31"/>
          <p:cNvSpPr txBox="1"/>
          <p:nvPr>
            <p:ph idx="9" type="subTitle"/>
          </p:nvPr>
        </p:nvSpPr>
        <p:spPr>
          <a:xfrm>
            <a:off x="3371850"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0" name="Google Shape;250;p31"/>
          <p:cNvSpPr txBox="1"/>
          <p:nvPr>
            <p:ph idx="13" type="subTitle"/>
          </p:nvPr>
        </p:nvSpPr>
        <p:spPr>
          <a:xfrm>
            <a:off x="3371850"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51" name="Google Shape;251;p31"/>
          <p:cNvSpPr txBox="1"/>
          <p:nvPr>
            <p:ph idx="14" type="subTitle"/>
          </p:nvPr>
        </p:nvSpPr>
        <p:spPr>
          <a:xfrm>
            <a:off x="6030456" y="1850002"/>
            <a:ext cx="2400300" cy="895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52" name="Google Shape;252;p31"/>
          <p:cNvSpPr txBox="1"/>
          <p:nvPr>
            <p:ph idx="15" type="subTitle"/>
          </p:nvPr>
        </p:nvSpPr>
        <p:spPr>
          <a:xfrm>
            <a:off x="6030456" y="1375200"/>
            <a:ext cx="2400300" cy="523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53" name="Google Shape;253;p31"/>
          <p:cNvSpPr/>
          <p:nvPr/>
        </p:nvSpPr>
        <p:spPr>
          <a:xfrm flipH="1" rot="10800000">
            <a:off x="25" y="-26"/>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4" name="Google Shape;254;p31"/>
          <p:cNvGrpSpPr/>
          <p:nvPr/>
        </p:nvGrpSpPr>
        <p:grpSpPr>
          <a:xfrm flipH="1" rot="10800000">
            <a:off x="141925" y="267450"/>
            <a:ext cx="9001950" cy="4876050"/>
            <a:chOff x="141900" y="-26"/>
            <a:chExt cx="9001950" cy="4876050"/>
          </a:xfrm>
        </p:grpSpPr>
        <p:cxnSp>
          <p:nvCxnSpPr>
            <p:cNvPr id="255" name="Google Shape;255;p31"/>
            <p:cNvCxnSpPr/>
            <p:nvPr/>
          </p:nvCxnSpPr>
          <p:spPr>
            <a:xfrm>
              <a:off x="7907850" y="4876024"/>
              <a:ext cx="1236000" cy="0"/>
            </a:xfrm>
            <a:prstGeom prst="straightConnector1">
              <a:avLst/>
            </a:prstGeom>
            <a:noFill/>
            <a:ln cap="flat" cmpd="sng" w="9525">
              <a:solidFill>
                <a:schemeClr val="dk1"/>
              </a:solidFill>
              <a:prstDash val="solid"/>
              <a:round/>
              <a:headEnd len="med" w="med" type="none"/>
              <a:tailEnd len="med" w="med" type="none"/>
            </a:ln>
          </p:spPr>
        </p:cxnSp>
        <p:cxnSp>
          <p:nvCxnSpPr>
            <p:cNvPr id="256" name="Google Shape;256;p31"/>
            <p:cNvCxnSpPr/>
            <p:nvPr/>
          </p:nvCxnSpPr>
          <p:spPr>
            <a:xfrm rot="10800000">
              <a:off x="141900" y="-26"/>
              <a:ext cx="0" cy="3958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spTree>
      <p:nvGrpSpPr>
        <p:cNvPr id="257" name="Shape 257"/>
        <p:cNvGrpSpPr/>
        <p:nvPr/>
      </p:nvGrpSpPr>
      <p:grpSpPr>
        <a:xfrm>
          <a:off x="0" y="0"/>
          <a:ext cx="0" cy="0"/>
          <a:chOff x="0" y="0"/>
          <a:chExt cx="0" cy="0"/>
        </a:xfrm>
      </p:grpSpPr>
      <p:sp>
        <p:nvSpPr>
          <p:cNvPr id="258" name="Google Shape;258;p32"/>
          <p:cNvSpPr txBox="1"/>
          <p:nvPr>
            <p:ph type="title"/>
          </p:nvPr>
        </p:nvSpPr>
        <p:spPr>
          <a:xfrm>
            <a:off x="2654700" y="530250"/>
            <a:ext cx="3834600" cy="1108200"/>
          </a:xfrm>
          <a:prstGeom prst="rect">
            <a:avLst/>
          </a:prstGeom>
        </p:spPr>
        <p:txBody>
          <a:bodyPr anchorCtr="0" anchor="t" bIns="91425" lIns="91425" spcFirstLastPara="1" rIns="91425" wrap="square" tIns="91425">
            <a:noAutofit/>
          </a:bodyPr>
          <a:lstStyle>
            <a:lvl1pPr lvl="0">
              <a:spcBef>
                <a:spcPts val="0"/>
              </a:spcBef>
              <a:spcAft>
                <a:spcPts val="0"/>
              </a:spcAft>
              <a:buSzPts val="7200"/>
              <a:buNone/>
              <a:defRPr sz="60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259" name="Google Shape;259;p32"/>
          <p:cNvSpPr txBox="1"/>
          <p:nvPr>
            <p:ph idx="1" type="subTitle"/>
          </p:nvPr>
        </p:nvSpPr>
        <p:spPr>
          <a:xfrm>
            <a:off x="2654700" y="2342156"/>
            <a:ext cx="3834600" cy="972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650"/>
              <a:buNone/>
              <a:defRPr b="1" sz="1550"/>
            </a:lvl1pPr>
            <a:lvl2pPr lvl="1" rtl="0" algn="ctr">
              <a:lnSpc>
                <a:spcPct val="115000"/>
              </a:lnSpc>
              <a:spcBef>
                <a:spcPts val="0"/>
              </a:spcBef>
              <a:spcAft>
                <a:spcPts val="0"/>
              </a:spcAft>
              <a:buSzPts val="1650"/>
              <a:buNone/>
              <a:defRPr b="1" sz="1650"/>
            </a:lvl2pPr>
            <a:lvl3pPr lvl="2" rtl="0" algn="ctr">
              <a:lnSpc>
                <a:spcPct val="115000"/>
              </a:lnSpc>
              <a:spcBef>
                <a:spcPts val="0"/>
              </a:spcBef>
              <a:spcAft>
                <a:spcPts val="0"/>
              </a:spcAft>
              <a:buSzPts val="1650"/>
              <a:buNone/>
              <a:defRPr b="1" sz="1650"/>
            </a:lvl3pPr>
            <a:lvl4pPr lvl="3" rtl="0" algn="ctr">
              <a:lnSpc>
                <a:spcPct val="115000"/>
              </a:lnSpc>
              <a:spcBef>
                <a:spcPts val="0"/>
              </a:spcBef>
              <a:spcAft>
                <a:spcPts val="0"/>
              </a:spcAft>
              <a:buSzPts val="1650"/>
              <a:buNone/>
              <a:defRPr b="1" sz="1650"/>
            </a:lvl4pPr>
            <a:lvl5pPr lvl="4" rtl="0" algn="ctr">
              <a:lnSpc>
                <a:spcPct val="115000"/>
              </a:lnSpc>
              <a:spcBef>
                <a:spcPts val="0"/>
              </a:spcBef>
              <a:spcAft>
                <a:spcPts val="0"/>
              </a:spcAft>
              <a:buSzPts val="1650"/>
              <a:buNone/>
              <a:defRPr b="1" sz="1650"/>
            </a:lvl5pPr>
            <a:lvl6pPr lvl="5" rtl="0" algn="ctr">
              <a:lnSpc>
                <a:spcPct val="115000"/>
              </a:lnSpc>
              <a:spcBef>
                <a:spcPts val="0"/>
              </a:spcBef>
              <a:spcAft>
                <a:spcPts val="0"/>
              </a:spcAft>
              <a:buSzPts val="1650"/>
              <a:buNone/>
              <a:defRPr b="1" sz="1650"/>
            </a:lvl6pPr>
            <a:lvl7pPr lvl="6" rtl="0" algn="ctr">
              <a:lnSpc>
                <a:spcPct val="115000"/>
              </a:lnSpc>
              <a:spcBef>
                <a:spcPts val="0"/>
              </a:spcBef>
              <a:spcAft>
                <a:spcPts val="0"/>
              </a:spcAft>
              <a:buSzPts val="1650"/>
              <a:buNone/>
              <a:defRPr b="1" sz="1650"/>
            </a:lvl7pPr>
            <a:lvl8pPr lvl="7" rtl="0" algn="ctr">
              <a:lnSpc>
                <a:spcPct val="115000"/>
              </a:lnSpc>
              <a:spcBef>
                <a:spcPts val="0"/>
              </a:spcBef>
              <a:spcAft>
                <a:spcPts val="0"/>
              </a:spcAft>
              <a:buSzPts val="1650"/>
              <a:buNone/>
              <a:defRPr b="1" sz="1650"/>
            </a:lvl8pPr>
            <a:lvl9pPr lvl="8" rtl="0" algn="ctr">
              <a:lnSpc>
                <a:spcPct val="115000"/>
              </a:lnSpc>
              <a:spcBef>
                <a:spcPts val="0"/>
              </a:spcBef>
              <a:spcAft>
                <a:spcPts val="0"/>
              </a:spcAft>
              <a:buSzPts val="1650"/>
              <a:buNone/>
              <a:defRPr b="1" sz="1650"/>
            </a:lvl9pPr>
          </a:lstStyle>
          <a:p/>
        </p:txBody>
      </p:sp>
      <p:sp>
        <p:nvSpPr>
          <p:cNvPr id="260" name="Google Shape;260;p32"/>
          <p:cNvSpPr txBox="1"/>
          <p:nvPr>
            <p:ph idx="2" type="subTitle"/>
          </p:nvPr>
        </p:nvSpPr>
        <p:spPr>
          <a:xfrm>
            <a:off x="2654700" y="4111851"/>
            <a:ext cx="3834600" cy="338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300"/>
              <a:buNone/>
              <a:defRPr sz="1000"/>
            </a:lvl1pPr>
            <a:lvl2pPr lvl="1" rtl="0" algn="ctr">
              <a:lnSpc>
                <a:spcPct val="115000"/>
              </a:lnSpc>
              <a:spcBef>
                <a:spcPts val="0"/>
              </a:spcBef>
              <a:spcAft>
                <a:spcPts val="0"/>
              </a:spcAft>
              <a:buSzPts val="1300"/>
              <a:buNone/>
              <a:defRPr b="1" sz="1300"/>
            </a:lvl2pPr>
            <a:lvl3pPr lvl="2" rtl="0" algn="ctr">
              <a:lnSpc>
                <a:spcPct val="115000"/>
              </a:lnSpc>
              <a:spcBef>
                <a:spcPts val="0"/>
              </a:spcBef>
              <a:spcAft>
                <a:spcPts val="0"/>
              </a:spcAft>
              <a:buSzPts val="1300"/>
              <a:buNone/>
              <a:defRPr b="1" sz="1300"/>
            </a:lvl3pPr>
            <a:lvl4pPr lvl="3" rtl="0" algn="ctr">
              <a:lnSpc>
                <a:spcPct val="115000"/>
              </a:lnSpc>
              <a:spcBef>
                <a:spcPts val="0"/>
              </a:spcBef>
              <a:spcAft>
                <a:spcPts val="0"/>
              </a:spcAft>
              <a:buSzPts val="1300"/>
              <a:buNone/>
              <a:defRPr b="1" sz="1300"/>
            </a:lvl4pPr>
            <a:lvl5pPr lvl="4" rtl="0" algn="ctr">
              <a:lnSpc>
                <a:spcPct val="115000"/>
              </a:lnSpc>
              <a:spcBef>
                <a:spcPts val="0"/>
              </a:spcBef>
              <a:spcAft>
                <a:spcPts val="0"/>
              </a:spcAft>
              <a:buSzPts val="1300"/>
              <a:buNone/>
              <a:defRPr b="1" sz="1300"/>
            </a:lvl5pPr>
            <a:lvl6pPr lvl="5" rtl="0" algn="ctr">
              <a:lnSpc>
                <a:spcPct val="115000"/>
              </a:lnSpc>
              <a:spcBef>
                <a:spcPts val="0"/>
              </a:spcBef>
              <a:spcAft>
                <a:spcPts val="0"/>
              </a:spcAft>
              <a:buSzPts val="1300"/>
              <a:buNone/>
              <a:defRPr b="1" sz="1300"/>
            </a:lvl6pPr>
            <a:lvl7pPr lvl="6" rtl="0" algn="ctr">
              <a:lnSpc>
                <a:spcPct val="115000"/>
              </a:lnSpc>
              <a:spcBef>
                <a:spcPts val="0"/>
              </a:spcBef>
              <a:spcAft>
                <a:spcPts val="0"/>
              </a:spcAft>
              <a:buSzPts val="1300"/>
              <a:buNone/>
              <a:defRPr b="1" sz="1300"/>
            </a:lvl7pPr>
            <a:lvl8pPr lvl="7" rtl="0" algn="ctr">
              <a:lnSpc>
                <a:spcPct val="115000"/>
              </a:lnSpc>
              <a:spcBef>
                <a:spcPts val="0"/>
              </a:spcBef>
              <a:spcAft>
                <a:spcPts val="0"/>
              </a:spcAft>
              <a:buSzPts val="1300"/>
              <a:buNone/>
              <a:defRPr b="1" sz="1300"/>
            </a:lvl8pPr>
            <a:lvl9pPr lvl="8" rtl="0" algn="ctr">
              <a:lnSpc>
                <a:spcPct val="115000"/>
              </a:lnSpc>
              <a:spcBef>
                <a:spcPts val="0"/>
              </a:spcBef>
              <a:spcAft>
                <a:spcPts val="0"/>
              </a:spcAft>
              <a:buSzPts val="1300"/>
              <a:buNone/>
              <a:defRPr b="1" sz="1300"/>
            </a:lvl9pPr>
          </a:lstStyle>
          <a:p/>
        </p:txBody>
      </p:sp>
      <p:grpSp>
        <p:nvGrpSpPr>
          <p:cNvPr id="261" name="Google Shape;261;p32"/>
          <p:cNvGrpSpPr/>
          <p:nvPr/>
        </p:nvGrpSpPr>
        <p:grpSpPr>
          <a:xfrm>
            <a:off x="713688" y="2579400"/>
            <a:ext cx="8430488" cy="2564100"/>
            <a:chOff x="713688" y="2579400"/>
            <a:chExt cx="8430488" cy="2564100"/>
          </a:xfrm>
        </p:grpSpPr>
        <p:cxnSp>
          <p:nvCxnSpPr>
            <p:cNvPr id="262" name="Google Shape;262;p32"/>
            <p:cNvCxnSpPr/>
            <p:nvPr/>
          </p:nvCxnSpPr>
          <p:spPr>
            <a:xfrm>
              <a:off x="2839075" y="4876025"/>
              <a:ext cx="6305100" cy="0"/>
            </a:xfrm>
            <a:prstGeom prst="straightConnector1">
              <a:avLst/>
            </a:prstGeom>
            <a:noFill/>
            <a:ln cap="flat" cmpd="sng" w="9525">
              <a:solidFill>
                <a:schemeClr val="dk1"/>
              </a:solidFill>
              <a:prstDash val="solid"/>
              <a:round/>
              <a:headEnd len="med" w="med" type="none"/>
              <a:tailEnd len="med" w="med" type="none"/>
            </a:ln>
          </p:spPr>
        </p:cxnSp>
        <p:cxnSp>
          <p:nvCxnSpPr>
            <p:cNvPr id="263" name="Google Shape;263;p32"/>
            <p:cNvCxnSpPr/>
            <p:nvPr/>
          </p:nvCxnSpPr>
          <p:spPr>
            <a:xfrm rot="10800000">
              <a:off x="713688" y="2579400"/>
              <a:ext cx="0" cy="2564100"/>
            </a:xfrm>
            <a:prstGeom prst="straightConnector1">
              <a:avLst/>
            </a:prstGeom>
            <a:noFill/>
            <a:ln cap="flat" cmpd="sng" w="9525">
              <a:solidFill>
                <a:schemeClr val="dk1"/>
              </a:solidFill>
              <a:prstDash val="solid"/>
              <a:round/>
              <a:headEnd len="med" w="med" type="none"/>
              <a:tailEnd len="med" w="med" type="none"/>
            </a:ln>
          </p:spPr>
        </p:cxnSp>
      </p:grpSp>
      <p:sp>
        <p:nvSpPr>
          <p:cNvPr id="264" name="Google Shape;264;p32"/>
          <p:cNvSpPr txBox="1"/>
          <p:nvPr/>
        </p:nvSpPr>
        <p:spPr>
          <a:xfrm>
            <a:off x="2654700" y="3304597"/>
            <a:ext cx="3834600" cy="794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018"/>
              <a:buNone/>
            </a:pPr>
            <a:r>
              <a:rPr lang="en" sz="1200">
                <a:solidFill>
                  <a:schemeClr val="dk1"/>
                </a:solidFill>
                <a:latin typeface="Commissioner"/>
                <a:ea typeface="Commissioner"/>
                <a:cs typeface="Commissioner"/>
                <a:sym typeface="Commissioner"/>
              </a:rPr>
              <a:t>Credits: This presentation template was created by </a:t>
            </a:r>
            <a:r>
              <a:rPr b="1" lang="en" sz="1200" u="sng">
                <a:solidFill>
                  <a:schemeClr val="dk1"/>
                </a:solidFill>
                <a:latin typeface="Commissioner"/>
                <a:ea typeface="Commissioner"/>
                <a:cs typeface="Commissioner"/>
                <a:sym typeface="Commissioner"/>
                <a:hlinkClick r:id="rId2">
                  <a:extLst>
                    <a:ext uri="{A12FA001-AC4F-418D-AE19-62706E023703}">
                      <ahyp:hlinkClr val="tx"/>
                    </a:ext>
                  </a:extLst>
                </a:hlinkClick>
              </a:rPr>
              <a:t>Slidesgo</a:t>
            </a:r>
            <a:r>
              <a:rPr lang="en" sz="1200">
                <a:solidFill>
                  <a:schemeClr val="dk1"/>
                </a:solidFill>
                <a:latin typeface="Commissioner"/>
                <a:ea typeface="Commissioner"/>
                <a:cs typeface="Commissioner"/>
                <a:sym typeface="Commissioner"/>
              </a:rPr>
              <a:t>, and includes icons, infographics &amp; images by </a:t>
            </a:r>
            <a:r>
              <a:rPr b="1" lang="en" sz="1200" u="sng">
                <a:solidFill>
                  <a:schemeClr val="dk1"/>
                </a:solidFill>
                <a:latin typeface="Commissioner"/>
                <a:ea typeface="Commissioner"/>
                <a:cs typeface="Commissioner"/>
                <a:sym typeface="Commissioner"/>
                <a:hlinkClick r:id="rId3">
                  <a:extLst>
                    <a:ext uri="{A12FA001-AC4F-418D-AE19-62706E023703}">
                      <ahyp:hlinkClr val="tx"/>
                    </a:ext>
                  </a:extLst>
                </a:hlinkClick>
              </a:rPr>
              <a:t>Freepi</a:t>
            </a:r>
            <a:r>
              <a:rPr b="1" lang="en" sz="1200" u="sng">
                <a:solidFill>
                  <a:schemeClr val="dk1"/>
                </a:solidFill>
                <a:latin typeface="Commissioner"/>
                <a:ea typeface="Commissioner"/>
                <a:cs typeface="Commissioner"/>
                <a:sym typeface="Commissioner"/>
                <a:hlinkClick r:id="rId4">
                  <a:extLst>
                    <a:ext uri="{A12FA001-AC4F-418D-AE19-62706E023703}">
                      <ahyp:hlinkClr val="tx"/>
                    </a:ext>
                  </a:extLst>
                </a:hlinkClick>
              </a:rPr>
              <a:t>k</a:t>
            </a:r>
            <a:endParaRPr sz="1200">
              <a:solidFill>
                <a:schemeClr val="dk1"/>
              </a:solidFill>
              <a:latin typeface="Commissioner"/>
              <a:ea typeface="Commissioner"/>
              <a:cs typeface="Commissioner"/>
              <a:sym typeface="Commissione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65" name="Shape 265"/>
        <p:cNvGrpSpPr/>
        <p:nvPr/>
      </p:nvGrpSpPr>
      <p:grpSpPr>
        <a:xfrm>
          <a:off x="0" y="0"/>
          <a:ext cx="0" cy="0"/>
          <a:chOff x="0" y="0"/>
          <a:chExt cx="0" cy="0"/>
        </a:xfrm>
      </p:grpSpPr>
      <p:cxnSp>
        <p:nvCxnSpPr>
          <p:cNvPr id="266" name="Google Shape;266;p33"/>
          <p:cNvCxnSpPr/>
          <p:nvPr/>
        </p:nvCxnSpPr>
        <p:spPr>
          <a:xfrm rot="10800000">
            <a:off x="9002100" y="-100"/>
            <a:ext cx="0" cy="2652600"/>
          </a:xfrm>
          <a:prstGeom prst="straightConnector1">
            <a:avLst/>
          </a:prstGeom>
          <a:noFill/>
          <a:ln cap="flat" cmpd="sng" w="9525">
            <a:solidFill>
              <a:schemeClr val="dk1"/>
            </a:solidFill>
            <a:prstDash val="solid"/>
            <a:round/>
            <a:headEnd len="med" w="med" type="none"/>
            <a:tailEnd len="med" w="med" type="none"/>
          </a:ln>
        </p:spPr>
      </p:cxnSp>
      <p:sp>
        <p:nvSpPr>
          <p:cNvPr id="267" name="Google Shape;267;p33"/>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8" name="Google Shape;268;p33"/>
          <p:cNvCxnSpPr/>
          <p:nvPr/>
        </p:nvCxnSpPr>
        <p:spPr>
          <a:xfrm>
            <a:off x="4273200" y="4876025"/>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269" name="Google Shape;269;p33"/>
          <p:cNvCxnSpPr/>
          <p:nvPr/>
        </p:nvCxnSpPr>
        <p:spPr>
          <a:xfrm rot="10800000">
            <a:off x="711250" y="0"/>
            <a:ext cx="0" cy="41310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
    <p:spTree>
      <p:nvGrpSpPr>
        <p:cNvPr id="270" name="Shape 270"/>
        <p:cNvGrpSpPr/>
        <p:nvPr/>
      </p:nvGrpSpPr>
      <p:grpSpPr>
        <a:xfrm>
          <a:off x="0" y="0"/>
          <a:ext cx="0" cy="0"/>
          <a:chOff x="0" y="0"/>
          <a:chExt cx="0" cy="0"/>
        </a:xfrm>
      </p:grpSpPr>
      <p:sp>
        <p:nvSpPr>
          <p:cNvPr id="271" name="Google Shape;271;p34"/>
          <p:cNvSpPr/>
          <p:nvPr/>
        </p:nvSpPr>
        <p:spPr>
          <a:xfrm rot="10800000">
            <a:off x="125" y="0"/>
            <a:ext cx="716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34"/>
          <p:cNvGrpSpPr/>
          <p:nvPr/>
        </p:nvGrpSpPr>
        <p:grpSpPr>
          <a:xfrm rot="10800000">
            <a:off x="0" y="363100"/>
            <a:ext cx="8860200" cy="4780400"/>
            <a:chOff x="283800" y="0"/>
            <a:chExt cx="8860200" cy="4780400"/>
          </a:xfrm>
        </p:grpSpPr>
        <p:cxnSp>
          <p:nvCxnSpPr>
            <p:cNvPr id="273" name="Google Shape;273;p34"/>
            <p:cNvCxnSpPr/>
            <p:nvPr/>
          </p:nvCxnSpPr>
          <p:spPr>
            <a:xfrm>
              <a:off x="4273200" y="4780400"/>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274" name="Google Shape;274;p34"/>
            <p:cNvCxnSpPr/>
            <p:nvPr/>
          </p:nvCxnSpPr>
          <p:spPr>
            <a:xfrm rot="10800000">
              <a:off x="283800" y="0"/>
              <a:ext cx="0" cy="41310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34"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70650"/>
            <a:ext cx="7717500" cy="5499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p:txBody>
      </p:sp>
      <p:sp>
        <p:nvSpPr>
          <p:cNvPr id="7" name="Google Shape;7;p1"/>
          <p:cNvSpPr txBox="1"/>
          <p:nvPr>
            <p:ph idx="1" type="body"/>
          </p:nvPr>
        </p:nvSpPr>
        <p:spPr>
          <a:xfrm>
            <a:off x="713225" y="1297400"/>
            <a:ext cx="7717500" cy="32715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indent="-317500" lvl="1" marL="9144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indent="-317500" lvl="2" marL="13716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indent="-317500" lvl="3" marL="18288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indent="-317500" lvl="4" marL="22860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indent="-317500" lvl="5" marL="27432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indent="-317500" lvl="6" marL="32004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indent="-317500" lvl="7" marL="36576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indent="-317500" lvl="8" marL="41148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 Id="rId3" Type="http://schemas.openxmlformats.org/officeDocument/2006/relationships/hyperlink" Target="https://ffaisal.com/dem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5"/>
          <p:cNvSpPr txBox="1"/>
          <p:nvPr>
            <p:ph type="ctrTitle"/>
          </p:nvPr>
        </p:nvSpPr>
        <p:spPr>
          <a:xfrm>
            <a:off x="713225" y="1014550"/>
            <a:ext cx="7264200" cy="221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An Agentic Dual-Loop Self-Healing Architecture for Cloud-Native RAG</a:t>
            </a:r>
            <a:endParaRPr/>
          </a:p>
        </p:txBody>
      </p:sp>
      <p:sp>
        <p:nvSpPr>
          <p:cNvPr id="280" name="Google Shape;280;p35"/>
          <p:cNvSpPr txBox="1"/>
          <p:nvPr>
            <p:ph idx="1" type="subTitle"/>
          </p:nvPr>
        </p:nvSpPr>
        <p:spPr>
          <a:xfrm>
            <a:off x="713225" y="3315975"/>
            <a:ext cx="5602200" cy="115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Refat Ishrak Hemel, Fahim Faisal, Ali Rizvi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University of New Brunswick // CS6905</a:t>
            </a:r>
            <a:endParaRPr/>
          </a:p>
          <a:p>
            <a:pPr indent="0" lvl="0" marL="0" rtl="0" algn="l">
              <a:spcBef>
                <a:spcPts val="0"/>
              </a:spcBef>
              <a:spcAft>
                <a:spcPts val="0"/>
              </a:spcAft>
              <a:buNone/>
            </a:pPr>
            <a:r>
              <a:rPr lang="en"/>
              <a:t>Instructor: Shadi Aljendi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idx="1" type="body"/>
          </p:nvPr>
        </p:nvSpPr>
        <p:spPr>
          <a:xfrm>
            <a:off x="713225" y="1513650"/>
            <a:ext cx="5600100" cy="2607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The problem</a:t>
            </a:r>
            <a:endParaRPr sz="1600"/>
          </a:p>
          <a:p>
            <a:pPr indent="-330200" lvl="0" marL="457200" rtl="0" algn="l">
              <a:spcBef>
                <a:spcPts val="0"/>
              </a:spcBef>
              <a:spcAft>
                <a:spcPts val="0"/>
              </a:spcAft>
              <a:buSzPts val="1600"/>
              <a:buChar char="●"/>
            </a:pPr>
            <a:r>
              <a:rPr lang="en" sz="1600"/>
              <a:t>Issues with the current solutions</a:t>
            </a:r>
            <a:endParaRPr sz="1600"/>
          </a:p>
          <a:p>
            <a:pPr indent="-330200" lvl="0" marL="457200" rtl="0" algn="l">
              <a:spcBef>
                <a:spcPts val="0"/>
              </a:spcBef>
              <a:spcAft>
                <a:spcPts val="0"/>
              </a:spcAft>
              <a:buSzPts val="1600"/>
              <a:buChar char="●"/>
            </a:pPr>
            <a:r>
              <a:rPr lang="en" sz="1600"/>
              <a:t>Our proposal</a:t>
            </a:r>
            <a:endParaRPr sz="1600"/>
          </a:p>
          <a:p>
            <a:pPr indent="-330200" lvl="0" marL="457200" rtl="0" algn="l">
              <a:spcBef>
                <a:spcPts val="0"/>
              </a:spcBef>
              <a:spcAft>
                <a:spcPts val="0"/>
              </a:spcAft>
              <a:buSzPts val="1600"/>
              <a:buChar char="●"/>
            </a:pPr>
            <a:r>
              <a:rPr lang="en" sz="1600"/>
              <a:t>Architecture overview</a:t>
            </a:r>
            <a:endParaRPr sz="1600"/>
          </a:p>
          <a:p>
            <a:pPr indent="-330200" lvl="0" marL="457200" rtl="0" algn="l">
              <a:spcBef>
                <a:spcPts val="0"/>
              </a:spcBef>
              <a:spcAft>
                <a:spcPts val="0"/>
              </a:spcAft>
              <a:buSzPts val="1600"/>
              <a:buChar char="●"/>
            </a:pPr>
            <a:r>
              <a:rPr lang="en" sz="1600"/>
              <a:t>Architecture in depth</a:t>
            </a:r>
            <a:endParaRPr sz="1600"/>
          </a:p>
          <a:p>
            <a:pPr indent="-330200" lvl="0" marL="457200" rtl="0" algn="l">
              <a:spcBef>
                <a:spcPts val="0"/>
              </a:spcBef>
              <a:spcAft>
                <a:spcPts val="0"/>
              </a:spcAft>
              <a:buSzPts val="1600"/>
              <a:buChar char="●"/>
            </a:pPr>
            <a:r>
              <a:rPr lang="en" sz="1600"/>
              <a:t>Experimental setup</a:t>
            </a:r>
            <a:endParaRPr sz="1600"/>
          </a:p>
          <a:p>
            <a:pPr indent="-330200" lvl="0" marL="457200" rtl="0" algn="l">
              <a:spcBef>
                <a:spcPts val="0"/>
              </a:spcBef>
              <a:spcAft>
                <a:spcPts val="0"/>
              </a:spcAft>
              <a:buSzPts val="1600"/>
              <a:buChar char="●"/>
            </a:pPr>
            <a:r>
              <a:rPr lang="en" sz="1600"/>
              <a:t>Results</a:t>
            </a:r>
            <a:endParaRPr sz="1600"/>
          </a:p>
          <a:p>
            <a:pPr indent="-330200" lvl="0" marL="457200" rtl="0" algn="l">
              <a:spcBef>
                <a:spcPts val="0"/>
              </a:spcBef>
              <a:spcAft>
                <a:spcPts val="0"/>
              </a:spcAft>
              <a:buSzPts val="1600"/>
              <a:buChar char="●"/>
            </a:pPr>
            <a:r>
              <a:rPr lang="en" sz="1600"/>
              <a:t>Limitations and Future work</a:t>
            </a:r>
            <a:endParaRPr sz="1600"/>
          </a:p>
          <a:p>
            <a:pPr indent="-330200" lvl="0" marL="457200" rtl="0" algn="l">
              <a:spcBef>
                <a:spcPts val="0"/>
              </a:spcBef>
              <a:spcAft>
                <a:spcPts val="0"/>
              </a:spcAft>
              <a:buSzPts val="1600"/>
              <a:buChar char="●"/>
            </a:pPr>
            <a:r>
              <a:rPr lang="en" sz="1600"/>
              <a:t>Conclusion</a:t>
            </a:r>
            <a:endParaRPr sz="1600"/>
          </a:p>
        </p:txBody>
      </p:sp>
      <p:sp>
        <p:nvSpPr>
          <p:cNvPr id="286" name="Google Shape;286;p3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Outline</a:t>
            </a:r>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7"/>
          <p:cNvSpPr txBox="1"/>
          <p:nvPr>
            <p:ph idx="1" type="body"/>
          </p:nvPr>
        </p:nvSpPr>
        <p:spPr>
          <a:xfrm>
            <a:off x="713225" y="1759300"/>
            <a:ext cx="5600100" cy="2607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RAG systems degrade silently over time</a:t>
            </a:r>
            <a:endParaRPr sz="1600"/>
          </a:p>
          <a:p>
            <a:pPr indent="-330200" lvl="0" marL="457200" rtl="0" algn="l">
              <a:spcBef>
                <a:spcPts val="0"/>
              </a:spcBef>
              <a:spcAft>
                <a:spcPts val="0"/>
              </a:spcAft>
              <a:buSzPts val="1600"/>
              <a:buChar char="●"/>
            </a:pPr>
            <a:r>
              <a:rPr lang="en" sz="1600"/>
              <a:t>Users get outdated or wrong answers with no warning</a:t>
            </a:r>
            <a:endParaRPr sz="1600"/>
          </a:p>
          <a:p>
            <a:pPr indent="0" lvl="0" marL="0" rtl="0" algn="l">
              <a:spcBef>
                <a:spcPts val="1600"/>
              </a:spcBef>
              <a:spcAft>
                <a:spcPts val="0"/>
              </a:spcAft>
              <a:buNone/>
            </a:pPr>
            <a:r>
              <a:rPr lang="en" sz="1600"/>
              <a:t>Two failure modes:</a:t>
            </a:r>
            <a:endParaRPr sz="1600"/>
          </a:p>
          <a:p>
            <a:pPr indent="-330200" lvl="0" marL="457200" rtl="0" algn="l">
              <a:spcBef>
                <a:spcPts val="1600"/>
              </a:spcBef>
              <a:spcAft>
                <a:spcPts val="0"/>
              </a:spcAft>
              <a:buSzPts val="1600"/>
              <a:buFont typeface="Commissioner"/>
              <a:buChar char="■"/>
            </a:pPr>
            <a:r>
              <a:rPr lang="en" sz="1600"/>
              <a:t> </a:t>
            </a:r>
            <a:r>
              <a:rPr b="1" lang="en" sz="1600"/>
              <a:t>Knowledge Drift:</a:t>
            </a:r>
            <a:r>
              <a:rPr lang="en" sz="1600"/>
              <a:t> source data changes, vector index stays stale</a:t>
            </a:r>
            <a:endParaRPr sz="1600"/>
          </a:p>
          <a:p>
            <a:pPr indent="-330200" lvl="0" marL="457200" rtl="0" algn="l">
              <a:spcBef>
                <a:spcPts val="0"/>
              </a:spcBef>
              <a:spcAft>
                <a:spcPts val="0"/>
              </a:spcAft>
              <a:buSzPts val="1600"/>
              <a:buFont typeface="Commissioner"/>
              <a:buChar char="■"/>
            </a:pPr>
            <a:r>
              <a:rPr b="1" lang="en" sz="1600"/>
              <a:t>Infrastructure Degradation:</a:t>
            </a:r>
            <a:r>
              <a:rPr lang="en" sz="1600"/>
              <a:t>  latency spikes, memory exhaustion, cold starts</a:t>
            </a:r>
            <a:endParaRPr sz="1600"/>
          </a:p>
        </p:txBody>
      </p:sp>
      <p:sp>
        <p:nvSpPr>
          <p:cNvPr id="292" name="Google Shape;292;p37"/>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Problem</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txBox="1"/>
          <p:nvPr>
            <p:ph idx="1" type="body"/>
          </p:nvPr>
        </p:nvSpPr>
        <p:spPr>
          <a:xfrm>
            <a:off x="713225" y="1759300"/>
            <a:ext cx="7344900" cy="260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Commissioner"/>
              <a:buChar char="■"/>
            </a:pPr>
            <a:r>
              <a:rPr lang="en" sz="1800"/>
              <a:t>Current approach: manual monitoring + reactive fixes</a:t>
            </a:r>
            <a:endParaRPr sz="1800"/>
          </a:p>
          <a:p>
            <a:pPr indent="-342900" lvl="0" marL="457200" rtl="0" algn="l">
              <a:spcBef>
                <a:spcPts val="0"/>
              </a:spcBef>
              <a:spcAft>
                <a:spcPts val="0"/>
              </a:spcAft>
              <a:buSzPts val="1800"/>
              <a:buChar char="■"/>
            </a:pPr>
            <a:r>
              <a:rPr lang="en" sz="1800"/>
              <a:t>Engineers respond to complaints, not signals</a:t>
            </a:r>
            <a:endParaRPr sz="1800"/>
          </a:p>
          <a:p>
            <a:pPr indent="-342900" lvl="0" marL="457200" rtl="0" algn="l">
              <a:spcBef>
                <a:spcPts val="0"/>
              </a:spcBef>
              <a:spcAft>
                <a:spcPts val="0"/>
              </a:spcAft>
              <a:buSzPts val="1800"/>
              <a:buChar char="■"/>
            </a:pPr>
            <a:r>
              <a:rPr lang="en" sz="1800"/>
              <a:t>Observability tools (Phoenix, RAGAS) diagnose but don't fix</a:t>
            </a:r>
            <a:endParaRPr sz="1800"/>
          </a:p>
          <a:p>
            <a:pPr indent="-342900" lvl="0" marL="457200" rtl="0" algn="l">
              <a:spcBef>
                <a:spcPts val="0"/>
              </a:spcBef>
              <a:spcAft>
                <a:spcPts val="0"/>
              </a:spcAft>
              <a:buSzPts val="1800"/>
              <a:buChar char="■"/>
            </a:pPr>
            <a:r>
              <a:rPr lang="en" sz="1800"/>
              <a:t>AIOps/self-healing infra exists but ignores knowledge-layer semantics</a:t>
            </a:r>
            <a:endParaRPr sz="1800"/>
          </a:p>
          <a:p>
            <a:pPr indent="-342900" lvl="0" marL="457200" rtl="0" algn="l">
              <a:spcBef>
                <a:spcPts val="0"/>
              </a:spcBef>
              <a:spcAft>
                <a:spcPts val="0"/>
              </a:spcAft>
              <a:buSzPts val="1800"/>
              <a:buChar char="■"/>
            </a:pPr>
            <a:r>
              <a:rPr lang="en" sz="1800"/>
              <a:t>No existing system handles both problems together</a:t>
            </a:r>
            <a:endParaRPr sz="1800"/>
          </a:p>
        </p:txBody>
      </p:sp>
      <p:sp>
        <p:nvSpPr>
          <p:cNvPr id="298" name="Google Shape;298;p38"/>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Current Solutions Fall Short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9"/>
          <p:cNvSpPr txBox="1"/>
          <p:nvPr>
            <p:ph idx="1" type="body"/>
          </p:nvPr>
        </p:nvSpPr>
        <p:spPr>
          <a:xfrm>
            <a:off x="713225" y="1759300"/>
            <a:ext cx="7344900" cy="260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Autonomous, agentic dual-loop self-healing architecture</a:t>
            </a:r>
            <a:endParaRPr sz="1800"/>
          </a:p>
          <a:p>
            <a:pPr indent="-342900" lvl="0" marL="457200" rtl="0" algn="l">
              <a:spcBef>
                <a:spcPts val="0"/>
              </a:spcBef>
              <a:spcAft>
                <a:spcPts val="0"/>
              </a:spcAft>
              <a:buSzPts val="1800"/>
              <a:buChar char="■"/>
            </a:pPr>
            <a:r>
              <a:rPr lang="en" sz="1800"/>
              <a:t>Deployed fully serverless on AWS</a:t>
            </a:r>
            <a:endParaRPr sz="1800"/>
          </a:p>
          <a:p>
            <a:pPr indent="-342900" lvl="0" marL="457200" rtl="0" algn="l">
              <a:spcBef>
                <a:spcPts val="0"/>
              </a:spcBef>
              <a:spcAft>
                <a:spcPts val="0"/>
              </a:spcAft>
              <a:buSzPts val="1800"/>
              <a:buChar char="■"/>
            </a:pPr>
            <a:r>
              <a:rPr b="1" lang="en" sz="1800"/>
              <a:t>Loop 1:</a:t>
            </a:r>
            <a:r>
              <a:rPr lang="en" sz="1800"/>
              <a:t> Knowledge Healing — detects and repairs stale content</a:t>
            </a:r>
            <a:endParaRPr sz="1800"/>
          </a:p>
          <a:p>
            <a:pPr indent="-342900" lvl="0" marL="457200" rtl="0" algn="l">
              <a:spcBef>
                <a:spcPts val="0"/>
              </a:spcBef>
              <a:spcAft>
                <a:spcPts val="0"/>
              </a:spcAft>
              <a:buSzPts val="1800"/>
              <a:buChar char="■"/>
            </a:pPr>
            <a:r>
              <a:rPr b="1" lang="en" sz="1800"/>
              <a:t>Loop 2:</a:t>
            </a:r>
            <a:r>
              <a:rPr lang="en" sz="1800"/>
              <a:t> Infrastructure Healing — detects and remediates platform issues</a:t>
            </a:r>
            <a:endParaRPr sz="1800"/>
          </a:p>
          <a:p>
            <a:pPr indent="-342900" lvl="0" marL="457200" rtl="0" algn="l">
              <a:spcBef>
                <a:spcPts val="0"/>
              </a:spcBef>
              <a:spcAft>
                <a:spcPts val="0"/>
              </a:spcAft>
              <a:buSzPts val="1800"/>
              <a:buChar char="■"/>
            </a:pPr>
            <a:r>
              <a:rPr lang="en" sz="1800"/>
              <a:t>Both loops share a DynamoDB knowledge base (MAPE-K pattern)</a:t>
            </a:r>
            <a:endParaRPr sz="1800"/>
          </a:p>
        </p:txBody>
      </p:sp>
      <p:sp>
        <p:nvSpPr>
          <p:cNvPr id="304" name="Google Shape;304;p39"/>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Proposal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308" name="Shape 308"/>
        <p:cNvGrpSpPr/>
        <p:nvPr/>
      </p:nvGrpSpPr>
      <p:grpSpPr>
        <a:xfrm>
          <a:off x="0" y="0"/>
          <a:ext cx="0" cy="0"/>
          <a:chOff x="0" y="0"/>
          <a:chExt cx="0" cy="0"/>
        </a:xfrm>
      </p:grpSpPr>
      <p:sp>
        <p:nvSpPr>
          <p:cNvPr id="309" name="Google Shape;309;p40"/>
          <p:cNvSpPr txBox="1"/>
          <p:nvPr>
            <p:ph type="title"/>
          </p:nvPr>
        </p:nvSpPr>
        <p:spPr>
          <a:xfrm>
            <a:off x="713250" y="561425"/>
            <a:ext cx="7717500" cy="54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100"/>
              <a:t>TODO: Architecture Overview</a:t>
            </a:r>
            <a:endParaRPr sz="3100"/>
          </a:p>
        </p:txBody>
      </p:sp>
      <p:pic>
        <p:nvPicPr>
          <p:cNvPr id="310" name="Google Shape;310;p40"/>
          <p:cNvPicPr preferRelativeResize="0"/>
          <p:nvPr/>
        </p:nvPicPr>
        <p:blipFill rotWithShape="1">
          <a:blip r:embed="rId3">
            <a:alphaModFix/>
          </a:blip>
          <a:srcRect b="0" l="0" r="34692" t="0"/>
          <a:stretch/>
        </p:blipFill>
        <p:spPr>
          <a:xfrm>
            <a:off x="3120988" y="1081150"/>
            <a:ext cx="2902026" cy="399447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314" name="Shape 314"/>
        <p:cNvGrpSpPr/>
        <p:nvPr/>
      </p:nvGrpSpPr>
      <p:grpSpPr>
        <a:xfrm>
          <a:off x="0" y="0"/>
          <a:ext cx="0" cy="0"/>
          <a:chOff x="0" y="0"/>
          <a:chExt cx="0" cy="0"/>
        </a:xfrm>
      </p:grpSpPr>
      <p:sp>
        <p:nvSpPr>
          <p:cNvPr id="315" name="Google Shape;315;p41"/>
          <p:cNvSpPr txBox="1"/>
          <p:nvPr>
            <p:ph type="title"/>
          </p:nvPr>
        </p:nvSpPr>
        <p:spPr>
          <a:xfrm>
            <a:off x="713250" y="561425"/>
            <a:ext cx="7717500" cy="54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100"/>
              <a:t>TODO: Architecture Overview</a:t>
            </a:r>
            <a:endParaRPr sz="3100"/>
          </a:p>
        </p:txBody>
      </p:sp>
      <p:pic>
        <p:nvPicPr>
          <p:cNvPr id="316" name="Google Shape;316;p41"/>
          <p:cNvPicPr preferRelativeResize="0"/>
          <p:nvPr/>
        </p:nvPicPr>
        <p:blipFill>
          <a:blip r:embed="rId3">
            <a:alphaModFix/>
          </a:blip>
          <a:stretch>
            <a:fillRect/>
          </a:stretch>
        </p:blipFill>
        <p:spPr>
          <a:xfrm>
            <a:off x="3061850" y="1111325"/>
            <a:ext cx="2732047" cy="403217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320" name="Shape 320"/>
        <p:cNvGrpSpPr/>
        <p:nvPr/>
      </p:nvGrpSpPr>
      <p:grpSpPr>
        <a:xfrm>
          <a:off x="0" y="0"/>
          <a:ext cx="0" cy="0"/>
          <a:chOff x="0" y="0"/>
          <a:chExt cx="0" cy="0"/>
        </a:xfrm>
      </p:grpSpPr>
      <p:sp>
        <p:nvSpPr>
          <p:cNvPr id="321" name="Google Shape;321;p42"/>
          <p:cNvSpPr txBox="1"/>
          <p:nvPr>
            <p:ph type="title"/>
          </p:nvPr>
        </p:nvSpPr>
        <p:spPr>
          <a:xfrm>
            <a:off x="713250" y="561425"/>
            <a:ext cx="7717500" cy="54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100"/>
              <a:t>TODO: Architecture Overview</a:t>
            </a:r>
            <a:endParaRPr sz="3100"/>
          </a:p>
        </p:txBody>
      </p:sp>
      <p:pic>
        <p:nvPicPr>
          <p:cNvPr id="322" name="Google Shape;322;p42"/>
          <p:cNvPicPr preferRelativeResize="0"/>
          <p:nvPr/>
        </p:nvPicPr>
        <p:blipFill>
          <a:blip r:embed="rId3">
            <a:alphaModFix/>
          </a:blip>
          <a:stretch>
            <a:fillRect/>
          </a:stretch>
        </p:blipFill>
        <p:spPr>
          <a:xfrm>
            <a:off x="2587600" y="1043450"/>
            <a:ext cx="3092979" cy="40321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3"/>
          <p:cNvSpPr txBox="1"/>
          <p:nvPr>
            <p:ph idx="1" type="body"/>
          </p:nvPr>
        </p:nvSpPr>
        <p:spPr>
          <a:xfrm>
            <a:off x="461075" y="1749225"/>
            <a:ext cx="5640600" cy="20025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lang="en" sz="1300"/>
              <a:t>Monitor:</a:t>
            </a:r>
            <a:r>
              <a:rPr lang="en" sz="1300"/>
              <a:t> EventBridge triggers every 6h → Lambda fetches source docs → SHA-256 hash comparison</a:t>
            </a:r>
            <a:endParaRPr sz="1300"/>
          </a:p>
          <a:p>
            <a:pPr indent="-311150" lvl="0" marL="457200" rtl="0" algn="l">
              <a:spcBef>
                <a:spcPts val="0"/>
              </a:spcBef>
              <a:spcAft>
                <a:spcPts val="0"/>
              </a:spcAft>
              <a:buSzPts val="1300"/>
              <a:buChar char="■"/>
            </a:pPr>
            <a:r>
              <a:rPr b="1" lang="en" sz="1300"/>
              <a:t>Analyze:</a:t>
            </a:r>
            <a:r>
              <a:rPr lang="en" sz="1300"/>
              <a:t> Hash mismatch → re-chunk → generate new embeddings → cosine distance check (threshold: 0.08)</a:t>
            </a:r>
            <a:endParaRPr sz="1300"/>
          </a:p>
          <a:p>
            <a:pPr indent="-311150" lvl="0" marL="457200" rtl="0" algn="l">
              <a:spcBef>
                <a:spcPts val="0"/>
              </a:spcBef>
              <a:spcAft>
                <a:spcPts val="0"/>
              </a:spcAft>
              <a:buSzPts val="1300"/>
              <a:buChar char="■"/>
            </a:pPr>
            <a:r>
              <a:rPr b="1" lang="en" sz="1300"/>
              <a:t>Plan:</a:t>
            </a:r>
            <a:r>
              <a:rPr lang="en" sz="1300"/>
              <a:t> Low drift → selective re-index. High drift → full re-ingestion</a:t>
            </a:r>
            <a:endParaRPr sz="1300"/>
          </a:p>
          <a:p>
            <a:pPr indent="-311150" lvl="0" marL="457200" rtl="0" algn="l">
              <a:spcBef>
                <a:spcPts val="0"/>
              </a:spcBef>
              <a:spcAft>
                <a:spcPts val="0"/>
              </a:spcAft>
              <a:buSzPts val="1300"/>
              <a:buChar char="■"/>
            </a:pPr>
            <a:r>
              <a:rPr b="1" lang="en" sz="1300"/>
              <a:t>Execute:</a:t>
            </a:r>
            <a:r>
              <a:rPr lang="en" sz="1300"/>
              <a:t> Re-embed via Bedrock → upsert into OpenSearch → validate with RAGAS. Scores drop → rollback + alert human</a:t>
            </a:r>
            <a:endParaRPr sz="1300"/>
          </a:p>
        </p:txBody>
      </p:sp>
      <p:sp>
        <p:nvSpPr>
          <p:cNvPr id="328" name="Google Shape;328;p43"/>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Loop 1: Knowledge Healing</a:t>
            </a:r>
            <a:endParaRPr/>
          </a:p>
        </p:txBody>
      </p:sp>
      <p:pic>
        <p:nvPicPr>
          <p:cNvPr id="329" name="Google Shape;329;p43" title="knowledge_heal_loop.drawio.png"/>
          <p:cNvPicPr preferRelativeResize="0"/>
          <p:nvPr/>
        </p:nvPicPr>
        <p:blipFill>
          <a:blip r:embed="rId3">
            <a:alphaModFix/>
          </a:blip>
          <a:stretch>
            <a:fillRect/>
          </a:stretch>
        </p:blipFill>
        <p:spPr>
          <a:xfrm>
            <a:off x="6781277" y="600075"/>
            <a:ext cx="1649450" cy="39433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txBox="1"/>
          <p:nvPr>
            <p:ph idx="1" type="body"/>
          </p:nvPr>
        </p:nvSpPr>
        <p:spPr>
          <a:xfrm>
            <a:off x="461075" y="1749225"/>
            <a:ext cx="5640600" cy="23253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lang="en" sz="1300"/>
              <a:t>Monitor:</a:t>
            </a:r>
            <a:r>
              <a:rPr lang="en" sz="1300"/>
              <a:t> </a:t>
            </a:r>
            <a:r>
              <a:rPr lang="en" sz="1300"/>
              <a:t>CloudWatch tracks 5 metrics — p99 latency, error rate, memory utilization, cold-start frequency, Bedrock response time. Dynamic baselines via Anomaly Detection</a:t>
            </a:r>
            <a:endParaRPr sz="1300"/>
          </a:p>
          <a:p>
            <a:pPr indent="-311150" lvl="0" marL="457200" rtl="0" algn="l">
              <a:spcBef>
                <a:spcPts val="0"/>
              </a:spcBef>
              <a:spcAft>
                <a:spcPts val="0"/>
              </a:spcAft>
              <a:buSzPts val="1300"/>
              <a:buChar char="■"/>
            </a:pPr>
            <a:r>
              <a:rPr b="1" lang="en" sz="1300"/>
              <a:t>Analyze:</a:t>
            </a:r>
            <a:r>
              <a:rPr lang="en" sz="1300"/>
              <a:t> </a:t>
            </a:r>
            <a:r>
              <a:rPr lang="en" sz="1300"/>
              <a:t>Composite alarms require correlated signals (e.g., high latency AND rising errors)</a:t>
            </a:r>
            <a:endParaRPr sz="1300"/>
          </a:p>
          <a:p>
            <a:pPr indent="-311150" lvl="0" marL="457200" rtl="0" algn="l">
              <a:spcBef>
                <a:spcPts val="0"/>
              </a:spcBef>
              <a:spcAft>
                <a:spcPts val="0"/>
              </a:spcAft>
              <a:buSzPts val="1300"/>
              <a:buChar char="■"/>
            </a:pPr>
            <a:r>
              <a:rPr b="1" lang="en" sz="1300"/>
              <a:t>Plan:</a:t>
            </a:r>
            <a:r>
              <a:rPr lang="en" sz="1300"/>
              <a:t> </a:t>
            </a:r>
            <a:r>
              <a:rPr lang="en" sz="1300"/>
              <a:t>Rule engine maps alarm patterns to fixes (bump RAM, provisioned concurrency, model failover)</a:t>
            </a:r>
            <a:endParaRPr sz="1300"/>
          </a:p>
          <a:p>
            <a:pPr indent="-311150" lvl="0" marL="457200" rtl="0" algn="l">
              <a:spcBef>
                <a:spcPts val="0"/>
              </a:spcBef>
              <a:spcAft>
                <a:spcPts val="0"/>
              </a:spcAft>
              <a:buSzPts val="1300"/>
              <a:buChar char="■"/>
            </a:pPr>
            <a:r>
              <a:rPr b="1" lang="en" sz="1300"/>
              <a:t>Execute:</a:t>
            </a:r>
            <a:r>
              <a:rPr lang="en" sz="1300"/>
              <a:t> </a:t>
            </a:r>
            <a:r>
              <a:rPr lang="en" sz="1300"/>
              <a:t>SNS → remediation Lambda → AWS API call → logs to DynamoDB</a:t>
            </a:r>
            <a:endParaRPr sz="1300"/>
          </a:p>
        </p:txBody>
      </p:sp>
      <p:sp>
        <p:nvSpPr>
          <p:cNvPr id="335" name="Google Shape;335;p44"/>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Loop 2: </a:t>
            </a:r>
            <a:r>
              <a:rPr lang="en"/>
              <a:t>Infrastructure</a:t>
            </a:r>
            <a:r>
              <a:rPr lang="en"/>
              <a:t> Healing</a:t>
            </a:r>
            <a:endParaRPr/>
          </a:p>
        </p:txBody>
      </p:sp>
      <p:pic>
        <p:nvPicPr>
          <p:cNvPr id="336" name="Google Shape;336;p44" title="knowledge_heal_loop.drawio (1).png"/>
          <p:cNvPicPr preferRelativeResize="0"/>
          <p:nvPr/>
        </p:nvPicPr>
        <p:blipFill>
          <a:blip r:embed="rId3">
            <a:alphaModFix/>
          </a:blip>
          <a:stretch>
            <a:fillRect/>
          </a:stretch>
        </p:blipFill>
        <p:spPr>
          <a:xfrm>
            <a:off x="6966950" y="580213"/>
            <a:ext cx="1666049" cy="3983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5"/>
          <p:cNvSpPr txBox="1"/>
          <p:nvPr>
            <p:ph idx="1" type="body"/>
          </p:nvPr>
        </p:nvSpPr>
        <p:spPr>
          <a:xfrm>
            <a:off x="1691100" y="1759300"/>
            <a:ext cx="5761800" cy="2092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u="sng">
                <a:solidFill>
                  <a:schemeClr val="hlink"/>
                </a:solidFill>
                <a:hlinkClick r:id="rId3"/>
              </a:rPr>
              <a:t>https://ffaisal.com/demo/</a:t>
            </a:r>
            <a:endParaRPr/>
          </a:p>
        </p:txBody>
      </p:sp>
      <p:sp>
        <p:nvSpPr>
          <p:cNvPr id="342" name="Google Shape;342;p45"/>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Visualizing</a:t>
            </a:r>
            <a:r>
              <a:rPr lang="en"/>
              <a:t> the Architecture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grpSp>
        <p:nvGrpSpPr>
          <p:cNvPr id="347" name="Google Shape;347;p46"/>
          <p:cNvGrpSpPr/>
          <p:nvPr/>
        </p:nvGrpSpPr>
        <p:grpSpPr>
          <a:xfrm>
            <a:off x="0" y="0"/>
            <a:ext cx="9144000" cy="2571600"/>
            <a:chOff x="0" y="0"/>
            <a:chExt cx="9144000" cy="2571600"/>
          </a:xfrm>
        </p:grpSpPr>
        <p:sp>
          <p:nvSpPr>
            <p:cNvPr id="348" name="Google Shape;348;p46"/>
            <p:cNvSpPr/>
            <p:nvPr/>
          </p:nvSpPr>
          <p:spPr>
            <a:xfrm>
              <a:off x="0" y="840300"/>
              <a:ext cx="91440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100">
                  <a:latin typeface="Golos Text"/>
                  <a:ea typeface="Golos Text"/>
                  <a:cs typeface="Golos Text"/>
                  <a:sym typeface="Golos Text"/>
                </a:rPr>
                <a:t>   </a:t>
              </a:r>
              <a:r>
                <a:rPr lang="en" sz="3100">
                  <a:latin typeface="Golos Text"/>
                  <a:ea typeface="Golos Text"/>
                  <a:cs typeface="Golos Text"/>
                  <a:sym typeface="Golos Text"/>
                </a:rPr>
                <a:t>Why</a:t>
              </a:r>
              <a:r>
                <a:rPr lang="en" sz="3100">
                  <a:latin typeface="Golos Text"/>
                  <a:ea typeface="Golos Text"/>
                  <a:cs typeface="Golos Text"/>
                  <a:sym typeface="Golos Text"/>
                </a:rPr>
                <a:t> Serverless?</a:t>
              </a:r>
              <a:endParaRPr sz="3100">
                <a:latin typeface="Golos Text"/>
                <a:ea typeface="Golos Text"/>
                <a:cs typeface="Golos Text"/>
                <a:sym typeface="Golos Text"/>
              </a:endParaRPr>
            </a:p>
          </p:txBody>
        </p:sp>
        <p:cxnSp>
          <p:nvCxnSpPr>
            <p:cNvPr id="349" name="Google Shape;349;p46"/>
            <p:cNvCxnSpPr/>
            <p:nvPr/>
          </p:nvCxnSpPr>
          <p:spPr>
            <a:xfrm>
              <a:off x="283800" y="0"/>
              <a:ext cx="0" cy="2571600"/>
            </a:xfrm>
            <a:prstGeom prst="straightConnector1">
              <a:avLst/>
            </a:prstGeom>
            <a:noFill/>
            <a:ln cap="flat" cmpd="sng" w="9525">
              <a:solidFill>
                <a:schemeClr val="dk1"/>
              </a:solidFill>
              <a:prstDash val="solid"/>
              <a:round/>
              <a:headEnd len="med" w="med" type="none"/>
              <a:tailEnd len="med" w="med" type="none"/>
            </a:ln>
          </p:spPr>
        </p:cxnSp>
      </p:grpSp>
      <p:sp>
        <p:nvSpPr>
          <p:cNvPr id="350" name="Google Shape;350;p46"/>
          <p:cNvSpPr txBox="1"/>
          <p:nvPr>
            <p:ph idx="4294967295" type="body"/>
          </p:nvPr>
        </p:nvSpPr>
        <p:spPr>
          <a:xfrm>
            <a:off x="461075" y="1749225"/>
            <a:ext cx="7385400" cy="1972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Fully serverless: Lambda, EventBridge, CloudWatch, SNS, DynamoDB, Bedrock, OpenSearch Serverless</a:t>
            </a:r>
            <a:endParaRPr sz="1600"/>
          </a:p>
          <a:p>
            <a:pPr indent="-330200" lvl="0" marL="457200" rtl="0" algn="l">
              <a:spcBef>
                <a:spcPts val="0"/>
              </a:spcBef>
              <a:spcAft>
                <a:spcPts val="0"/>
              </a:spcAft>
              <a:buSzPts val="1600"/>
              <a:buChar char="●"/>
            </a:pPr>
            <a:r>
              <a:rPr lang="en" sz="1600"/>
              <a:t>Pay-per-use: near-zero cost when idle</a:t>
            </a:r>
            <a:endParaRPr sz="1600"/>
          </a:p>
          <a:p>
            <a:pPr indent="-330200" lvl="0" marL="457200" rtl="0" algn="l">
              <a:spcBef>
                <a:spcPts val="0"/>
              </a:spcBef>
              <a:spcAft>
                <a:spcPts val="0"/>
              </a:spcAft>
              <a:buSzPts val="1600"/>
              <a:buChar char="●"/>
            </a:pPr>
            <a:r>
              <a:rPr lang="en" sz="1600"/>
              <a:t>Auto-scaling: no capacity planning</a:t>
            </a:r>
            <a:endParaRPr sz="1600"/>
          </a:p>
          <a:p>
            <a:pPr indent="-330200" lvl="0" marL="457200" rtl="0" algn="l">
              <a:spcBef>
                <a:spcPts val="0"/>
              </a:spcBef>
              <a:spcAft>
                <a:spcPts val="0"/>
              </a:spcAft>
              <a:buSzPts val="1600"/>
              <a:buChar char="●"/>
            </a:pPr>
            <a:r>
              <a:rPr lang="en" sz="1600"/>
              <a:t>Fault isolation: Loop 1 bug can't crash Loop 2</a:t>
            </a:r>
            <a:endParaRPr sz="1600"/>
          </a:p>
          <a:p>
            <a:pPr indent="-330200" lvl="0" marL="457200" rtl="0" algn="l">
              <a:spcBef>
                <a:spcPts val="0"/>
              </a:spcBef>
              <a:spcAft>
                <a:spcPts val="0"/>
              </a:spcAft>
              <a:buSzPts val="1600"/>
              <a:buChar char="●"/>
            </a:pPr>
            <a:r>
              <a:rPr lang="en" sz="1600"/>
              <a:t>IAM least-privilege across all services</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7"/>
          <p:cNvSpPr txBox="1"/>
          <p:nvPr>
            <p:ph idx="1" type="body"/>
          </p:nvPr>
        </p:nvSpPr>
        <p:spPr>
          <a:xfrm>
            <a:off x="461075" y="1749225"/>
            <a:ext cx="7909800" cy="2325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Evaluated across 2 dimensions: knowledge reliability, infra resilience</a:t>
            </a:r>
            <a:endParaRPr sz="1600"/>
          </a:p>
          <a:p>
            <a:pPr indent="-330200" lvl="0" marL="457200" rtl="0" algn="l">
              <a:spcBef>
                <a:spcPts val="0"/>
              </a:spcBef>
              <a:spcAft>
                <a:spcPts val="0"/>
              </a:spcAft>
              <a:buSzPts val="1600"/>
              <a:buChar char="■"/>
            </a:pPr>
            <a:r>
              <a:rPr lang="en" sz="1600"/>
              <a:t>Knowledge drift corpus: 20 documents (product specs, FAQs, pricing, policies)</a:t>
            </a:r>
            <a:endParaRPr sz="1600"/>
          </a:p>
          <a:p>
            <a:pPr indent="-330200" lvl="0" marL="457200" rtl="0" algn="l">
              <a:spcBef>
                <a:spcPts val="0"/>
              </a:spcBef>
              <a:spcAft>
                <a:spcPts val="0"/>
              </a:spcAft>
              <a:buSzPts val="1600"/>
              <a:buChar char="■"/>
            </a:pPr>
            <a:r>
              <a:rPr lang="en" sz="1600"/>
              <a:t>6 modification levels × 5 trials = 600 evaluations</a:t>
            </a:r>
            <a:endParaRPr sz="1600"/>
          </a:p>
          <a:p>
            <a:pPr indent="-330200" lvl="0" marL="457200" rtl="0" algn="l">
              <a:spcBef>
                <a:spcPts val="0"/>
              </a:spcBef>
              <a:spcAft>
                <a:spcPts val="0"/>
              </a:spcAft>
              <a:buSzPts val="1600"/>
              <a:buChar char="■"/>
            </a:pPr>
            <a:r>
              <a:rPr lang="en" sz="1600"/>
              <a:t>Infra: synthetic time series, 1,000 data points, 15 injected anomalies per metric</a:t>
            </a:r>
            <a:endParaRPr sz="1600"/>
          </a:p>
          <a:p>
            <a:pPr indent="-330200" lvl="0" marL="457200" rtl="0" algn="l">
              <a:spcBef>
                <a:spcPts val="0"/>
              </a:spcBef>
              <a:spcAft>
                <a:spcPts val="0"/>
              </a:spcAft>
              <a:buSzPts val="1600"/>
              <a:buChar char="■"/>
            </a:pPr>
            <a:r>
              <a:rPr lang="en" sz="1600"/>
              <a:t>Cost: automated vs. manual ($50/hr, 6 hrs/week)</a:t>
            </a:r>
            <a:endParaRPr sz="1600"/>
          </a:p>
        </p:txBody>
      </p:sp>
      <p:sp>
        <p:nvSpPr>
          <p:cNvPr id="356" name="Google Shape;356;p47"/>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Experimental Setup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grpSp>
        <p:nvGrpSpPr>
          <p:cNvPr id="361" name="Google Shape;361;p48"/>
          <p:cNvGrpSpPr/>
          <p:nvPr/>
        </p:nvGrpSpPr>
        <p:grpSpPr>
          <a:xfrm>
            <a:off x="0" y="10075"/>
            <a:ext cx="9144000" cy="2027100"/>
            <a:chOff x="0" y="544600"/>
            <a:chExt cx="9144000" cy="2027100"/>
          </a:xfrm>
        </p:grpSpPr>
        <p:sp>
          <p:nvSpPr>
            <p:cNvPr id="362" name="Google Shape;362;p48"/>
            <p:cNvSpPr/>
            <p:nvPr/>
          </p:nvSpPr>
          <p:spPr>
            <a:xfrm>
              <a:off x="0" y="840300"/>
              <a:ext cx="91440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100">
                  <a:latin typeface="Golos Text"/>
                  <a:ea typeface="Golos Text"/>
                  <a:cs typeface="Golos Text"/>
                  <a:sym typeface="Golos Text"/>
                </a:rPr>
                <a:t>   </a:t>
              </a:r>
              <a:r>
                <a:rPr lang="en" sz="3100">
                  <a:latin typeface="Golos Text"/>
                  <a:ea typeface="Golos Text"/>
                  <a:cs typeface="Golos Text"/>
                  <a:sym typeface="Golos Text"/>
                </a:rPr>
                <a:t>Results: Knowledge Drift Detection</a:t>
              </a:r>
              <a:endParaRPr sz="3100">
                <a:latin typeface="Golos Text"/>
                <a:ea typeface="Golos Text"/>
                <a:cs typeface="Golos Text"/>
                <a:sym typeface="Golos Text"/>
              </a:endParaRPr>
            </a:p>
          </p:txBody>
        </p:sp>
        <p:cxnSp>
          <p:nvCxnSpPr>
            <p:cNvPr id="363" name="Google Shape;363;p48"/>
            <p:cNvCxnSpPr/>
            <p:nvPr/>
          </p:nvCxnSpPr>
          <p:spPr>
            <a:xfrm>
              <a:off x="262225" y="544600"/>
              <a:ext cx="21600" cy="2027100"/>
            </a:xfrm>
            <a:prstGeom prst="straightConnector1">
              <a:avLst/>
            </a:prstGeom>
            <a:noFill/>
            <a:ln cap="flat" cmpd="sng" w="9525">
              <a:solidFill>
                <a:schemeClr val="dk1"/>
              </a:solidFill>
              <a:prstDash val="solid"/>
              <a:round/>
              <a:headEnd len="med" w="med" type="none"/>
              <a:tailEnd len="med" w="med" type="none"/>
            </a:ln>
          </p:spPr>
        </p:cxnSp>
      </p:grpSp>
      <p:sp>
        <p:nvSpPr>
          <p:cNvPr id="364" name="Google Shape;364;p48"/>
          <p:cNvSpPr txBox="1"/>
          <p:nvPr>
            <p:ph idx="4294967295" type="body"/>
          </p:nvPr>
        </p:nvSpPr>
        <p:spPr>
          <a:xfrm>
            <a:off x="471175" y="1335725"/>
            <a:ext cx="7385400" cy="1649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Embeddings are </a:t>
            </a:r>
            <a:r>
              <a:rPr b="1" lang="en" sz="1600"/>
              <a:t>blind to numerical changes</a:t>
            </a:r>
            <a:r>
              <a:rPr lang="en" sz="1600"/>
              <a:t> (cosine distance &lt; 0.005)</a:t>
            </a:r>
            <a:endParaRPr sz="1600"/>
          </a:p>
          <a:p>
            <a:pPr indent="-330200" lvl="0" marL="457200" rtl="0" algn="l">
              <a:spcBef>
                <a:spcPts val="0"/>
              </a:spcBef>
              <a:spcAft>
                <a:spcPts val="0"/>
              </a:spcAft>
              <a:buSzPts val="1600"/>
              <a:buChar char="●"/>
            </a:pPr>
            <a:r>
              <a:rPr lang="en" sz="1600"/>
              <a:t>Hash-only catches everything but false-fires on formatting (P = 0.80)</a:t>
            </a:r>
            <a:endParaRPr sz="1600"/>
          </a:p>
          <a:p>
            <a:pPr indent="-330200" lvl="0" marL="457200" rtl="0" algn="l">
              <a:spcBef>
                <a:spcPts val="0"/>
              </a:spcBef>
              <a:spcAft>
                <a:spcPts val="0"/>
              </a:spcAft>
              <a:buSzPts val="1600"/>
              <a:buChar char="●"/>
            </a:pPr>
            <a:r>
              <a:rPr lang="en" sz="1600"/>
              <a:t>Semantic-only methods: low recall (0.25–0.50)</a:t>
            </a:r>
            <a:endParaRPr sz="1600"/>
          </a:p>
          <a:p>
            <a:pPr indent="-330200" lvl="0" marL="457200" rtl="0" algn="l">
              <a:spcBef>
                <a:spcPts val="0"/>
              </a:spcBef>
              <a:spcAft>
                <a:spcPts val="0"/>
              </a:spcAft>
              <a:buSzPts val="1600"/>
              <a:buChar char="●"/>
            </a:pPr>
            <a:r>
              <a:rPr b="1" lang="en" sz="1600"/>
              <a:t>Composite conservative:</a:t>
            </a:r>
            <a:r>
              <a:rPr lang="en" sz="1600"/>
              <a:t> F1 = 0.89, perfect recall**</a:t>
            </a:r>
            <a:endParaRPr sz="1600"/>
          </a:p>
          <a:p>
            <a:pPr indent="-330200" lvl="0" marL="457200" rtl="0" algn="l">
              <a:spcBef>
                <a:spcPts val="0"/>
              </a:spcBef>
              <a:spcAft>
                <a:spcPts val="0"/>
              </a:spcAft>
              <a:buSzPts val="1600"/>
              <a:buChar char="●"/>
            </a:pPr>
            <a:r>
              <a:rPr lang="en" sz="1600"/>
              <a:t>0.08 cosine threshold cleanly separates real drift from noise (20x gap)</a:t>
            </a:r>
            <a:endParaRPr sz="1600"/>
          </a:p>
        </p:txBody>
      </p:sp>
      <p:pic>
        <p:nvPicPr>
          <p:cNvPr id="365" name="Google Shape;365;p48" title="fig_cosine_distance.png"/>
          <p:cNvPicPr preferRelativeResize="0"/>
          <p:nvPr/>
        </p:nvPicPr>
        <p:blipFill>
          <a:blip r:embed="rId3">
            <a:alphaModFix/>
          </a:blip>
          <a:stretch>
            <a:fillRect/>
          </a:stretch>
        </p:blipFill>
        <p:spPr>
          <a:xfrm>
            <a:off x="2698300" y="2895475"/>
            <a:ext cx="3747405" cy="1853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grpSp>
        <p:nvGrpSpPr>
          <p:cNvPr id="370" name="Google Shape;370;p49"/>
          <p:cNvGrpSpPr/>
          <p:nvPr/>
        </p:nvGrpSpPr>
        <p:grpSpPr>
          <a:xfrm>
            <a:off x="0" y="10075"/>
            <a:ext cx="9144000" cy="2027100"/>
            <a:chOff x="0" y="544600"/>
            <a:chExt cx="9144000" cy="2027100"/>
          </a:xfrm>
        </p:grpSpPr>
        <p:sp>
          <p:nvSpPr>
            <p:cNvPr id="371" name="Google Shape;371;p49"/>
            <p:cNvSpPr/>
            <p:nvPr/>
          </p:nvSpPr>
          <p:spPr>
            <a:xfrm>
              <a:off x="0" y="840300"/>
              <a:ext cx="91440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100">
                  <a:latin typeface="Golos Text"/>
                  <a:ea typeface="Golos Text"/>
                  <a:cs typeface="Golos Text"/>
                  <a:sym typeface="Golos Text"/>
                </a:rPr>
                <a:t>   Results</a:t>
              </a:r>
              <a:r>
                <a:rPr lang="en" sz="3100">
                  <a:latin typeface="Golos Text"/>
                  <a:ea typeface="Golos Text"/>
                  <a:cs typeface="Golos Text"/>
                  <a:sym typeface="Golos Text"/>
                </a:rPr>
                <a:t>: Infrastructure</a:t>
              </a:r>
              <a:endParaRPr sz="3100">
                <a:latin typeface="Golos Text"/>
                <a:ea typeface="Golos Text"/>
                <a:cs typeface="Golos Text"/>
                <a:sym typeface="Golos Text"/>
              </a:endParaRPr>
            </a:p>
          </p:txBody>
        </p:sp>
        <p:cxnSp>
          <p:nvCxnSpPr>
            <p:cNvPr id="372" name="Google Shape;372;p49"/>
            <p:cNvCxnSpPr/>
            <p:nvPr/>
          </p:nvCxnSpPr>
          <p:spPr>
            <a:xfrm>
              <a:off x="262225" y="544600"/>
              <a:ext cx="21600" cy="2027100"/>
            </a:xfrm>
            <a:prstGeom prst="straightConnector1">
              <a:avLst/>
            </a:prstGeom>
            <a:noFill/>
            <a:ln cap="flat" cmpd="sng" w="9525">
              <a:solidFill>
                <a:schemeClr val="dk1"/>
              </a:solidFill>
              <a:prstDash val="solid"/>
              <a:round/>
              <a:headEnd len="med" w="med" type="none"/>
              <a:tailEnd len="med" w="med" type="none"/>
            </a:ln>
          </p:spPr>
        </p:cxnSp>
      </p:grpSp>
      <p:sp>
        <p:nvSpPr>
          <p:cNvPr id="373" name="Google Shape;373;p49"/>
          <p:cNvSpPr txBox="1"/>
          <p:nvPr>
            <p:ph idx="4294967295" type="body"/>
          </p:nvPr>
        </p:nvSpPr>
        <p:spPr>
          <a:xfrm>
            <a:off x="471175" y="1335725"/>
            <a:ext cx="7385400" cy="164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Infrastructure anomaly detection:</a:t>
            </a:r>
            <a:endParaRPr sz="1600"/>
          </a:p>
          <a:p>
            <a:pPr indent="-330200" lvl="0" marL="457200" rtl="0" algn="l">
              <a:spcBef>
                <a:spcPts val="1600"/>
              </a:spcBef>
              <a:spcAft>
                <a:spcPts val="0"/>
              </a:spcAft>
              <a:buSzPts val="1600"/>
              <a:buChar char="●"/>
            </a:pPr>
            <a:r>
              <a:rPr lang="en" sz="1600"/>
              <a:t>Overall recall: </a:t>
            </a:r>
            <a:r>
              <a:rPr b="1" lang="en" sz="1600"/>
              <a:t>0.97</a:t>
            </a:r>
            <a:r>
              <a:rPr lang="en" sz="1600"/>
              <a:t> | F1: 0.80</a:t>
            </a:r>
            <a:endParaRPr sz="1600"/>
          </a:p>
          <a:p>
            <a:pPr indent="-330200" lvl="0" marL="457200" rtl="0" algn="l">
              <a:spcBef>
                <a:spcPts val="0"/>
              </a:spcBef>
              <a:spcAft>
                <a:spcPts val="0"/>
              </a:spcAft>
              <a:buSzPts val="1600"/>
              <a:buChar char="●"/>
            </a:pPr>
            <a:r>
              <a:rPr lang="en" sz="1600"/>
              <a:t>Latency easiest (F1 = 0.94), memory hardest (F1 = 0.65)</a:t>
            </a:r>
            <a:endParaRPr sz="1600"/>
          </a:p>
          <a:p>
            <a:pPr indent="-330200" lvl="0" marL="457200" rtl="0" algn="l">
              <a:spcBef>
                <a:spcPts val="0"/>
              </a:spcBef>
              <a:spcAft>
                <a:spcPts val="0"/>
              </a:spcAft>
              <a:buSzPts val="1600"/>
              <a:buChar char="●"/>
            </a:pPr>
            <a:r>
              <a:rPr lang="en" sz="1600"/>
              <a:t>Composite alarms eliminated 100% of single-metric false positives</a:t>
            </a:r>
            <a:endParaRPr sz="1600"/>
          </a:p>
          <a:p>
            <a:pPr indent="-330200" lvl="0" marL="457200" rtl="0" algn="l">
              <a:spcBef>
                <a:spcPts val="0"/>
              </a:spcBef>
              <a:spcAft>
                <a:spcPts val="0"/>
              </a:spcAft>
              <a:buSzPts val="1600"/>
              <a:buChar char="●"/>
            </a:pPr>
            <a:r>
              <a:rPr lang="en" sz="1600"/>
              <a:t>Detection latency: ~8.6 ms</a:t>
            </a:r>
            <a:endParaRPr sz="1600"/>
          </a:p>
        </p:txBody>
      </p:sp>
      <p:pic>
        <p:nvPicPr>
          <p:cNvPr id="374" name="Google Shape;374;p49"/>
          <p:cNvPicPr preferRelativeResize="0"/>
          <p:nvPr/>
        </p:nvPicPr>
        <p:blipFill>
          <a:blip r:embed="rId3">
            <a:alphaModFix/>
          </a:blip>
          <a:stretch>
            <a:fillRect/>
          </a:stretch>
        </p:blipFill>
        <p:spPr>
          <a:xfrm>
            <a:off x="560175" y="3097175"/>
            <a:ext cx="8023649" cy="1649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0"/>
          <p:cNvSpPr txBox="1"/>
          <p:nvPr>
            <p:ph idx="1" type="body"/>
          </p:nvPr>
        </p:nvSpPr>
        <p:spPr>
          <a:xfrm>
            <a:off x="471175" y="1749225"/>
            <a:ext cx="4178100" cy="27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Limitations</a:t>
            </a:r>
            <a:endParaRPr b="1" sz="1600"/>
          </a:p>
          <a:p>
            <a:pPr indent="-330200" lvl="0" marL="457200" rtl="0" algn="l">
              <a:spcBef>
                <a:spcPts val="1600"/>
              </a:spcBef>
              <a:spcAft>
                <a:spcPts val="0"/>
              </a:spcAft>
              <a:buSzPts val="1600"/>
              <a:buChar char="■"/>
            </a:pPr>
            <a:r>
              <a:rPr lang="en" sz="1600"/>
              <a:t>Simulated data, not live production deployment</a:t>
            </a:r>
            <a:endParaRPr sz="1600"/>
          </a:p>
          <a:p>
            <a:pPr indent="-330200" lvl="0" marL="457200" rtl="0" algn="l">
              <a:spcBef>
                <a:spcPts val="0"/>
              </a:spcBef>
              <a:spcAft>
                <a:spcPts val="0"/>
              </a:spcAft>
              <a:buSzPts val="1600"/>
              <a:buChar char="■"/>
            </a:pPr>
            <a:r>
              <a:rPr lang="en" sz="1600"/>
              <a:t>Single cloud (AWS only)</a:t>
            </a:r>
            <a:endParaRPr sz="1600"/>
          </a:p>
          <a:p>
            <a:pPr indent="-330200" lvl="0" marL="457200" rtl="0" algn="l">
              <a:spcBef>
                <a:spcPts val="0"/>
              </a:spcBef>
              <a:spcAft>
                <a:spcPts val="0"/>
              </a:spcAft>
              <a:buSzPts val="1600"/>
              <a:buChar char="■"/>
            </a:pPr>
            <a:r>
              <a:rPr lang="en" sz="1600"/>
              <a:t>No multi-modal drift detection (images, tables)</a:t>
            </a:r>
            <a:endParaRPr sz="1600"/>
          </a:p>
          <a:p>
            <a:pPr indent="-330200" lvl="0" marL="457200" rtl="0" algn="l">
              <a:spcBef>
                <a:spcPts val="0"/>
              </a:spcBef>
              <a:spcAft>
                <a:spcPts val="0"/>
              </a:spcAft>
              <a:buSzPts val="1600"/>
              <a:buChar char="■"/>
            </a:pPr>
            <a:r>
              <a:rPr lang="en" sz="1600"/>
              <a:t>Static cosine threshold (0.08) may not generalize</a:t>
            </a:r>
            <a:endParaRPr sz="1600"/>
          </a:p>
        </p:txBody>
      </p:sp>
      <p:sp>
        <p:nvSpPr>
          <p:cNvPr id="380" name="Google Shape;380;p50"/>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Limitations &amp; Future Work</a:t>
            </a:r>
            <a:endParaRPr/>
          </a:p>
        </p:txBody>
      </p:sp>
      <p:sp>
        <p:nvSpPr>
          <p:cNvPr id="381" name="Google Shape;381;p50"/>
          <p:cNvSpPr txBox="1"/>
          <p:nvPr>
            <p:ph idx="1" type="body"/>
          </p:nvPr>
        </p:nvSpPr>
        <p:spPr>
          <a:xfrm>
            <a:off x="4819025" y="1749225"/>
            <a:ext cx="4178100" cy="27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Future Work</a:t>
            </a:r>
            <a:endParaRPr b="1" sz="1600"/>
          </a:p>
          <a:p>
            <a:pPr indent="-330200" lvl="0" marL="457200" rtl="0" algn="l">
              <a:spcBef>
                <a:spcPts val="1600"/>
              </a:spcBef>
              <a:spcAft>
                <a:spcPts val="0"/>
              </a:spcAft>
              <a:buSzPts val="1600"/>
              <a:buChar char="■"/>
            </a:pPr>
            <a:r>
              <a:rPr lang="en" sz="1600"/>
              <a:t>Reinforcement learning for adaptive thresholds</a:t>
            </a:r>
            <a:endParaRPr sz="1600"/>
          </a:p>
          <a:p>
            <a:pPr indent="-330200" lvl="0" marL="457200" rtl="0" algn="l">
              <a:spcBef>
                <a:spcPts val="0"/>
              </a:spcBef>
              <a:spcAft>
                <a:spcPts val="0"/>
              </a:spcAft>
              <a:buSzPts val="1600"/>
              <a:buChar char="■"/>
            </a:pPr>
            <a:r>
              <a:rPr lang="en" sz="1600"/>
              <a:t>Multi-modal drift detection</a:t>
            </a:r>
            <a:endParaRPr sz="1600"/>
          </a:p>
          <a:p>
            <a:pPr indent="-330200" lvl="0" marL="457200" rtl="0" algn="l">
              <a:spcBef>
                <a:spcPts val="0"/>
              </a:spcBef>
              <a:spcAft>
                <a:spcPts val="0"/>
              </a:spcAft>
              <a:buSzPts val="1600"/>
              <a:buChar char="■"/>
            </a:pPr>
            <a:r>
              <a:rPr lang="en" sz="1600"/>
              <a:t>Extend to Azure and GCP</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1"/>
          <p:cNvSpPr txBox="1"/>
          <p:nvPr>
            <p:ph type="title"/>
          </p:nvPr>
        </p:nvSpPr>
        <p:spPr>
          <a:xfrm>
            <a:off x="948325" y="872912"/>
            <a:ext cx="4863300" cy="80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387" name="Google Shape;387;p51"/>
          <p:cNvSpPr txBox="1"/>
          <p:nvPr>
            <p:ph idx="1" type="subTitle"/>
          </p:nvPr>
        </p:nvSpPr>
        <p:spPr>
          <a:xfrm>
            <a:off x="948325" y="1900250"/>
            <a:ext cx="6968700" cy="18459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RAG systems that work on launch day tend to rot silently</a:t>
            </a:r>
            <a:endParaRPr sz="1600"/>
          </a:p>
          <a:p>
            <a:pPr indent="-330200" lvl="0" marL="457200" rtl="0" algn="l">
              <a:spcBef>
                <a:spcPts val="0"/>
              </a:spcBef>
              <a:spcAft>
                <a:spcPts val="0"/>
              </a:spcAft>
              <a:buSzPts val="1600"/>
              <a:buChar char="■"/>
            </a:pPr>
            <a:r>
              <a:rPr lang="en" sz="1600"/>
              <a:t>Dual-loop architecture treats rot as a first-class engineering problem</a:t>
            </a:r>
            <a:endParaRPr sz="1600"/>
          </a:p>
          <a:p>
            <a:pPr indent="-330200" lvl="0" marL="457200" rtl="0" algn="l">
              <a:spcBef>
                <a:spcPts val="0"/>
              </a:spcBef>
              <a:spcAft>
                <a:spcPts val="0"/>
              </a:spcAft>
              <a:buSzPts val="1600"/>
              <a:buChar char="■"/>
            </a:pPr>
            <a:r>
              <a:rPr lang="en" sz="1600"/>
              <a:t>Loop 1: hash + semantic analysis for knowledge drift</a:t>
            </a:r>
            <a:endParaRPr sz="1600"/>
          </a:p>
          <a:p>
            <a:pPr indent="-330200" lvl="0" marL="457200" rtl="0" algn="l">
              <a:spcBef>
                <a:spcPts val="0"/>
              </a:spcBef>
              <a:spcAft>
                <a:spcPts val="0"/>
              </a:spcAft>
              <a:buSzPts val="1600"/>
              <a:buChar char="■"/>
            </a:pPr>
            <a:r>
              <a:rPr lang="en" sz="1600"/>
              <a:t>Loop 2: correlated metric monitoring for infra health</a:t>
            </a:r>
            <a:endParaRPr sz="1600"/>
          </a:p>
          <a:p>
            <a:pPr indent="-330200" lvl="0" marL="457200" rtl="0" algn="l">
              <a:spcBef>
                <a:spcPts val="0"/>
              </a:spcBef>
              <a:spcAft>
                <a:spcPts val="0"/>
              </a:spcAft>
              <a:buSzPts val="1600"/>
              <a:buChar char="■"/>
            </a:pPr>
            <a:r>
              <a:rPr lang="en" sz="1600"/>
              <a:t>F1 = 0.89 (knowledge) | 0.97 recall (infra)</a:t>
            </a:r>
            <a:endParaRPr sz="1600"/>
          </a:p>
          <a:p>
            <a:pPr indent="-330200" lvl="0" marL="457200" rtl="0" algn="l">
              <a:spcBef>
                <a:spcPts val="0"/>
              </a:spcBef>
              <a:spcAft>
                <a:spcPts val="0"/>
              </a:spcAft>
              <a:buSzPts val="1600"/>
              <a:buChar char="■"/>
            </a:pPr>
            <a:r>
              <a:rPr lang="en" sz="1600"/>
              <a:t>$12/month vs $1,299/month</a:t>
            </a:r>
            <a:endParaRPr sz="1600"/>
          </a:p>
          <a:p>
            <a:pPr indent="-330200" lvl="0" marL="457200" rtl="0" algn="l">
              <a:spcBef>
                <a:spcPts val="0"/>
              </a:spcBef>
              <a:spcAft>
                <a:spcPts val="0"/>
              </a:spcAft>
              <a:buSzPts val="1600"/>
              <a:buChar char="■"/>
            </a:pPr>
            <a:r>
              <a:rPr lang="en" sz="1600"/>
              <a:t>"Maintenance pipelines need to be as autonomous as the models they serve"</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grpSp>
        <p:nvGrpSpPr>
          <p:cNvPr id="392" name="Google Shape;392;p52"/>
          <p:cNvGrpSpPr/>
          <p:nvPr/>
        </p:nvGrpSpPr>
        <p:grpSpPr>
          <a:xfrm>
            <a:off x="0" y="10075"/>
            <a:ext cx="9144000" cy="2027100"/>
            <a:chOff x="0" y="544600"/>
            <a:chExt cx="9144000" cy="2027100"/>
          </a:xfrm>
        </p:grpSpPr>
        <p:sp>
          <p:nvSpPr>
            <p:cNvPr id="393" name="Google Shape;393;p52"/>
            <p:cNvSpPr/>
            <p:nvPr/>
          </p:nvSpPr>
          <p:spPr>
            <a:xfrm>
              <a:off x="0" y="840300"/>
              <a:ext cx="9144000" cy="87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100">
                  <a:latin typeface="Golos Text"/>
                  <a:ea typeface="Golos Text"/>
                  <a:cs typeface="Golos Text"/>
                  <a:sym typeface="Golos Text"/>
                </a:rPr>
                <a:t>Questions?</a:t>
              </a:r>
              <a:endParaRPr sz="3100">
                <a:latin typeface="Golos Text"/>
                <a:ea typeface="Golos Text"/>
                <a:cs typeface="Golos Text"/>
                <a:sym typeface="Golos Text"/>
              </a:endParaRPr>
            </a:p>
          </p:txBody>
        </p:sp>
        <p:cxnSp>
          <p:nvCxnSpPr>
            <p:cNvPr id="394" name="Google Shape;394;p52"/>
            <p:cNvCxnSpPr/>
            <p:nvPr/>
          </p:nvCxnSpPr>
          <p:spPr>
            <a:xfrm>
              <a:off x="262225" y="544600"/>
              <a:ext cx="21600" cy="2027100"/>
            </a:xfrm>
            <a:prstGeom prst="straightConnector1">
              <a:avLst/>
            </a:prstGeom>
            <a:noFill/>
            <a:ln cap="flat" cmpd="sng" w="9525">
              <a:solidFill>
                <a:schemeClr val="dk1"/>
              </a:solidFill>
              <a:prstDash val="solid"/>
              <a:round/>
              <a:headEnd len="med" w="med" type="none"/>
              <a:tailEnd len="med" w="med" type="none"/>
            </a:ln>
          </p:spPr>
        </p:cxnSp>
      </p:grpSp>
      <p:sp>
        <p:nvSpPr>
          <p:cNvPr id="395" name="Google Shape;395;p52"/>
          <p:cNvSpPr txBox="1"/>
          <p:nvPr>
            <p:ph idx="4294967295" type="body"/>
          </p:nvPr>
        </p:nvSpPr>
        <p:spPr>
          <a:xfrm>
            <a:off x="471175" y="2037175"/>
            <a:ext cx="7385400" cy="1649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Thank you!</a:t>
            </a:r>
            <a:endParaRPr sz="2000"/>
          </a:p>
          <a:p>
            <a:pPr indent="-355600" lvl="0" marL="457200" rtl="0" algn="l">
              <a:spcBef>
                <a:spcPts val="0"/>
              </a:spcBef>
              <a:spcAft>
                <a:spcPts val="0"/>
              </a:spcAft>
              <a:buSzPts val="2000"/>
              <a:buChar char="●"/>
            </a:pPr>
            <a:r>
              <a:rPr lang="en" sz="2000"/>
              <a:t>GitHub: github.com/i3p9/cs6905-paper-code</a:t>
            </a:r>
            <a:endParaRPr sz="2000"/>
          </a:p>
          <a:p>
            <a:pPr indent="-355600" lvl="0" marL="457200" rtl="0" algn="l">
              <a:spcBef>
                <a:spcPts val="0"/>
              </a:spcBef>
              <a:spcAft>
                <a:spcPts val="0"/>
              </a:spcAft>
              <a:buSzPts val="2000"/>
              <a:buChar char="●"/>
            </a:pPr>
            <a:r>
              <a:rPr lang="en" sz="2000"/>
              <a:t>Questions?</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