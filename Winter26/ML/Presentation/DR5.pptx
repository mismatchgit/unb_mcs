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c72ffd14f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c72ffd14f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c72ffd14f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72ffd14fd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c72ffd14fd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72ffd14fd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72ffd14fd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c72ffd14fd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72ffd14fd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72ffd14fd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c72ffd14fd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c72ffd14fd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72ffd14fd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c72ffd14fd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c72ffd14fd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Neighborhood Components Analysis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120975" y="2970075"/>
            <a:ext cx="2654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February 11, 2026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529975" y="3566450"/>
            <a:ext cx="57189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Group DR5:</a:t>
            </a:r>
            <a:b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Joseph Sowah</a:t>
            </a:r>
            <a:endParaRPr sz="18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Ayodeji Fakokunde </a:t>
            </a:r>
            <a:endParaRPr sz="18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" y="1097275"/>
            <a:ext cx="8229600" cy="347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457263" y="1097275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62056" y="1872875"/>
            <a:ext cx="7467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Overview of NCA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Comparison Analysis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High-dimensional feature spaces suffer from: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Dimensional redundancy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Data sparsity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Curse of dimensionality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These lead to: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Model overfitting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Increased computational costs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Difficulty finding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Solution: NCA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NCA learns a linear transformation that: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✓ Improves nearest-neighbor classification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✓ Reduces feature dimensionality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✓ Preserves class 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✓ Enhances model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Supervised approach ensures class labels guide the transformation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1188720" y="146304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the impact of NCA on classification model performance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914400" y="2560320"/>
            <a:ext cx="73152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1188720" y="2651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Compare Performance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114800" y="26517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Analyze classifier accuracy on original vs. NCA-transformed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14400" y="3337560"/>
            <a:ext cx="7315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914400" y="3337560"/>
            <a:ext cx="73152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1188720" y="3429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Measure Effectiveness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4114800" y="3429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Quantify improvements in predictive accuracy and model robustness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914400" y="4114800"/>
            <a:ext cx="73152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118872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Multi-Classifier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4114800" y="4206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Evaluate across 5 different classifiers to identify which benefit most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1371600" y="10972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Supervised Dimensionality Reduction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371600" y="141732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Leverage class labels to learn task-specific transformations that preserve discriminative information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1371600" y="20574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Combat Overfitting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371600" y="237744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Mitigate negative impacts of noise and irrelevant features in high-dimensional spaces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371600" y="30175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Computational Efficiency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371600" y="333756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Reduce feature space while maintaining accuracy, decreasing training time for complex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371600" y="39776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Comparative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371600" y="429768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Identify which classifiers (SVM, KNN, Decision Tree, Random Forest, MLP) benefit most from NCA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is Neighborhood Components Analysis?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NCA is a supervised metric learning algorithm that learns an optimal linear transformation to maximize k-NN classification accuracy in the transformed space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57200" y="2286000"/>
            <a:ext cx="3886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457200" y="2286000"/>
            <a:ext cx="731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731520" y="24231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Supervised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731520" y="2743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Uses class labels to guide transformation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800600" y="2286000"/>
            <a:ext cx="3886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4800600" y="2286000"/>
            <a:ext cx="731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5074920" y="24231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Metric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074920" y="2743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Learns optimal distance metric for 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57200" y="3474720"/>
            <a:ext cx="3886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457200" y="3474720"/>
            <a:ext cx="731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731520" y="36118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Linear Transformation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Projects data: X_new = X ×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800600" y="3474720"/>
            <a:ext cx="3886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4800600" y="3474720"/>
            <a:ext cx="731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5074920" y="36118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k-NN Optimized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074920" y="39319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Maximizes nearest-neighbor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NCA Works: Mathematical Foundation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371600" y="114300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Linear Transformation Matrix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Learn matrix A such that transformed features: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X_transformed = X × 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1371600" y="210312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Stochastic Neighbor Selection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Probability that point i selects j as neighbor: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1371663" y="3055223"/>
            <a:ext cx="71322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Objective Function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Maximize expected k-NN classification accuracy: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Sum the probabilities of selecting points “j” that are in the same class “C_i”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640080" y="409194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640080" y="40919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1371600" y="3977652"/>
            <a:ext cx="7132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Gradient Optimization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Use gradient descent to iteratively adjust the transformation matrix A to maximize the objective function, thus f(A)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20121" t="3081"/>
          <a:stretch/>
        </p:blipFill>
        <p:spPr>
          <a:xfrm>
            <a:off x="6054950" y="2037438"/>
            <a:ext cx="1758825" cy="72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9"/>
          <p:cNvPicPr preferRelativeResize="0"/>
          <p:nvPr/>
        </p:nvPicPr>
        <p:blipFill rotWithShape="1">
          <a:blip r:embed="rId4">
            <a:alphaModFix/>
          </a:blip>
          <a:srcRect b="12296" l="0" r="0" t="0"/>
          <a:stretch/>
        </p:blipFill>
        <p:spPr>
          <a:xfrm>
            <a:off x="6626925" y="3017500"/>
            <a:ext cx="1005000" cy="4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NCA Algorithm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457275" y="1188775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Before NCA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731520" y="1462913"/>
            <a:ext cx="3474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Original Feature 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Classes may overlap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Irrelevant features add noise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Distance metrics treat all features equally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Poor k-NN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Features: [height, weight, age, eye_color, shirt_size]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All features weighted equally, even if irrelevant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4724350" y="1097275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After NCA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033750" y="1462975"/>
            <a:ext cx="3474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Transformed Feature 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 Classes better separated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 Irrelevant features downweighted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 Learned metric emphasizes discriminative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 Improved k-NN 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Transformation emphasizes height &amp; weight, reduces age/eye_color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Classes become linearly separable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NCA Algorithm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47595"/>
            <a:ext cx="7523707" cy="4107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Methodology: Two-Phase Evaluation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"/>
          <p:cNvSpPr/>
          <p:nvPr/>
        </p:nvSpPr>
        <p:spPr>
          <a:xfrm>
            <a:off x="457200" y="1097275"/>
            <a:ext cx="3931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Baseline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640080" y="1462975"/>
            <a:ext cx="35661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and evaluate 5 classifiers using original, full feature 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Load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Split into training/testing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Train all 5 classifiers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Hyperparameter 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10-fold cross-validation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Record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Establishes performance baseline for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389125" y="2560325"/>
            <a:ext cx="6402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4754875" y="1097275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2: NCA Transform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4996785" y="1516875"/>
            <a:ext cx="35661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NCA and re-evaluate same classifiers with transformed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Apply NCA transformation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Obtain reduced feature space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Train same 5 classifiers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Hyperparameter 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10-fold cross-validation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Compare with Phase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Reveals NCA's impact on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Workflow – Phase 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3" title="baselin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25" y="905720"/>
            <a:ext cx="6661083" cy="4107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Workflow – Phase 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4" title="NCA Flow.drawio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450" y="896970"/>
            <a:ext cx="6661083" cy="4107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Technical Implementation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414188" y="974065"/>
            <a:ext cx="3931800" cy="347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414188" y="106843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Classifiers (5)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554050" y="1428750"/>
            <a:ext cx="3652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onsolas"/>
              <a:buChar char="•"/>
            </a:pPr>
            <a:r>
              <a:rPr i="0" lang="en-US" sz="11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sklearn.svm.SVC</a:t>
            </a:r>
            <a:endParaRPr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onsolas"/>
              <a:buChar char="•"/>
            </a:pPr>
            <a:r>
              <a:rPr i="0" lang="en-US" sz="11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sklearn.neighbors.KNeighborsClassifier</a:t>
            </a:r>
            <a:endParaRPr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onsolas"/>
              <a:buChar char="•"/>
            </a:pPr>
            <a:r>
              <a:rPr i="0" lang="en-US" sz="11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sklearn.tree.DecisionTreeClassifier</a:t>
            </a:r>
            <a:endParaRPr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onsolas"/>
              <a:buChar char="•"/>
            </a:pPr>
            <a:r>
              <a:rPr i="0" lang="en-US" sz="11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sklearn.ensemble.RandomForestClassifier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onsolas"/>
              <a:buChar char="•"/>
            </a:pPr>
            <a:r>
              <a:rPr i="0" lang="en-US" sz="11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sklearn.neural_network.MLPClassifier</a:t>
            </a:r>
            <a:endParaRPr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642845" y="3427355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All models will use hyperparameter tuning (Grid/Random Search)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4754880" y="1032105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Implementation Details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4983550" y="1352200"/>
            <a:ext cx="3703200" cy="31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Language &amp; Libraries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Python with scikit-learn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NCA Implementation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onsolas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•sklearn.neighbors.NeighborhoodComponentsAnalysis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Validation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10-fold cross-validation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Applied to all datasets &amp; classifiers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Hyperparameter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Grid Search / Random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Consistent across both phases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Results &amp; Evaluation Metrics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metrics reported as Mean ± Standard Deviation across 10 folds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1192650" y="2051890"/>
            <a:ext cx="2651700" cy="246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1192650" y="2051890"/>
            <a:ext cx="26517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1375530" y="218905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1375530" y="269197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Formula: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1375530" y="296629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Correct Predictions / Total Predictions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375530" y="360637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1375530" y="388069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Overall model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330485" y="2001940"/>
            <a:ext cx="2651700" cy="246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5330485" y="2001940"/>
            <a:ext cx="26517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5513365" y="213910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5513365" y="26420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Formula: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5513365" y="29163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Harmonic mean of Precision &amp;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5513365" y="35564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5513365" y="38307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Balanced metric for multi-class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Comparison Analysis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Quantifying Performance Shift: Baseline vs. NCA-Transformed Space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457200" y="1371600"/>
            <a:ext cx="38862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731520" y="148132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Performance Delta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731520" y="18288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Calculate Δ Accuracy and Δ F1-score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Determine if NCA preserves/enhances discriminability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Assess statistical significance of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4800600" y="1371600"/>
            <a:ext cx="38862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4800600" y="137160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5074920" y="148132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Classifier-Specific Impact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5074920" y="18288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Identify which classifier improves most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Analyze why certain models benefit more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Compare distance-based vs. tree-based approaches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57200" y="2880360"/>
            <a:ext cx="38862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457200" y="288036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731520" y="29900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Robustness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731520" y="333756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Compare standard deviations across folds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Lower variance indicates less overfitting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Assess if curse of dimensionality is mitigated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4800600" y="2880360"/>
            <a:ext cx="38862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4800600" y="288036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5074920" y="29900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Hyperparameter Changes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5074920" y="333756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Examine optimal hyperparameters in each phase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Reflect how data geometry is reshaped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• Understand transformation's structural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1188720" y="123444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Hypothesis: NCA will improve classification accuracy while reducing computational overhead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914400" y="2103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1463040" y="21488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Improved Accuracy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3657600" y="214884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Higher mean accuracy and F1-scores in NCA-transformed space, especially for distance-based classifiers (k-NN, SVM)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1463040" y="27889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Reduced Overfitting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3657600" y="278892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Lower standard deviation across folds indicates more robust, generalizable models with less variance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914400" y="3383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463040" y="3429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Computational Gains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3657600" y="342900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Faster training times for complex models (MLP, Random Forest) due to reduced dimensionality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914400" y="4023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1463040" y="40690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Differential Benefits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3657600" y="406908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k-NN classifier expected to benefit most as NCA directly optimizes the k-NN objective function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491700" y="21914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1645920" y="1828800"/>
            <a:ext cx="5852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saw  how NCA works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workflow we will be using for this project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using Python and Scikit learn library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we will be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carrying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out our comparison Analysis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/>
          <p:nvPr/>
        </p:nvSpPr>
        <p:spPr>
          <a:xfrm>
            <a:off x="457200" y="1097280"/>
            <a:ext cx="82296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[1] N. Singh-Miller, M. Collins, T. J. Hazen, et al. (2007)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"Dimensionality reduction for speech recognition using neighborhood components analysis"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Interspeech, pp. 1158–1161.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[2] M. A. B. Siddique, S. Sakib, and M. A. Rahman. (2019)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"Performance analysis of deep autoencoder and NCA dimensionality reduction techniques with KNN, ENN and SVM classifiers"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2019 2nd International Conference on Innovation in Engineering and Technology (ICIET).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IEEE, pp. 1–6.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/>
          <p:nvPr/>
        </p:nvSpPr>
        <p:spPr>
          <a:xfrm>
            <a:off x="457200" y="1097280"/>
            <a:ext cx="82296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