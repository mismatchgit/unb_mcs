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9" r:id="rId10"/>
    <p:sldId id="270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20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8498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SPECTRAL EMBEDDING</a:t>
            </a:r>
            <a:endParaRPr lang="en-US" sz="480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9993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Laplacian Eigenmaps for Dimensionality Reduction</a:t>
            </a:r>
            <a:endParaRPr lang="en-US" sz="24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9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CS6735 - Machine Learning and Data Mining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University of New Brunswick | Winter 2026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4BFEA2D-DA76-91F0-0528-2CF81E185E34}"/>
              </a:ext>
            </a:extLst>
          </p:cNvPr>
          <p:cNvSpPr/>
          <p:nvPr/>
        </p:nvSpPr>
        <p:spPr>
          <a:xfrm>
            <a:off x="457200" y="35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By Michael Oku | Adebayo Aladetimi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F6F95D-3B07-F8DF-6DE3-2CD683612E42}"/>
              </a:ext>
            </a:extLst>
          </p:cNvPr>
          <p:cNvSpPr/>
          <p:nvPr/>
        </p:nvSpPr>
        <p:spPr>
          <a:xfrm>
            <a:off x="5939768" y="2636379"/>
            <a:ext cx="5343819" cy="530483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0DDA0C4-50A6-0CC2-DE7F-2FF3F24726D5}"/>
              </a:ext>
            </a:extLst>
          </p:cNvPr>
          <p:cNvSpPr/>
          <p:nvPr/>
        </p:nvSpPr>
        <p:spPr>
          <a:xfrm>
            <a:off x="6332674" y="2993566"/>
            <a:ext cx="4677070" cy="467380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1770696-526A-E315-209B-BE70AF1AC81B}"/>
              </a:ext>
            </a:extLst>
          </p:cNvPr>
          <p:cNvSpPr/>
          <p:nvPr/>
        </p:nvSpPr>
        <p:spPr>
          <a:xfrm>
            <a:off x="6689861" y="3326941"/>
            <a:ext cx="3986508" cy="3959429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F0197EA-B110-A994-DBCE-BBDDEFC42F0F}"/>
              </a:ext>
            </a:extLst>
          </p:cNvPr>
          <p:cNvSpPr/>
          <p:nvPr/>
        </p:nvSpPr>
        <p:spPr>
          <a:xfrm>
            <a:off x="7118486" y="3755566"/>
            <a:ext cx="3129259" cy="3114086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9F0F1D9-572D-A672-258D-8941483696F2}"/>
              </a:ext>
            </a:extLst>
          </p:cNvPr>
          <p:cNvSpPr/>
          <p:nvPr/>
        </p:nvSpPr>
        <p:spPr>
          <a:xfrm>
            <a:off x="7523299" y="4160379"/>
            <a:ext cx="2367260" cy="2352087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Outline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7562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What is Spectral Embedding?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1572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Understanding the concept and theory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88720" y="2011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Why Do We Need It?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8720" y="23042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curse of dimensionality problem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743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88720" y="3035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Algorithm steps and implementation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499461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3476601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483459"/>
            <a:ext cx="64008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Advantages &amp; Limitations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88720" y="3778353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Strengths and weaknesses</a:t>
            </a:r>
            <a:endParaRPr lang="en-US" sz="13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Spectral Embedding?</a:t>
            </a:r>
            <a:endParaRPr lang="en-US" sz="3000" dirty="0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81891" y="896112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493776" y="1036240"/>
            <a:ext cx="7863840" cy="9938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33415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 non-linear dimensionality reduction technique that transforms high-dimensional data into a lower-dimensional space while preserving local neighborhood relationships between data points. It assumes data lies on a low-dimensional manifold embedded in R^D.</a:t>
            </a:r>
            <a:endParaRPr lang="en-CA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38887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73152" cy="2011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Graph Laplacian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L = D – W</a:t>
            </a:r>
          </a:p>
          <a:p>
            <a:pPr marL="0" indent="0">
              <a:buNone/>
            </a:pPr>
            <a:endParaRPr lang="en-US" sz="13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• D = Degree matrix (diagonal)</a:t>
            </a:r>
            <a:endParaRPr lang="en-US" sz="13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• W = Weight/Adjacency matrix</a:t>
            </a:r>
            <a:endParaRPr lang="en-US" sz="13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• Captures graph structure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54880" y="283464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73152" cy="20116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98348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Eigenvectors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83480" y="32918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Solve: Ly = </a:t>
            </a:r>
            <a:r>
              <a:rPr lang="en-US" sz="1300" b="1" dirty="0" err="1">
                <a:solidFill>
                  <a:srgbClr val="33415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λDy</a:t>
            </a:r>
            <a:endParaRPr lang="en-US" sz="1300" b="1" dirty="0">
              <a:solidFill>
                <a:srgbClr val="334155"/>
              </a:solidFill>
              <a:latin typeface="Aptos" panose="020B0004020202020204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3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• Find smallest non-zero eigenvalues</a:t>
            </a:r>
            <a:endParaRPr lang="en-US" sz="13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• Eigenvectors become new coordinates</a:t>
            </a:r>
            <a:endParaRPr lang="en-US" sz="13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• Preserves local geometry</a:t>
            </a:r>
            <a:endParaRPr lang="en-US" sz="13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Dimensionality Reduction</a:t>
            </a:r>
            <a:endParaRPr lang="en-US" sz="3000" dirty="0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Problem: Curse of Dimensionality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Cost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High-dimensional data requires more memory and processing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Risk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965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features relative to samples leads to poor generalization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Distortion in High Dimensions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Irrelevant features contribute equally to distance calculations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65176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063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visualize data with more than 3 dimensions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Spectral Embedding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dimensions while preserving the intrinsic structure of the data by keeping nearby points close together in the reduced space.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How Laplacian Eigenmaps Works</a:t>
            </a:r>
            <a:endParaRPr lang="en-US" sz="3000" dirty="0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1097280"/>
            <a:ext cx="74066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Neighborhood Graph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35331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each point to its k nearest neighbors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5528" y="1645920"/>
            <a:ext cx="0" cy="18288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34440" y="1874520"/>
            <a:ext cx="74066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137160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Weight Matrix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13055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weights based on similarity (e.g., heat kernel)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" y="2423160"/>
            <a:ext cx="0" cy="18288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34440" y="2651760"/>
            <a:ext cx="74066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137160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 Laplacian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290779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D - W (Degree matrix minus Weight matrix)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" y="3200400"/>
            <a:ext cx="0" cy="18288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34440" y="3429000"/>
            <a:ext cx="74066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1371600" y="3474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Eigenvalue Problem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685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smallest eigenvalue λ₀ = 0 corresponds to a trivial constant solution and is discarded.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5528" y="3977640"/>
            <a:ext cx="0" cy="18288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34440" y="4206240"/>
            <a:ext cx="74066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1371600" y="4251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Eigenvectors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71600" y="446227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smallest non-zero eigenvalues for embedding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Mathematical Foundation</a:t>
            </a:r>
            <a:endParaRPr lang="en-US" sz="3000" dirty="0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Weight Matrix (W)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Kernel: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Wij = exp(-||xi - xj||² / t)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Close points → high weight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Far points → low weight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Graph Laplacian (L)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D - W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 = diagonal degree matrix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Dii = Σj Wij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Symmetric &amp; positive semi-definite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Optimization Objective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Minimize:  Σij Wij ||yi - yj||²  =  trace(Y^T L Y)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Goal: Find embedding Y where connected points (high </a:t>
            </a:r>
            <a:r>
              <a:rPr lang="en-US" sz="1400" dirty="0" err="1">
                <a:solidFill>
                  <a:srgbClr val="E2E8F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Wij</a:t>
            </a:r>
            <a:r>
              <a:rPr lang="en-US" sz="1400" dirty="0">
                <a:solidFill>
                  <a:srgbClr val="E2E8F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) are mapped close together. Equivalent to minimizing embedding distortion over graph edges.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Advantages of Spectral Embedding</a:t>
            </a:r>
            <a:endParaRPr lang="en-US" sz="3000" dirty="0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850392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1201187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57200" y="1201187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85800" y="1292627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Local Structure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12667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Nearby points in original space remain close in reduced space, maintaining neighborhood relationships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01187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4754880" y="1201187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4983480" y="1292627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Non-Linear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612667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unfold complex manifolds like the Swiss Roll that linear methods (PCA) cannot handle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35627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457200" y="2435627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85800" y="2527067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Iterative Optimization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847107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is computed directly via eigendecomposition - no gradient descent or local minima issues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35627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4754880" y="2435627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4983480" y="2527067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Mathematically Grounded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847107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spectral graph theory with connections to heat diffusion and manifold geometry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Limitations &amp; Challenges</a:t>
            </a:r>
            <a:endParaRPr lang="en-US" sz="3000" dirty="0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Out-of-Sample Extension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transform new data points - only fit_transform() available, complicates cross-validation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73152" cy="10972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498348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Computationally Expensive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O(n³) complexity for eigendecomposition - slow for large datasets (&gt;10,000 samples)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73152" cy="10972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8580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Sensitivity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743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heavily depends on n_neighbors and n_components choices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73152" cy="10972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498348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Loses Global Structure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743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Focuses on local neighborhoods - distant relationships may be distorted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73152" cy="10972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68580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Graph Required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39776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must be connected; disconnected components cause issues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73152" cy="10972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498348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Intensive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9776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storing sparse affinity matrix; memory grows with number of samples.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References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Zhou &amp; Wang (2019). Laplacian eigenmaps dimensionality reduction based on clustering-adjusted similarity. Algorithms.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Ghojogh et al. (2021). Laplacian-based dimensionality reduction including spectral clustering, laplacian eigenmap. arXiv.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Belkin &amp; Niyogi (2003). Laplacian Eigenmaps for Dimensionality Reduction and Data Representation. Neural Computation.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Von Luxburg (2007). A Tutorial on Spectral Clustering. Statistics and Computing.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scikit-learn Documentation: sklearn.manifold.SpectralEmbedding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20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2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86200" y="3566160"/>
            <a:ext cx="13716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CS6735 - Machine Learning and Data Mining | University of New Brunswick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702</Words>
  <Application>Microsoft Office PowerPoint</Application>
  <PresentationFormat>On-screen Show (16:9)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DR4: Spectral Embedding (Laplacian Eigenmaps)</dc:title>
  <dc:subject>PptxGenJS Presentation</dc:subject>
  <dc:creator>CS6735 Data Mining Project</dc:creator>
  <cp:lastModifiedBy>Adebayo Damilola Aladetimi</cp:lastModifiedBy>
  <cp:revision>7</cp:revision>
  <dcterms:created xsi:type="dcterms:W3CDTF">2026-02-10T21:23:13Z</dcterms:created>
  <dcterms:modified xsi:type="dcterms:W3CDTF">2026-02-11T15:22:13Z</dcterms:modified>
</cp:coreProperties>
</file>