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64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B72F-7125-5535-9C8D-9193EBBBB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CE7DD-7DF6-2660-BF8F-6C3C6956C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3D9C7-0AF2-511E-0D50-79399F37E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8FE6F-DBB2-7F05-1C15-C3B8F0A7C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74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D30A-821D-FE3E-B3C3-2D97A68A7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46CA1-17AB-BF11-397F-F8570B40E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A4627-BA9D-D119-FE21-48FF17B8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6939C-2C75-2793-98E7-B6FFDA83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81945-DDD6-1C3E-808E-17963D65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058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17AA-88AB-FF5E-E47B-EE538C73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8AAE5-32D5-EB6A-D80F-86D5B2581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BB013-DB59-AB20-18D0-5BCCCEAF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6B931-AB7C-63B9-BBA8-4C57D3B4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A4E66-F97A-460F-177B-6E196186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04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EFA6-06A4-801F-91B2-209B756CB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4981B-DA2B-83B1-5D81-3140BF1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F470D-C5E2-E9E3-50F8-EF84C3FD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447EC-3CB6-8B03-DCD3-3FC24B5E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B0845-3F1C-947A-1C0A-29FC5CEA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464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F645-F354-CD1A-CE0D-9FE75D00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39E8-8EE1-4004-99AC-E024F06CC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EEDD0-7B89-9495-5D20-DD40BB29E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6CF5A-173F-E6B5-CE53-4FE25FE4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51005-08C7-237F-92E5-57F65C2A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0EDC8-C95B-8ED7-A6C3-66F48EE2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057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42F0-4A8B-22D4-BA67-A9D7DA90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B6FCA-BFAF-59A9-509D-1E1AED955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64B97-6A30-A1EC-5CCF-2D9B77CC3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5081A-CFD8-2F2C-6183-170D7C502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EA4DF-84FD-2A72-384F-DA289CF9F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62371-9E78-566A-7AE0-5E6FAA51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3FD24-07A1-7EA4-F33C-0E739F65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2321F-FACC-C28D-1009-68409BDD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022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C68C-7515-DE5B-594B-759CCD2A4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65DDC-C98B-CF38-47DA-5A49EEE1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E7C40-4BE8-7820-106C-1A97FA36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A0935-2E3A-248A-5ED4-ABC6D95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265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71932-57AF-1D44-E31B-28BF2721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13643-97FA-2ED0-EE8F-15B85248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0DD9A-0176-8A37-5E53-EE97C454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722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1A46-391A-C207-02AE-EB1BE781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CFEF-8C14-E0BA-A8F1-1775FCF9D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8F76E-6A68-E310-DF67-9395B0C43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0B50E-35D4-2E76-512C-6890B333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527D7-DDBC-460E-16A8-1E288680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FCD54-D35C-0863-4CCB-7ED755FA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96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9969-1CC9-B515-709F-073052F7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353C4-F126-39F5-62D0-864D38361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D4A61-9A69-58E2-8510-C6B8D865C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8389F-5A32-72C4-B925-DDD6E5D1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65A41-6952-B145-E694-F90EB658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10F02-684C-1ABD-F308-899F2DE1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096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7D8D-420C-DA3B-0848-65D11552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120F3-6918-742E-F41B-DF025F456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81DAC-8466-6394-1C12-E4EDC8D1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AFB3-B4CA-DD14-D46B-5A8F89F5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3DDA4-A4BD-F986-D3ED-428327BB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287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809B8-4FDA-615B-1342-C74A5787A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135A4-95EB-DE98-97AA-2215FF307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F05CD-9518-7A9C-185B-A2936F59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25D1E-D657-C3AB-C1F8-D0312189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08F1B-7C83-9AD8-BD57-5EDED2EF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355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34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17BA6-9D10-D2E3-CBBF-F3051D1A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EF4D2-E819-F07C-E26A-F8265A2DD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B06DA-A970-E255-39F7-1658C2B43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E5CE9-484C-8F46-9584-CDF12A194947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A2901-1199-F9C5-0EF0-2C898B1F7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1ECB-B150-E178-DCBC-D25F98912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7462F-6E39-D440-B9B0-0CAC2264A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0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0322" y="437508"/>
            <a:ext cx="5370268" cy="31236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Detection of Hate Speech using BERT</a:t>
            </a:r>
            <a:endParaRPr lang="en-US" sz="6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906171" y="4479130"/>
            <a:ext cx="6434024" cy="3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and Domain-Specific Word Embedding</a:t>
            </a:r>
            <a:endParaRPr lang="en-US" sz="15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2417" y="3109913"/>
            <a:ext cx="30590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 Presentation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2569544" y="3729038"/>
            <a:ext cx="40049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Authors: Hind Saleh, Areej Alhothali, Kawthar Moria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3330997" y="3967163"/>
            <a:ext cx="24820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[Your Name &amp; ID]</a:t>
            </a:r>
            <a:endParaRPr lang="en-US" sz="1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19797" y="440141"/>
            <a:ext cx="317257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Presentation Agenda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7368" y="487110"/>
            <a:ext cx="3646835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Problem Overview and Background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Methodologies: Two Approaches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Experimental Results and Findings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Importance of Domain-Specific Embeddings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Explainability Analysis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028699" y="220903"/>
            <a:ext cx="7421963" cy="775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Hate Speech Detection?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8699" y="1738647"/>
            <a:ext cx="7293023" cy="276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60% of global population uses social media (4.54 billion)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53% of Americans encounter online harassment and hate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21% of students frequently encounter hate speech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Hate communities use coded words, abbreviations, misspellings to evade detection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Automatic detection is essential for safer digital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028699" y="220903"/>
            <a:ext cx="7421963" cy="775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Detection Challenges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8699" y="1738647"/>
            <a:ext cx="7293023" cy="276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Coded Words:</a:t>
            </a:r>
            <a:r>
              <a:rPr lang="en-US" sz="1500"/>
              <a:t> Innocent words used maliciously (e.g., "Google" for dark-skinned people)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Intentional Misspellings:</a:t>
            </a:r>
            <a:r>
              <a:rPr lang="en-US" sz="1500"/>
              <a:t> f*ck, r*pe to evade automated filters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Abbreviations:</a:t>
            </a:r>
            <a:r>
              <a:rPr lang="en-US" sz="1500"/>
              <a:t> Commonly used by hate communities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Context Dependency:</a:t>
            </a:r>
            <a:r>
              <a:rPr lang="en-US" sz="1500"/>
              <a:t> Same words can be hateful or benign depending on context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Subjectivity:</a:t>
            </a:r>
            <a:r>
              <a:rPr lang="en-US" sz="1500"/>
              <a:t> Identifying hate speech is inherently subjective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F1301-D674-9D72-780D-2779F7D47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9E51A25-13F9-5B2A-9C49-90B250001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99F3A-AC64-7EB6-CDD3-79843850F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CC490-65E4-97E7-E9FA-D8ADE37C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A88102-B94C-A709-31F9-0DF423E1B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D1FE29-45F0-37C3-7E59-D326207B4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9C61C72-7680-3A81-6B14-6E4C1AED8CAB}"/>
              </a:ext>
            </a:extLst>
          </p:cNvPr>
          <p:cNvSpPr/>
          <p:nvPr/>
        </p:nvSpPr>
        <p:spPr>
          <a:xfrm>
            <a:off x="1028699" y="220903"/>
            <a:ext cx="7421963" cy="775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4320"/>
              </a:lnSpc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Word Embedding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0A38A9-FE7C-0CBF-838D-D5A393AD68F8}"/>
              </a:ext>
            </a:extLst>
          </p:cNvPr>
          <p:cNvSpPr/>
          <p:nvPr/>
        </p:nvSpPr>
        <p:spPr>
          <a:xfrm>
            <a:off x="1028699" y="1738647"/>
            <a:ext cx="7293023" cy="276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Coded Words:</a:t>
            </a:r>
            <a:r>
              <a:rPr lang="en-US" sz="1500"/>
              <a:t> Innocent words used maliciously (e.g., "Google" for dark-skinned people)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Intentional Misspellings:</a:t>
            </a:r>
            <a:r>
              <a:rPr lang="en-US" sz="1500"/>
              <a:t> f*ck, r*pe to evade automated filters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Abbreviations:</a:t>
            </a:r>
            <a:r>
              <a:rPr lang="en-US" sz="1500"/>
              <a:t> Commonly used by hate communities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Context Dependency:</a:t>
            </a:r>
            <a:r>
              <a:rPr lang="en-US" sz="1500"/>
              <a:t> Same words can be hateful or benign depending on context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b="1"/>
              <a:t>Subjectivity:</a:t>
            </a:r>
            <a:r>
              <a:rPr lang="en-US" sz="1500"/>
              <a:t> Identifying hate speech is inherently subjective</a:t>
            </a:r>
          </a:p>
        </p:txBody>
      </p:sp>
    </p:spTree>
    <p:extLst>
      <p:ext uri="{BB962C8B-B14F-4D97-AF65-F5344CB8AC3E}">
        <p14:creationId xmlns:p14="http://schemas.microsoft.com/office/powerpoint/2010/main" val="74203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7775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words into numerical vectors capturing semantic meaning and context.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4500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Prediction-based model trained on massive corpus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Count-based model using word co-occurrence statistics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on hate speech data for contextual accuracy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1: Domain-Specific BiLSTM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7775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 hate speech embeddings (HSW2V) with BiLSTM classifier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0972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1,048,563 sentences from hate speech datasets + Twitter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Domain-specific Word2Vec vectors (300-dimensional)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Bidirectional LSTM for context preservation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93% F1-score on combined balanced dataset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2: BERT Transfer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7775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Pre-trained bidirectional transformers with fine-tuning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0972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on 800M+ words (Books Corpus + Wikipedia)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context from both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Adapted for hate speech binary classification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96% F1-score on combined balanced dataset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97794"/>
            <a:ext cx="7924800" cy="13430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0856"/>
            <a:ext cx="7924800" cy="13430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Performance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1702594"/>
            <a:ext cx="74226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 (Domain-Specific BiLSTM)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2500" y="1940719"/>
            <a:ext cx="74226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F1-Score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255044"/>
            <a:ext cx="7422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for detecting coded words and abbreviations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3345656"/>
            <a:ext cx="74226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(BERT)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52500" y="3583781"/>
            <a:ext cx="74226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F1-Score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3898106"/>
            <a:ext cx="7422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performance due to massive training corpus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Domain-Specific Embeddings Matter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7775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Misspelled hate word (fc*) similarity detection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8592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Failed to retrieve similar hate words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Retrieved irrelevant results (mostly diacritical marks)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HSW2V (Ours):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Successfully identified: fu*, lmfaoo, shii, fucc, noooo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Domain-specific models capture hate community semantics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Explainability: True Positive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7775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predicted hate speech with LIME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09725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 Words: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n*gga, hateful terminology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00250"/>
            <a:ext cx="7924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highlights how strong hate-related words dominated the classifier's decision. The model correctly identified hate content with high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Explainability: Misclassification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45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Neutral text flagged as hate (e.g., word "feminazi" triggered misclassification)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Sometimes the model is more accurate than human annotators due to contextual nuance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Hate speech detection is subjective; improved datasets help reduce errors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Contributions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unsupervised domain-specific word embedding (HSW2V) for hate speech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domain-specific vs. domain-agnostic embeddings empirically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 with HSW2V: 5-6 point improvement over state-of-the-art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achieves 96% F1-score, setting new benchmark for the task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provides superior feature extraction with pre-trained bidirectional context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embeddings excel at detecting coded words and misspellings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training corpus significantly improves pre-trained model performance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approaches yields best results: transfer learning + domain knowledge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multi-class hate speech detection (racism, sexism, religion, etc.)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large pre-trained models from domain-specific social media content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models to evolving hate speech tactics on social media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subjectivity and annotation bias in datasets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436" y="1757363"/>
            <a:ext cx="402312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62118" y="2395538"/>
            <a:ext cx="24196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49394" y="2967038"/>
            <a:ext cx="3845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Saleh et al. (2023) - Applied Artificial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23520" y="3176588"/>
            <a:ext cx="26968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10.1080/08839514.2023.2166719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729</Words>
  <Application>Microsoft Macintosh PowerPoint</Application>
  <PresentationFormat>On-screen Show (16:9)</PresentationFormat>
  <Paragraphs>102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Refat Ishrak Hemel</cp:lastModifiedBy>
  <cp:revision>2</cp:revision>
  <dcterms:created xsi:type="dcterms:W3CDTF">2025-11-24T23:26:47Z</dcterms:created>
  <dcterms:modified xsi:type="dcterms:W3CDTF">2025-11-24T23:33:18Z</dcterms:modified>
</cp:coreProperties>
</file>