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66" r:id="rId1"/>
  </p:sldMasterIdLst>
  <p:notesMasterIdLst>
    <p:notesMasterId r:id="rId55"/>
  </p:notesMasterIdLst>
  <p:handoutMasterIdLst>
    <p:handoutMasterId r:id="rId56"/>
  </p:handoutMasterIdLst>
  <p:sldIdLst>
    <p:sldId id="774" r:id="rId2"/>
    <p:sldId id="775" r:id="rId3"/>
    <p:sldId id="776" r:id="rId4"/>
    <p:sldId id="777" r:id="rId5"/>
    <p:sldId id="793" r:id="rId6"/>
    <p:sldId id="779" r:id="rId7"/>
    <p:sldId id="780" r:id="rId8"/>
    <p:sldId id="781" r:id="rId9"/>
    <p:sldId id="794" r:id="rId10"/>
    <p:sldId id="795" r:id="rId11"/>
    <p:sldId id="796" r:id="rId12"/>
    <p:sldId id="804" r:id="rId13"/>
    <p:sldId id="797" r:id="rId14"/>
    <p:sldId id="805" r:id="rId15"/>
    <p:sldId id="798" r:id="rId16"/>
    <p:sldId id="806" r:id="rId17"/>
    <p:sldId id="799" r:id="rId18"/>
    <p:sldId id="800" r:id="rId19"/>
    <p:sldId id="801" r:id="rId20"/>
    <p:sldId id="802" r:id="rId21"/>
    <p:sldId id="803" r:id="rId22"/>
    <p:sldId id="807" r:id="rId23"/>
    <p:sldId id="808" r:id="rId24"/>
    <p:sldId id="809" r:id="rId25"/>
    <p:sldId id="810" r:id="rId26"/>
    <p:sldId id="811" r:id="rId27"/>
    <p:sldId id="812" r:id="rId28"/>
    <p:sldId id="813" r:id="rId29"/>
    <p:sldId id="814" r:id="rId30"/>
    <p:sldId id="815" r:id="rId31"/>
    <p:sldId id="816" r:id="rId32"/>
    <p:sldId id="817" r:id="rId33"/>
    <p:sldId id="819" r:id="rId34"/>
    <p:sldId id="820" r:id="rId35"/>
    <p:sldId id="821" r:id="rId36"/>
    <p:sldId id="822" r:id="rId37"/>
    <p:sldId id="831" r:id="rId38"/>
    <p:sldId id="824" r:id="rId39"/>
    <p:sldId id="825" r:id="rId40"/>
    <p:sldId id="826" r:id="rId41"/>
    <p:sldId id="827" r:id="rId42"/>
    <p:sldId id="828" r:id="rId43"/>
    <p:sldId id="829" r:id="rId44"/>
    <p:sldId id="830" r:id="rId45"/>
    <p:sldId id="832" r:id="rId46"/>
    <p:sldId id="782" r:id="rId47"/>
    <p:sldId id="833" r:id="rId48"/>
    <p:sldId id="834" r:id="rId49"/>
    <p:sldId id="835" r:id="rId50"/>
    <p:sldId id="836" r:id="rId51"/>
    <p:sldId id="790" r:id="rId52"/>
    <p:sldId id="791" r:id="rId53"/>
    <p:sldId id="792" r:id="rId54"/>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336699"/>
    <a:srgbClr val="003366"/>
    <a:srgbClr val="EE8E00"/>
    <a:srgbClr val="00CC99"/>
    <a:srgbClr val="99FF66"/>
    <a:srgbClr val="3366CC"/>
    <a:srgbClr val="003399"/>
    <a:srgbClr val="FF00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B77F07-A393-4417-94E7-23E06335FA1D}" v="3" dt="2026-01-23T21:01:30.013"/>
  </p1510:revLst>
</p1510:revInfo>
</file>

<file path=ppt/tableStyles.xml><?xml version="1.0" encoding="utf-8"?>
<a:tblStyleLst xmlns:a="http://schemas.openxmlformats.org/drawingml/2006/main" def="{5C22544A-7EE6-4342-B048-85BDC9FD1C3A}">
  <a:tblStyle styleId="{21E4AEA4-8DFA-4A89-87EB-49C32662AFE0}" styleName="Stile medio 2 - Color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6D9F66E-5EB9-4882-86FB-DCBF35E3C3E4}" styleName="Stile medio 4 - Color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73A0DAA-6AF3-43AB-8588-CEC1D06C72B9}" styleName="Stile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Stile medio 1 - Color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46F890A9-2807-4EBB-B81D-B2AA78EC7F39}" styleName="Stile scuro 2 - Colore 5/Colore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Stile medio 1 - Colore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Stile chiaro 3 - Colore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B4B98B0-60AC-42C2-AFA5-B58CD77FA1E5}" styleName="Stile chiaro 1 - Colore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7CE84F3-28C3-443E-9E96-99CF82512B78}" styleName="Stile scuro 1 - Colore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B1032C-EA38-4F05-BA0D-38AFFFC7BED3}" styleName="Stile chiaro 3 - Colore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74C1A8A3-306A-4EB7-A6B1-4F7E0EB9C5D6}" styleName="Stile medio 3 - Colore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06" autoAdjust="0"/>
    <p:restoredTop sz="81391" autoAdjust="0"/>
  </p:normalViewPr>
  <p:slideViewPr>
    <p:cSldViewPr>
      <p:cViewPr varScale="1">
        <p:scale>
          <a:sx n="73" d="100"/>
          <a:sy n="73" d="100"/>
        </p:scale>
        <p:origin x="184" y="1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ozbeh Razavi-Far" userId="54a6735f-f923-4b24-bfab-7de18e907ca6" providerId="ADAL" clId="{A5F2370B-B243-4F27-AF05-38FC5B32BD93}"/>
    <pc:docChg chg="delSld modSld">
      <pc:chgData name="Roozbeh Razavi-Far" userId="54a6735f-f923-4b24-bfab-7de18e907ca6" providerId="ADAL" clId="{A5F2370B-B243-4F27-AF05-38FC5B32BD93}" dt="2026-01-23T21:02:35.305" v="184" actId="6549"/>
      <pc:docMkLst>
        <pc:docMk/>
      </pc:docMkLst>
      <pc:sldChg chg="modSp mod">
        <pc:chgData name="Roozbeh Razavi-Far" userId="54a6735f-f923-4b24-bfab-7de18e907ca6" providerId="ADAL" clId="{A5F2370B-B243-4F27-AF05-38FC5B32BD93}" dt="2026-01-23T21:02:35.305" v="184" actId="6549"/>
        <pc:sldMkLst>
          <pc:docMk/>
          <pc:sldMk cId="0" sldId="774"/>
        </pc:sldMkLst>
        <pc:spChg chg="mod">
          <ac:chgData name="Roozbeh Razavi-Far" userId="54a6735f-f923-4b24-bfab-7de18e907ca6" providerId="ADAL" clId="{A5F2370B-B243-4F27-AF05-38FC5B32BD93}" dt="2026-01-23T21:02:10.740" v="125" actId="6549"/>
          <ac:spMkLst>
            <pc:docMk/>
            <pc:sldMk cId="0" sldId="774"/>
            <ac:spMk id="18433" creationId="{00000000-0000-0000-0000-000000000000}"/>
          </ac:spMkLst>
        </pc:spChg>
        <pc:spChg chg="mod">
          <ac:chgData name="Roozbeh Razavi-Far" userId="54a6735f-f923-4b24-bfab-7de18e907ca6" providerId="ADAL" clId="{A5F2370B-B243-4F27-AF05-38FC5B32BD93}" dt="2026-01-23T21:02:35.305" v="184" actId="6549"/>
          <ac:spMkLst>
            <pc:docMk/>
            <pc:sldMk cId="0" sldId="774"/>
            <ac:spMk id="18435" creationId="{00000000-0000-0000-0000-000000000000}"/>
          </ac:spMkLst>
        </pc:spChg>
      </pc:sldChg>
      <pc:sldChg chg="del">
        <pc:chgData name="Roozbeh Razavi-Far" userId="54a6735f-f923-4b24-bfab-7de18e907ca6" providerId="ADAL" clId="{A5F2370B-B243-4F27-AF05-38FC5B32BD93}" dt="2026-01-23T21:01:04.312" v="4" actId="47"/>
        <pc:sldMkLst>
          <pc:docMk/>
          <pc:sldMk cId="0" sldId="1010"/>
        </pc:sldMkLst>
      </pc:sldChg>
      <pc:sldChg chg="del">
        <pc:chgData name="Roozbeh Razavi-Far" userId="54a6735f-f923-4b24-bfab-7de18e907ca6" providerId="ADAL" clId="{A5F2370B-B243-4F27-AF05-38FC5B32BD93}" dt="2026-01-23T21:01:04.347" v="5" actId="47"/>
        <pc:sldMkLst>
          <pc:docMk/>
          <pc:sldMk cId="0" sldId="1011"/>
        </pc:sldMkLst>
      </pc:sldChg>
      <pc:sldChg chg="del">
        <pc:chgData name="Roozbeh Razavi-Far" userId="54a6735f-f923-4b24-bfab-7de18e907ca6" providerId="ADAL" clId="{A5F2370B-B243-4F27-AF05-38FC5B32BD93}" dt="2026-01-23T21:01:04.666" v="15" actId="47"/>
        <pc:sldMkLst>
          <pc:docMk/>
          <pc:sldMk cId="4278508695" sldId="1063"/>
        </pc:sldMkLst>
      </pc:sldChg>
      <pc:sldChg chg="del">
        <pc:chgData name="Roozbeh Razavi-Far" userId="54a6735f-f923-4b24-bfab-7de18e907ca6" providerId="ADAL" clId="{A5F2370B-B243-4F27-AF05-38FC5B32BD93}" dt="2026-01-23T21:01:04.784" v="19" actId="47"/>
        <pc:sldMkLst>
          <pc:docMk/>
          <pc:sldMk cId="2382801353" sldId="1068"/>
        </pc:sldMkLst>
      </pc:sldChg>
      <pc:sldChg chg="del">
        <pc:chgData name="Roozbeh Razavi-Far" userId="54a6735f-f923-4b24-bfab-7de18e907ca6" providerId="ADAL" clId="{A5F2370B-B243-4F27-AF05-38FC5B32BD93}" dt="2026-01-23T21:01:04.997" v="26" actId="47"/>
        <pc:sldMkLst>
          <pc:docMk/>
          <pc:sldMk cId="3960419075" sldId="1082"/>
        </pc:sldMkLst>
      </pc:sldChg>
      <pc:sldChg chg="del">
        <pc:chgData name="Roozbeh Razavi-Far" userId="54a6735f-f923-4b24-bfab-7de18e907ca6" providerId="ADAL" clId="{A5F2370B-B243-4F27-AF05-38FC5B32BD93}" dt="2026-01-23T21:01:05.045" v="27" actId="47"/>
        <pc:sldMkLst>
          <pc:docMk/>
          <pc:sldMk cId="3297132831" sldId="1084"/>
        </pc:sldMkLst>
      </pc:sldChg>
      <pc:sldChg chg="del">
        <pc:chgData name="Roozbeh Razavi-Far" userId="54a6735f-f923-4b24-bfab-7de18e907ca6" providerId="ADAL" clId="{A5F2370B-B243-4F27-AF05-38FC5B32BD93}" dt="2026-01-23T21:01:04.728" v="17" actId="47"/>
        <pc:sldMkLst>
          <pc:docMk/>
          <pc:sldMk cId="3519892179" sldId="1126"/>
        </pc:sldMkLst>
      </pc:sldChg>
      <pc:sldChg chg="del">
        <pc:chgData name="Roozbeh Razavi-Far" userId="54a6735f-f923-4b24-bfab-7de18e907ca6" providerId="ADAL" clId="{A5F2370B-B243-4F27-AF05-38FC5B32BD93}" dt="2026-01-23T21:01:04.752" v="18" actId="47"/>
        <pc:sldMkLst>
          <pc:docMk/>
          <pc:sldMk cId="704632050" sldId="1127"/>
        </pc:sldMkLst>
      </pc:sldChg>
      <pc:sldChg chg="del">
        <pc:chgData name="Roozbeh Razavi-Far" userId="54a6735f-f923-4b24-bfab-7de18e907ca6" providerId="ADAL" clId="{A5F2370B-B243-4F27-AF05-38FC5B32BD93}" dt="2026-01-23T21:01:04.815" v="20" actId="47"/>
        <pc:sldMkLst>
          <pc:docMk/>
          <pc:sldMk cId="1032690912" sldId="1128"/>
        </pc:sldMkLst>
      </pc:sldChg>
      <pc:sldChg chg="del">
        <pc:chgData name="Roozbeh Razavi-Far" userId="54a6735f-f923-4b24-bfab-7de18e907ca6" providerId="ADAL" clId="{A5F2370B-B243-4F27-AF05-38FC5B32BD93}" dt="2026-01-23T21:01:04.683" v="16" actId="47"/>
        <pc:sldMkLst>
          <pc:docMk/>
          <pc:sldMk cId="2416657147" sldId="1130"/>
        </pc:sldMkLst>
      </pc:sldChg>
      <pc:sldChg chg="del">
        <pc:chgData name="Roozbeh Razavi-Far" userId="54a6735f-f923-4b24-bfab-7de18e907ca6" providerId="ADAL" clId="{A5F2370B-B243-4F27-AF05-38FC5B32BD93}" dt="2026-01-23T21:01:04.851" v="21" actId="47"/>
        <pc:sldMkLst>
          <pc:docMk/>
          <pc:sldMk cId="2636887327" sldId="1131"/>
        </pc:sldMkLst>
      </pc:sldChg>
      <pc:sldChg chg="del">
        <pc:chgData name="Roozbeh Razavi-Far" userId="54a6735f-f923-4b24-bfab-7de18e907ca6" providerId="ADAL" clId="{A5F2370B-B243-4F27-AF05-38FC5B32BD93}" dt="2026-01-23T21:01:04.891" v="22" actId="47"/>
        <pc:sldMkLst>
          <pc:docMk/>
          <pc:sldMk cId="1643230204" sldId="1132"/>
        </pc:sldMkLst>
      </pc:sldChg>
      <pc:sldChg chg="del">
        <pc:chgData name="Roozbeh Razavi-Far" userId="54a6735f-f923-4b24-bfab-7de18e907ca6" providerId="ADAL" clId="{A5F2370B-B243-4F27-AF05-38FC5B32BD93}" dt="2026-01-23T21:01:04.915" v="23" actId="47"/>
        <pc:sldMkLst>
          <pc:docMk/>
          <pc:sldMk cId="3217103471" sldId="1133"/>
        </pc:sldMkLst>
      </pc:sldChg>
      <pc:sldChg chg="del">
        <pc:chgData name="Roozbeh Razavi-Far" userId="54a6735f-f923-4b24-bfab-7de18e907ca6" providerId="ADAL" clId="{A5F2370B-B243-4F27-AF05-38FC5B32BD93}" dt="2026-01-23T21:01:04.975" v="25" actId="47"/>
        <pc:sldMkLst>
          <pc:docMk/>
          <pc:sldMk cId="526867578" sldId="1134"/>
        </pc:sldMkLst>
      </pc:sldChg>
      <pc:sldChg chg="del">
        <pc:chgData name="Roozbeh Razavi-Far" userId="54a6735f-f923-4b24-bfab-7de18e907ca6" providerId="ADAL" clId="{A5F2370B-B243-4F27-AF05-38FC5B32BD93}" dt="2026-01-23T21:01:05.083" v="28" actId="47"/>
        <pc:sldMkLst>
          <pc:docMk/>
          <pc:sldMk cId="1880874412" sldId="1135"/>
        </pc:sldMkLst>
      </pc:sldChg>
      <pc:sldChg chg="del">
        <pc:chgData name="Roozbeh Razavi-Far" userId="54a6735f-f923-4b24-bfab-7de18e907ca6" providerId="ADAL" clId="{A5F2370B-B243-4F27-AF05-38FC5B32BD93}" dt="2026-01-23T21:01:05.316" v="29" actId="47"/>
        <pc:sldMkLst>
          <pc:docMk/>
          <pc:sldMk cId="174868321" sldId="1136"/>
        </pc:sldMkLst>
      </pc:sldChg>
      <pc:sldChg chg="del">
        <pc:chgData name="Roozbeh Razavi-Far" userId="54a6735f-f923-4b24-bfab-7de18e907ca6" providerId="ADAL" clId="{A5F2370B-B243-4F27-AF05-38FC5B32BD93}" dt="2026-01-23T21:01:05.560" v="30" actId="47"/>
        <pc:sldMkLst>
          <pc:docMk/>
          <pc:sldMk cId="1251906149" sldId="1192"/>
        </pc:sldMkLst>
      </pc:sldChg>
      <pc:sldChg chg="del">
        <pc:chgData name="Roozbeh Razavi-Far" userId="54a6735f-f923-4b24-bfab-7de18e907ca6" providerId="ADAL" clId="{A5F2370B-B243-4F27-AF05-38FC5B32BD93}" dt="2026-01-23T21:01:05.800" v="31" actId="47"/>
        <pc:sldMkLst>
          <pc:docMk/>
          <pc:sldMk cId="4294820974" sldId="1193"/>
        </pc:sldMkLst>
      </pc:sldChg>
      <pc:sldChg chg="del">
        <pc:chgData name="Roozbeh Razavi-Far" userId="54a6735f-f923-4b24-bfab-7de18e907ca6" providerId="ADAL" clId="{A5F2370B-B243-4F27-AF05-38FC5B32BD93}" dt="2026-01-23T21:01:06.001" v="32" actId="47"/>
        <pc:sldMkLst>
          <pc:docMk/>
          <pc:sldMk cId="4122930347" sldId="1194"/>
        </pc:sldMkLst>
      </pc:sldChg>
      <pc:sldChg chg="del">
        <pc:chgData name="Roozbeh Razavi-Far" userId="54a6735f-f923-4b24-bfab-7de18e907ca6" providerId="ADAL" clId="{A5F2370B-B243-4F27-AF05-38FC5B32BD93}" dt="2026-01-23T21:01:06.226" v="33" actId="47"/>
        <pc:sldMkLst>
          <pc:docMk/>
          <pc:sldMk cId="3202684305" sldId="1195"/>
        </pc:sldMkLst>
      </pc:sldChg>
      <pc:sldChg chg="del">
        <pc:chgData name="Roozbeh Razavi-Far" userId="54a6735f-f923-4b24-bfab-7de18e907ca6" providerId="ADAL" clId="{A5F2370B-B243-4F27-AF05-38FC5B32BD93}" dt="2026-01-23T21:01:06.444" v="34" actId="47"/>
        <pc:sldMkLst>
          <pc:docMk/>
          <pc:sldMk cId="1630352643" sldId="1196"/>
        </pc:sldMkLst>
      </pc:sldChg>
      <pc:sldChg chg="del">
        <pc:chgData name="Roozbeh Razavi-Far" userId="54a6735f-f923-4b24-bfab-7de18e907ca6" providerId="ADAL" clId="{A5F2370B-B243-4F27-AF05-38FC5B32BD93}" dt="2026-01-23T21:01:06.695" v="35" actId="47"/>
        <pc:sldMkLst>
          <pc:docMk/>
          <pc:sldMk cId="2405247606" sldId="1197"/>
        </pc:sldMkLst>
      </pc:sldChg>
      <pc:sldChg chg="del">
        <pc:chgData name="Roozbeh Razavi-Far" userId="54a6735f-f923-4b24-bfab-7de18e907ca6" providerId="ADAL" clId="{A5F2370B-B243-4F27-AF05-38FC5B32BD93}" dt="2026-01-23T21:01:06.931" v="36" actId="47"/>
        <pc:sldMkLst>
          <pc:docMk/>
          <pc:sldMk cId="3670373943" sldId="1198"/>
        </pc:sldMkLst>
      </pc:sldChg>
      <pc:sldChg chg="del">
        <pc:chgData name="Roozbeh Razavi-Far" userId="54a6735f-f923-4b24-bfab-7de18e907ca6" providerId="ADAL" clId="{A5F2370B-B243-4F27-AF05-38FC5B32BD93}" dt="2026-01-23T21:01:07.128" v="37" actId="47"/>
        <pc:sldMkLst>
          <pc:docMk/>
          <pc:sldMk cId="2614665432" sldId="1199"/>
        </pc:sldMkLst>
      </pc:sldChg>
      <pc:sldChg chg="del">
        <pc:chgData name="Roozbeh Razavi-Far" userId="54a6735f-f923-4b24-bfab-7de18e907ca6" providerId="ADAL" clId="{A5F2370B-B243-4F27-AF05-38FC5B32BD93}" dt="2026-01-23T21:01:07.600" v="39" actId="47"/>
        <pc:sldMkLst>
          <pc:docMk/>
          <pc:sldMk cId="3041715320" sldId="1200"/>
        </pc:sldMkLst>
      </pc:sldChg>
      <pc:sldChg chg="del">
        <pc:chgData name="Roozbeh Razavi-Far" userId="54a6735f-f923-4b24-bfab-7de18e907ca6" providerId="ADAL" clId="{A5F2370B-B243-4F27-AF05-38FC5B32BD93}" dt="2026-01-23T21:01:07.791" v="40" actId="47"/>
        <pc:sldMkLst>
          <pc:docMk/>
          <pc:sldMk cId="1240067388" sldId="1201"/>
        </pc:sldMkLst>
      </pc:sldChg>
      <pc:sldChg chg="del">
        <pc:chgData name="Roozbeh Razavi-Far" userId="54a6735f-f923-4b24-bfab-7de18e907ca6" providerId="ADAL" clId="{A5F2370B-B243-4F27-AF05-38FC5B32BD93}" dt="2026-01-23T21:01:08.035" v="41" actId="47"/>
        <pc:sldMkLst>
          <pc:docMk/>
          <pc:sldMk cId="378735036" sldId="1202"/>
        </pc:sldMkLst>
      </pc:sldChg>
      <pc:sldChg chg="del">
        <pc:chgData name="Roozbeh Razavi-Far" userId="54a6735f-f923-4b24-bfab-7de18e907ca6" providerId="ADAL" clId="{A5F2370B-B243-4F27-AF05-38FC5B32BD93}" dt="2026-01-23T21:01:08.206" v="42" actId="47"/>
        <pc:sldMkLst>
          <pc:docMk/>
          <pc:sldMk cId="2596850166" sldId="1203"/>
        </pc:sldMkLst>
      </pc:sldChg>
      <pc:sldChg chg="del">
        <pc:chgData name="Roozbeh Razavi-Far" userId="54a6735f-f923-4b24-bfab-7de18e907ca6" providerId="ADAL" clId="{A5F2370B-B243-4F27-AF05-38FC5B32BD93}" dt="2026-01-23T21:01:08.474" v="43" actId="47"/>
        <pc:sldMkLst>
          <pc:docMk/>
          <pc:sldMk cId="326806211" sldId="1204"/>
        </pc:sldMkLst>
      </pc:sldChg>
      <pc:sldChg chg="del">
        <pc:chgData name="Roozbeh Razavi-Far" userId="54a6735f-f923-4b24-bfab-7de18e907ca6" providerId="ADAL" clId="{A5F2370B-B243-4F27-AF05-38FC5B32BD93}" dt="2026-01-23T21:01:08.683" v="44" actId="47"/>
        <pc:sldMkLst>
          <pc:docMk/>
          <pc:sldMk cId="417237581" sldId="1205"/>
        </pc:sldMkLst>
      </pc:sldChg>
      <pc:sldChg chg="del">
        <pc:chgData name="Roozbeh Razavi-Far" userId="54a6735f-f923-4b24-bfab-7de18e907ca6" providerId="ADAL" clId="{A5F2370B-B243-4F27-AF05-38FC5B32BD93}" dt="2026-01-23T21:01:08.853" v="45" actId="47"/>
        <pc:sldMkLst>
          <pc:docMk/>
          <pc:sldMk cId="3657188734" sldId="1206"/>
        </pc:sldMkLst>
      </pc:sldChg>
      <pc:sldChg chg="del">
        <pc:chgData name="Roozbeh Razavi-Far" userId="54a6735f-f923-4b24-bfab-7de18e907ca6" providerId="ADAL" clId="{A5F2370B-B243-4F27-AF05-38FC5B32BD93}" dt="2026-01-23T21:01:09.329" v="46" actId="47"/>
        <pc:sldMkLst>
          <pc:docMk/>
          <pc:sldMk cId="3802900119" sldId="1207"/>
        </pc:sldMkLst>
      </pc:sldChg>
      <pc:sldChg chg="del">
        <pc:chgData name="Roozbeh Razavi-Far" userId="54a6735f-f923-4b24-bfab-7de18e907ca6" providerId="ADAL" clId="{A5F2370B-B243-4F27-AF05-38FC5B32BD93}" dt="2026-01-23T21:01:09.392" v="47" actId="47"/>
        <pc:sldMkLst>
          <pc:docMk/>
          <pc:sldMk cId="2912562507" sldId="1208"/>
        </pc:sldMkLst>
      </pc:sldChg>
      <pc:sldChg chg="del">
        <pc:chgData name="Roozbeh Razavi-Far" userId="54a6735f-f923-4b24-bfab-7de18e907ca6" providerId="ADAL" clId="{A5F2370B-B243-4F27-AF05-38FC5B32BD93}" dt="2026-01-23T21:01:09.456" v="48" actId="47"/>
        <pc:sldMkLst>
          <pc:docMk/>
          <pc:sldMk cId="1661647475" sldId="1209"/>
        </pc:sldMkLst>
      </pc:sldChg>
      <pc:sldChg chg="del">
        <pc:chgData name="Roozbeh Razavi-Far" userId="54a6735f-f923-4b24-bfab-7de18e907ca6" providerId="ADAL" clId="{A5F2370B-B243-4F27-AF05-38FC5B32BD93}" dt="2026-01-23T21:01:09.507" v="49" actId="47"/>
        <pc:sldMkLst>
          <pc:docMk/>
          <pc:sldMk cId="466620633" sldId="1210"/>
        </pc:sldMkLst>
      </pc:sldChg>
      <pc:sldChg chg="del">
        <pc:chgData name="Roozbeh Razavi-Far" userId="54a6735f-f923-4b24-bfab-7de18e907ca6" providerId="ADAL" clId="{A5F2370B-B243-4F27-AF05-38FC5B32BD93}" dt="2026-01-23T21:01:04.583" v="13" actId="47"/>
        <pc:sldMkLst>
          <pc:docMk/>
          <pc:sldMk cId="1751878752" sldId="1233"/>
        </pc:sldMkLst>
      </pc:sldChg>
      <pc:sldChg chg="del">
        <pc:chgData name="Roozbeh Razavi-Far" userId="54a6735f-f923-4b24-bfab-7de18e907ca6" providerId="ADAL" clId="{A5F2370B-B243-4F27-AF05-38FC5B32BD93}" dt="2026-01-23T21:01:04.629" v="14" actId="47"/>
        <pc:sldMkLst>
          <pc:docMk/>
          <pc:sldMk cId="222221722" sldId="1242"/>
        </pc:sldMkLst>
      </pc:sldChg>
      <pc:sldChg chg="del">
        <pc:chgData name="Roozbeh Razavi-Far" userId="54a6735f-f923-4b24-bfab-7de18e907ca6" providerId="ADAL" clId="{A5F2370B-B243-4F27-AF05-38FC5B32BD93}" dt="2026-01-23T21:01:09.550" v="51" actId="47"/>
        <pc:sldMkLst>
          <pc:docMk/>
          <pc:sldMk cId="1032266227" sldId="1243"/>
        </pc:sldMkLst>
      </pc:sldChg>
      <pc:sldChg chg="del">
        <pc:chgData name="Roozbeh Razavi-Far" userId="54a6735f-f923-4b24-bfab-7de18e907ca6" providerId="ADAL" clId="{A5F2370B-B243-4F27-AF05-38FC5B32BD93}" dt="2026-01-23T21:01:09.582" v="52" actId="47"/>
        <pc:sldMkLst>
          <pc:docMk/>
          <pc:sldMk cId="3454125738" sldId="1244"/>
        </pc:sldMkLst>
      </pc:sldChg>
      <pc:sldChg chg="del">
        <pc:chgData name="Roozbeh Razavi-Far" userId="54a6735f-f923-4b24-bfab-7de18e907ca6" providerId="ADAL" clId="{A5F2370B-B243-4F27-AF05-38FC5B32BD93}" dt="2026-01-23T21:01:09.614" v="53" actId="47"/>
        <pc:sldMkLst>
          <pc:docMk/>
          <pc:sldMk cId="2109120217" sldId="1245"/>
        </pc:sldMkLst>
      </pc:sldChg>
      <pc:sldChg chg="del">
        <pc:chgData name="Roozbeh Razavi-Far" userId="54a6735f-f923-4b24-bfab-7de18e907ca6" providerId="ADAL" clId="{A5F2370B-B243-4F27-AF05-38FC5B32BD93}" dt="2026-01-23T21:01:09.677" v="54" actId="47"/>
        <pc:sldMkLst>
          <pc:docMk/>
          <pc:sldMk cId="1905713084" sldId="1246"/>
        </pc:sldMkLst>
      </pc:sldChg>
      <pc:sldChg chg="del">
        <pc:chgData name="Roozbeh Razavi-Far" userId="54a6735f-f923-4b24-bfab-7de18e907ca6" providerId="ADAL" clId="{A5F2370B-B243-4F27-AF05-38FC5B32BD93}" dt="2026-01-23T21:01:09.724" v="55" actId="47"/>
        <pc:sldMkLst>
          <pc:docMk/>
          <pc:sldMk cId="1569705117" sldId="1247"/>
        </pc:sldMkLst>
      </pc:sldChg>
      <pc:sldChg chg="del">
        <pc:chgData name="Roozbeh Razavi-Far" userId="54a6735f-f923-4b24-bfab-7de18e907ca6" providerId="ADAL" clId="{A5F2370B-B243-4F27-AF05-38FC5B32BD93}" dt="2026-01-23T21:01:09.758" v="56" actId="47"/>
        <pc:sldMkLst>
          <pc:docMk/>
          <pc:sldMk cId="1676867210" sldId="1248"/>
        </pc:sldMkLst>
      </pc:sldChg>
      <pc:sldChg chg="del">
        <pc:chgData name="Roozbeh Razavi-Far" userId="54a6735f-f923-4b24-bfab-7de18e907ca6" providerId="ADAL" clId="{A5F2370B-B243-4F27-AF05-38FC5B32BD93}" dt="2026-01-23T21:01:10.145" v="58" actId="47"/>
        <pc:sldMkLst>
          <pc:docMk/>
          <pc:sldMk cId="1288152385" sldId="1249"/>
        </pc:sldMkLst>
      </pc:sldChg>
      <pc:sldChg chg="del">
        <pc:chgData name="Roozbeh Razavi-Far" userId="54a6735f-f923-4b24-bfab-7de18e907ca6" providerId="ADAL" clId="{A5F2370B-B243-4F27-AF05-38FC5B32BD93}" dt="2026-01-23T21:01:10.377" v="59" actId="47"/>
        <pc:sldMkLst>
          <pc:docMk/>
          <pc:sldMk cId="3087385503" sldId="1250"/>
        </pc:sldMkLst>
      </pc:sldChg>
      <pc:sldChg chg="del">
        <pc:chgData name="Roozbeh Razavi-Far" userId="54a6735f-f923-4b24-bfab-7de18e907ca6" providerId="ADAL" clId="{A5F2370B-B243-4F27-AF05-38FC5B32BD93}" dt="2026-01-23T21:01:10.590" v="60" actId="47"/>
        <pc:sldMkLst>
          <pc:docMk/>
          <pc:sldMk cId="664643172" sldId="1251"/>
        </pc:sldMkLst>
      </pc:sldChg>
      <pc:sldChg chg="del">
        <pc:chgData name="Roozbeh Razavi-Far" userId="54a6735f-f923-4b24-bfab-7de18e907ca6" providerId="ADAL" clId="{A5F2370B-B243-4F27-AF05-38FC5B32BD93}" dt="2026-01-23T21:01:10.791" v="61" actId="47"/>
        <pc:sldMkLst>
          <pc:docMk/>
          <pc:sldMk cId="561112980" sldId="1252"/>
        </pc:sldMkLst>
      </pc:sldChg>
      <pc:sldChg chg="del">
        <pc:chgData name="Roozbeh Razavi-Far" userId="54a6735f-f923-4b24-bfab-7de18e907ca6" providerId="ADAL" clId="{A5F2370B-B243-4F27-AF05-38FC5B32BD93}" dt="2026-01-23T21:01:11.030" v="62" actId="47"/>
        <pc:sldMkLst>
          <pc:docMk/>
          <pc:sldMk cId="4253565402" sldId="1253"/>
        </pc:sldMkLst>
      </pc:sldChg>
      <pc:sldChg chg="del">
        <pc:chgData name="Roozbeh Razavi-Far" userId="54a6735f-f923-4b24-bfab-7de18e907ca6" providerId="ADAL" clId="{A5F2370B-B243-4F27-AF05-38FC5B32BD93}" dt="2026-01-23T21:01:11.257" v="63" actId="47"/>
        <pc:sldMkLst>
          <pc:docMk/>
          <pc:sldMk cId="3859416107" sldId="1254"/>
        </pc:sldMkLst>
      </pc:sldChg>
      <pc:sldChg chg="del">
        <pc:chgData name="Roozbeh Razavi-Far" userId="54a6735f-f923-4b24-bfab-7de18e907ca6" providerId="ADAL" clId="{A5F2370B-B243-4F27-AF05-38FC5B32BD93}" dt="2026-01-23T21:01:11.533" v="64" actId="47"/>
        <pc:sldMkLst>
          <pc:docMk/>
          <pc:sldMk cId="395761542" sldId="1255"/>
        </pc:sldMkLst>
      </pc:sldChg>
      <pc:sldChg chg="del">
        <pc:chgData name="Roozbeh Razavi-Far" userId="54a6735f-f923-4b24-bfab-7de18e907ca6" providerId="ADAL" clId="{A5F2370B-B243-4F27-AF05-38FC5B32BD93}" dt="2026-01-23T21:01:11.695" v="65" actId="47"/>
        <pc:sldMkLst>
          <pc:docMk/>
          <pc:sldMk cId="1789852585" sldId="1256"/>
        </pc:sldMkLst>
      </pc:sldChg>
      <pc:sldChg chg="del">
        <pc:chgData name="Roozbeh Razavi-Far" userId="54a6735f-f923-4b24-bfab-7de18e907ca6" providerId="ADAL" clId="{A5F2370B-B243-4F27-AF05-38FC5B32BD93}" dt="2026-01-23T21:01:12.940" v="75" actId="47"/>
        <pc:sldMkLst>
          <pc:docMk/>
          <pc:sldMk cId="3880135206" sldId="1262"/>
        </pc:sldMkLst>
      </pc:sldChg>
      <pc:sldChg chg="del">
        <pc:chgData name="Roozbeh Razavi-Far" userId="54a6735f-f923-4b24-bfab-7de18e907ca6" providerId="ADAL" clId="{A5F2370B-B243-4F27-AF05-38FC5B32BD93}" dt="2026-01-23T21:01:13.054" v="78" actId="47"/>
        <pc:sldMkLst>
          <pc:docMk/>
          <pc:sldMk cId="2949881896" sldId="1263"/>
        </pc:sldMkLst>
      </pc:sldChg>
      <pc:sldChg chg="del">
        <pc:chgData name="Roozbeh Razavi-Far" userId="54a6735f-f923-4b24-bfab-7de18e907ca6" providerId="ADAL" clId="{A5F2370B-B243-4F27-AF05-38FC5B32BD93}" dt="2026-01-23T21:01:13.082" v="79" actId="47"/>
        <pc:sldMkLst>
          <pc:docMk/>
          <pc:sldMk cId="2823459019" sldId="1264"/>
        </pc:sldMkLst>
      </pc:sldChg>
      <pc:sldChg chg="del">
        <pc:chgData name="Roozbeh Razavi-Far" userId="54a6735f-f923-4b24-bfab-7de18e907ca6" providerId="ADAL" clId="{A5F2370B-B243-4F27-AF05-38FC5B32BD93}" dt="2026-01-23T21:01:13.113" v="80" actId="47"/>
        <pc:sldMkLst>
          <pc:docMk/>
          <pc:sldMk cId="3394144231" sldId="1265"/>
        </pc:sldMkLst>
      </pc:sldChg>
      <pc:sldChg chg="del">
        <pc:chgData name="Roozbeh Razavi-Far" userId="54a6735f-f923-4b24-bfab-7de18e907ca6" providerId="ADAL" clId="{A5F2370B-B243-4F27-AF05-38FC5B32BD93}" dt="2026-01-23T21:01:13.145" v="81" actId="47"/>
        <pc:sldMkLst>
          <pc:docMk/>
          <pc:sldMk cId="280663057" sldId="1266"/>
        </pc:sldMkLst>
      </pc:sldChg>
      <pc:sldChg chg="del">
        <pc:chgData name="Roozbeh Razavi-Far" userId="54a6735f-f923-4b24-bfab-7de18e907ca6" providerId="ADAL" clId="{A5F2370B-B243-4F27-AF05-38FC5B32BD93}" dt="2026-01-23T21:01:13.171" v="82" actId="47"/>
        <pc:sldMkLst>
          <pc:docMk/>
          <pc:sldMk cId="1121926097" sldId="1267"/>
        </pc:sldMkLst>
      </pc:sldChg>
      <pc:sldChg chg="del">
        <pc:chgData name="Roozbeh Razavi-Far" userId="54a6735f-f923-4b24-bfab-7de18e907ca6" providerId="ADAL" clId="{A5F2370B-B243-4F27-AF05-38FC5B32BD93}" dt="2026-01-23T21:01:13.787" v="83" actId="47"/>
        <pc:sldMkLst>
          <pc:docMk/>
          <pc:sldMk cId="3266351189" sldId="1268"/>
        </pc:sldMkLst>
      </pc:sldChg>
      <pc:sldChg chg="del">
        <pc:chgData name="Roozbeh Razavi-Far" userId="54a6735f-f923-4b24-bfab-7de18e907ca6" providerId="ADAL" clId="{A5F2370B-B243-4F27-AF05-38FC5B32BD93}" dt="2026-01-23T21:01:14.103" v="84" actId="47"/>
        <pc:sldMkLst>
          <pc:docMk/>
          <pc:sldMk cId="2120040114" sldId="1269"/>
        </pc:sldMkLst>
      </pc:sldChg>
      <pc:sldChg chg="del">
        <pc:chgData name="Roozbeh Razavi-Far" userId="54a6735f-f923-4b24-bfab-7de18e907ca6" providerId="ADAL" clId="{A5F2370B-B243-4F27-AF05-38FC5B32BD93}" dt="2026-01-23T21:01:14.539" v="85" actId="47"/>
        <pc:sldMkLst>
          <pc:docMk/>
          <pc:sldMk cId="92516932" sldId="1270"/>
        </pc:sldMkLst>
      </pc:sldChg>
      <pc:sldChg chg="del">
        <pc:chgData name="Roozbeh Razavi-Far" userId="54a6735f-f923-4b24-bfab-7de18e907ca6" providerId="ADAL" clId="{A5F2370B-B243-4F27-AF05-38FC5B32BD93}" dt="2026-01-23T21:01:15.422" v="86" actId="47"/>
        <pc:sldMkLst>
          <pc:docMk/>
          <pc:sldMk cId="845090906" sldId="1271"/>
        </pc:sldMkLst>
      </pc:sldChg>
      <pc:sldChg chg="del">
        <pc:chgData name="Roozbeh Razavi-Far" userId="54a6735f-f923-4b24-bfab-7de18e907ca6" providerId="ADAL" clId="{A5F2370B-B243-4F27-AF05-38FC5B32BD93}" dt="2026-01-23T21:01:04.372" v="6" actId="47"/>
        <pc:sldMkLst>
          <pc:docMk/>
          <pc:sldMk cId="965041766" sldId="1272"/>
        </pc:sldMkLst>
      </pc:sldChg>
      <pc:sldChg chg="del">
        <pc:chgData name="Roozbeh Razavi-Far" userId="54a6735f-f923-4b24-bfab-7de18e907ca6" providerId="ADAL" clId="{A5F2370B-B243-4F27-AF05-38FC5B32BD93}" dt="2026-01-23T21:01:04.404" v="7" actId="47"/>
        <pc:sldMkLst>
          <pc:docMk/>
          <pc:sldMk cId="2369886796" sldId="1273"/>
        </pc:sldMkLst>
      </pc:sldChg>
      <pc:sldChg chg="del">
        <pc:chgData name="Roozbeh Razavi-Far" userId="54a6735f-f923-4b24-bfab-7de18e907ca6" providerId="ADAL" clId="{A5F2370B-B243-4F27-AF05-38FC5B32BD93}" dt="2026-01-23T21:01:04.426" v="8" actId="47"/>
        <pc:sldMkLst>
          <pc:docMk/>
          <pc:sldMk cId="2673108383" sldId="1274"/>
        </pc:sldMkLst>
      </pc:sldChg>
      <pc:sldChg chg="del">
        <pc:chgData name="Roozbeh Razavi-Far" userId="54a6735f-f923-4b24-bfab-7de18e907ca6" providerId="ADAL" clId="{A5F2370B-B243-4F27-AF05-38FC5B32BD93}" dt="2026-01-23T21:01:04.459" v="9" actId="47"/>
        <pc:sldMkLst>
          <pc:docMk/>
          <pc:sldMk cId="3693742526" sldId="1275"/>
        </pc:sldMkLst>
      </pc:sldChg>
      <pc:sldChg chg="del">
        <pc:chgData name="Roozbeh Razavi-Far" userId="54a6735f-f923-4b24-bfab-7de18e907ca6" providerId="ADAL" clId="{A5F2370B-B243-4F27-AF05-38FC5B32BD93}" dt="2026-01-23T21:01:04.492" v="10" actId="47"/>
        <pc:sldMkLst>
          <pc:docMk/>
          <pc:sldMk cId="1687015516" sldId="1276"/>
        </pc:sldMkLst>
      </pc:sldChg>
      <pc:sldChg chg="del">
        <pc:chgData name="Roozbeh Razavi-Far" userId="54a6735f-f923-4b24-bfab-7de18e907ca6" providerId="ADAL" clId="{A5F2370B-B243-4F27-AF05-38FC5B32BD93}" dt="2026-01-23T21:01:04.530" v="11" actId="47"/>
        <pc:sldMkLst>
          <pc:docMk/>
          <pc:sldMk cId="2959396922" sldId="1277"/>
        </pc:sldMkLst>
      </pc:sldChg>
      <pc:sldChg chg="del">
        <pc:chgData name="Roozbeh Razavi-Far" userId="54a6735f-f923-4b24-bfab-7de18e907ca6" providerId="ADAL" clId="{A5F2370B-B243-4F27-AF05-38FC5B32BD93}" dt="2026-01-23T21:01:04.558" v="12" actId="47"/>
        <pc:sldMkLst>
          <pc:docMk/>
          <pc:sldMk cId="2473152448" sldId="1278"/>
        </pc:sldMkLst>
      </pc:sldChg>
      <pc:sldChg chg="del">
        <pc:chgData name="Roozbeh Razavi-Far" userId="54a6735f-f923-4b24-bfab-7de18e907ca6" providerId="ADAL" clId="{A5F2370B-B243-4F27-AF05-38FC5B32BD93}" dt="2026-01-23T21:01:11.872" v="66" actId="47"/>
        <pc:sldMkLst>
          <pc:docMk/>
          <pc:sldMk cId="2547972314" sldId="1279"/>
        </pc:sldMkLst>
      </pc:sldChg>
      <pc:sldChg chg="del">
        <pc:chgData name="Roozbeh Razavi-Far" userId="54a6735f-f923-4b24-bfab-7de18e907ca6" providerId="ADAL" clId="{A5F2370B-B243-4F27-AF05-38FC5B32BD93}" dt="2026-01-23T21:01:12.088" v="67" actId="47"/>
        <pc:sldMkLst>
          <pc:docMk/>
          <pc:sldMk cId="3892400086" sldId="1280"/>
        </pc:sldMkLst>
      </pc:sldChg>
      <pc:sldChg chg="del">
        <pc:chgData name="Roozbeh Razavi-Far" userId="54a6735f-f923-4b24-bfab-7de18e907ca6" providerId="ADAL" clId="{A5F2370B-B243-4F27-AF05-38FC5B32BD93}" dt="2026-01-23T21:01:12.286" v="68" actId="47"/>
        <pc:sldMkLst>
          <pc:docMk/>
          <pc:sldMk cId="3180300850" sldId="1281"/>
        </pc:sldMkLst>
      </pc:sldChg>
      <pc:sldChg chg="del">
        <pc:chgData name="Roozbeh Razavi-Far" userId="54a6735f-f923-4b24-bfab-7de18e907ca6" providerId="ADAL" clId="{A5F2370B-B243-4F27-AF05-38FC5B32BD93}" dt="2026-01-23T21:01:12.782" v="69" actId="47"/>
        <pc:sldMkLst>
          <pc:docMk/>
          <pc:sldMk cId="129330920" sldId="1282"/>
        </pc:sldMkLst>
      </pc:sldChg>
      <pc:sldChg chg="del">
        <pc:chgData name="Roozbeh Razavi-Far" userId="54a6735f-f923-4b24-bfab-7de18e907ca6" providerId="ADAL" clId="{A5F2370B-B243-4F27-AF05-38FC5B32BD93}" dt="2026-01-23T21:01:12.782" v="70" actId="47"/>
        <pc:sldMkLst>
          <pc:docMk/>
          <pc:sldMk cId="2995416658" sldId="1283"/>
        </pc:sldMkLst>
      </pc:sldChg>
      <pc:sldChg chg="del">
        <pc:chgData name="Roozbeh Razavi-Far" userId="54a6735f-f923-4b24-bfab-7de18e907ca6" providerId="ADAL" clId="{A5F2370B-B243-4F27-AF05-38FC5B32BD93}" dt="2026-01-23T21:01:12.821" v="71" actId="47"/>
        <pc:sldMkLst>
          <pc:docMk/>
          <pc:sldMk cId="2485555687" sldId="1284"/>
        </pc:sldMkLst>
      </pc:sldChg>
      <pc:sldChg chg="del">
        <pc:chgData name="Roozbeh Razavi-Far" userId="54a6735f-f923-4b24-bfab-7de18e907ca6" providerId="ADAL" clId="{A5F2370B-B243-4F27-AF05-38FC5B32BD93}" dt="2026-01-23T21:01:12.860" v="72" actId="47"/>
        <pc:sldMkLst>
          <pc:docMk/>
          <pc:sldMk cId="1327951036" sldId="1285"/>
        </pc:sldMkLst>
      </pc:sldChg>
      <pc:sldChg chg="del">
        <pc:chgData name="Roozbeh Razavi-Far" userId="54a6735f-f923-4b24-bfab-7de18e907ca6" providerId="ADAL" clId="{A5F2370B-B243-4F27-AF05-38FC5B32BD93}" dt="2026-01-23T21:01:12.892" v="73" actId="47"/>
        <pc:sldMkLst>
          <pc:docMk/>
          <pc:sldMk cId="2040263017" sldId="1286"/>
        </pc:sldMkLst>
      </pc:sldChg>
      <pc:sldChg chg="del">
        <pc:chgData name="Roozbeh Razavi-Far" userId="54a6735f-f923-4b24-bfab-7de18e907ca6" providerId="ADAL" clId="{A5F2370B-B243-4F27-AF05-38FC5B32BD93}" dt="2026-01-23T21:01:12.908" v="74" actId="47"/>
        <pc:sldMkLst>
          <pc:docMk/>
          <pc:sldMk cId="762664057" sldId="1287"/>
        </pc:sldMkLst>
      </pc:sldChg>
      <pc:sldChg chg="del">
        <pc:chgData name="Roozbeh Razavi-Far" userId="54a6735f-f923-4b24-bfab-7de18e907ca6" providerId="ADAL" clId="{A5F2370B-B243-4F27-AF05-38FC5B32BD93}" dt="2026-01-23T21:01:07.345" v="38" actId="47"/>
        <pc:sldMkLst>
          <pc:docMk/>
          <pc:sldMk cId="4101541583" sldId="1288"/>
        </pc:sldMkLst>
      </pc:sldChg>
      <pc:sldChg chg="del">
        <pc:chgData name="Roozbeh Razavi-Far" userId="54a6735f-f923-4b24-bfab-7de18e907ca6" providerId="ADAL" clId="{A5F2370B-B243-4F27-AF05-38FC5B32BD93}" dt="2026-01-23T21:00:59.188" v="0" actId="47"/>
        <pc:sldMkLst>
          <pc:docMk/>
          <pc:sldMk cId="2674476518" sldId="1292"/>
        </pc:sldMkLst>
      </pc:sldChg>
      <pc:sldChg chg="del">
        <pc:chgData name="Roozbeh Razavi-Far" userId="54a6735f-f923-4b24-bfab-7de18e907ca6" providerId="ADAL" clId="{A5F2370B-B243-4F27-AF05-38FC5B32BD93}" dt="2026-01-23T21:01:02.002" v="1" actId="47"/>
        <pc:sldMkLst>
          <pc:docMk/>
          <pc:sldMk cId="1704980168" sldId="1293"/>
        </pc:sldMkLst>
      </pc:sldChg>
      <pc:sldChg chg="del">
        <pc:chgData name="Roozbeh Razavi-Far" userId="54a6735f-f923-4b24-bfab-7de18e907ca6" providerId="ADAL" clId="{A5F2370B-B243-4F27-AF05-38FC5B32BD93}" dt="2026-01-23T21:01:02.684" v="2" actId="47"/>
        <pc:sldMkLst>
          <pc:docMk/>
          <pc:sldMk cId="768513983" sldId="1294"/>
        </pc:sldMkLst>
      </pc:sldChg>
      <pc:sldChg chg="del">
        <pc:chgData name="Roozbeh Razavi-Far" userId="54a6735f-f923-4b24-bfab-7de18e907ca6" providerId="ADAL" clId="{A5F2370B-B243-4F27-AF05-38FC5B32BD93}" dt="2026-01-23T21:01:03.820" v="3" actId="47"/>
        <pc:sldMkLst>
          <pc:docMk/>
          <pc:sldMk cId="1072759789" sldId="1296"/>
        </pc:sldMkLst>
      </pc:sldChg>
      <pc:sldChg chg="del">
        <pc:chgData name="Roozbeh Razavi-Far" userId="54a6735f-f923-4b24-bfab-7de18e907ca6" providerId="ADAL" clId="{A5F2370B-B243-4F27-AF05-38FC5B32BD93}" dt="2026-01-23T21:01:04.945" v="24" actId="47"/>
        <pc:sldMkLst>
          <pc:docMk/>
          <pc:sldMk cId="17708781" sldId="1297"/>
        </pc:sldMkLst>
      </pc:sldChg>
      <pc:sldChg chg="del">
        <pc:chgData name="Roozbeh Razavi-Far" userId="54a6735f-f923-4b24-bfab-7de18e907ca6" providerId="ADAL" clId="{A5F2370B-B243-4F27-AF05-38FC5B32BD93}" dt="2026-01-23T21:01:16.042" v="87" actId="47"/>
        <pc:sldMkLst>
          <pc:docMk/>
          <pc:sldMk cId="2316344761" sldId="1298"/>
        </pc:sldMkLst>
      </pc:sldChg>
      <pc:sldChg chg="del">
        <pc:chgData name="Roozbeh Razavi-Far" userId="54a6735f-f923-4b24-bfab-7de18e907ca6" providerId="ADAL" clId="{A5F2370B-B243-4F27-AF05-38FC5B32BD93}" dt="2026-01-23T21:01:13.010" v="77" actId="47"/>
        <pc:sldMkLst>
          <pc:docMk/>
          <pc:sldMk cId="3823961752" sldId="1299"/>
        </pc:sldMkLst>
      </pc:sldChg>
      <pc:sldChg chg="del">
        <pc:chgData name="Roozbeh Razavi-Far" userId="54a6735f-f923-4b24-bfab-7de18e907ca6" providerId="ADAL" clId="{A5F2370B-B243-4F27-AF05-38FC5B32BD93}" dt="2026-01-23T21:01:09.519" v="50" actId="47"/>
        <pc:sldMkLst>
          <pc:docMk/>
          <pc:sldMk cId="900088892" sldId="1300"/>
        </pc:sldMkLst>
      </pc:sldChg>
      <pc:sldChg chg="del">
        <pc:chgData name="Roozbeh Razavi-Far" userId="54a6735f-f923-4b24-bfab-7de18e907ca6" providerId="ADAL" clId="{A5F2370B-B243-4F27-AF05-38FC5B32BD93}" dt="2026-01-23T21:01:09.774" v="57" actId="47"/>
        <pc:sldMkLst>
          <pc:docMk/>
          <pc:sldMk cId="1562305540" sldId="1301"/>
        </pc:sldMkLst>
      </pc:sldChg>
      <pc:sldChg chg="del">
        <pc:chgData name="Roozbeh Razavi-Far" userId="54a6735f-f923-4b24-bfab-7de18e907ca6" providerId="ADAL" clId="{A5F2370B-B243-4F27-AF05-38FC5B32BD93}" dt="2026-01-23T21:01:12.971" v="76" actId="47"/>
        <pc:sldMkLst>
          <pc:docMk/>
          <pc:sldMk cId="1353353297" sldId="130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CDA8BC-BD29-B148-A64F-5395E1D42356}" type="doc">
      <dgm:prSet loTypeId="urn:microsoft.com/office/officeart/2005/8/layout/vProcess5" loCatId="process" qsTypeId="urn:microsoft.com/office/officeart/2005/8/quickstyle/simple1" qsCatId="simple" csTypeId="urn:microsoft.com/office/officeart/2005/8/colors/accent6_1" csCatId="accent6" phldr="1"/>
      <dgm:spPr/>
      <dgm:t>
        <a:bodyPr/>
        <a:lstStyle/>
        <a:p>
          <a:endParaRPr lang="en-US"/>
        </a:p>
      </dgm:t>
    </dgm:pt>
    <dgm:pt modelId="{38018344-9EB0-AE4A-B18B-98D33413AC8F}">
      <dgm:prSet custT="1"/>
      <dgm:spPr/>
      <dgm:t>
        <a:bodyPr/>
        <a:lstStyle/>
        <a:p>
          <a:r>
            <a:rPr lang="en-CA" sz="1600" dirty="0">
              <a:solidFill>
                <a:srgbClr val="003366"/>
              </a:solidFill>
              <a:latin typeface="Aptos Display" panose="020B0004020202020204" pitchFamily="34" charset="0"/>
            </a:rPr>
            <a:t>Introduction</a:t>
          </a:r>
        </a:p>
      </dgm:t>
    </dgm:pt>
    <dgm:pt modelId="{0BC8E03D-6B12-334C-976D-FF6DEEB84EF4}" type="parTrans" cxnId="{F96DA3FF-0870-434C-9AF4-3969BB1E34E2}">
      <dgm:prSet/>
      <dgm:spPr/>
      <dgm:t>
        <a:bodyPr/>
        <a:lstStyle/>
        <a:p>
          <a:endParaRPr lang="en-US" sz="1600">
            <a:latin typeface="Aptos Display" panose="020B0004020202020204" pitchFamily="34" charset="0"/>
          </a:endParaRPr>
        </a:p>
      </dgm:t>
    </dgm:pt>
    <dgm:pt modelId="{C409D376-CDFD-2742-87E8-63C6A96BA007}" type="sibTrans" cxnId="{F96DA3FF-0870-434C-9AF4-3969BB1E34E2}">
      <dgm:prSet custT="1"/>
      <dgm:spPr/>
      <dgm:t>
        <a:bodyPr/>
        <a:lstStyle/>
        <a:p>
          <a:endParaRPr lang="en-US" sz="1600">
            <a:latin typeface="Aptos Display" panose="020B0004020202020204" pitchFamily="34" charset="0"/>
          </a:endParaRPr>
        </a:p>
      </dgm:t>
    </dgm:pt>
    <dgm:pt modelId="{094AFA74-4458-C94D-899D-E20A86A78F13}">
      <dgm:prSet custT="1"/>
      <dgm:spPr/>
      <dgm:t>
        <a:bodyPr/>
        <a:lstStyle/>
        <a:p>
          <a:r>
            <a:rPr lang="en-CA" sz="1600" dirty="0">
              <a:solidFill>
                <a:srgbClr val="003366"/>
              </a:solidFill>
              <a:latin typeface="Aptos Display" panose="020B0004020202020204" pitchFamily="34" charset="0"/>
            </a:rPr>
            <a:t>Why it is important</a:t>
          </a:r>
        </a:p>
      </dgm:t>
    </dgm:pt>
    <dgm:pt modelId="{B6EB2247-AB24-4F48-A022-973F9D64A695}" type="parTrans" cxnId="{C3085961-7C6E-EC40-BDD3-D18C2072AAA6}">
      <dgm:prSet/>
      <dgm:spPr/>
      <dgm:t>
        <a:bodyPr/>
        <a:lstStyle/>
        <a:p>
          <a:endParaRPr lang="en-US" sz="1600">
            <a:latin typeface="Aptos Display" panose="020B0004020202020204" pitchFamily="34" charset="0"/>
          </a:endParaRPr>
        </a:p>
      </dgm:t>
    </dgm:pt>
    <dgm:pt modelId="{C53DA4A3-D6FD-0F42-A0C2-0BE722A85F7B}" type="sibTrans" cxnId="{C3085961-7C6E-EC40-BDD3-D18C2072AAA6}">
      <dgm:prSet custT="1"/>
      <dgm:spPr/>
      <dgm:t>
        <a:bodyPr/>
        <a:lstStyle/>
        <a:p>
          <a:endParaRPr lang="en-US" sz="1600">
            <a:latin typeface="Aptos Display" panose="020B0004020202020204" pitchFamily="34" charset="0"/>
          </a:endParaRPr>
        </a:p>
      </dgm:t>
    </dgm:pt>
    <dgm:pt modelId="{48378D97-A809-004B-AB83-A28953D7D477}">
      <dgm:prSet custT="1"/>
      <dgm:spPr/>
      <dgm:t>
        <a:bodyPr/>
        <a:lstStyle/>
        <a:p>
          <a:r>
            <a:rPr lang="en-CA" sz="1600" dirty="0">
              <a:solidFill>
                <a:srgbClr val="003366"/>
              </a:solidFill>
              <a:latin typeface="Aptos Display" panose="020B0004020202020204" pitchFamily="34" charset="0"/>
            </a:rPr>
            <a:t>Terminology</a:t>
          </a:r>
        </a:p>
      </dgm:t>
    </dgm:pt>
    <dgm:pt modelId="{7D2265ED-431A-0948-AA05-5A719A89DDA8}" type="parTrans" cxnId="{9470B076-5B99-4348-AF14-6A2BE4DA8D91}">
      <dgm:prSet/>
      <dgm:spPr/>
      <dgm:t>
        <a:bodyPr/>
        <a:lstStyle/>
        <a:p>
          <a:endParaRPr lang="en-US" sz="1600">
            <a:latin typeface="Aptos Display" panose="020B0004020202020204" pitchFamily="34" charset="0"/>
          </a:endParaRPr>
        </a:p>
      </dgm:t>
    </dgm:pt>
    <dgm:pt modelId="{B8812A78-8F1E-2042-8DD4-A489E763FBCA}" type="sibTrans" cxnId="{9470B076-5B99-4348-AF14-6A2BE4DA8D91}">
      <dgm:prSet custT="1"/>
      <dgm:spPr/>
      <dgm:t>
        <a:bodyPr/>
        <a:lstStyle/>
        <a:p>
          <a:endParaRPr lang="en-US" sz="1600">
            <a:latin typeface="Aptos Display" panose="020B0004020202020204" pitchFamily="34" charset="0"/>
          </a:endParaRPr>
        </a:p>
      </dgm:t>
    </dgm:pt>
    <dgm:pt modelId="{3971A494-EAA4-E847-8B3B-3DD37FA1389D}">
      <dgm:prSet custT="1"/>
      <dgm:spPr/>
      <dgm:t>
        <a:bodyPr/>
        <a:lstStyle/>
        <a:p>
          <a:r>
            <a:rPr lang="en-CA" sz="1600" dirty="0">
              <a:solidFill>
                <a:srgbClr val="003366"/>
              </a:solidFill>
              <a:latin typeface="Aptos Display" panose="020B0004020202020204" pitchFamily="34" charset="0"/>
            </a:rPr>
            <a:t>The Attack Taxonomy </a:t>
          </a:r>
        </a:p>
        <a:p>
          <a:r>
            <a:rPr lang="en-CA" sz="1400" dirty="0">
              <a:solidFill>
                <a:srgbClr val="003366"/>
              </a:solidFill>
              <a:latin typeface="Aptos Display" panose="020B0004020202020204" pitchFamily="34" charset="0"/>
            </a:rPr>
            <a:t>	</a:t>
          </a:r>
          <a:r>
            <a:rPr lang="en-CA" sz="1200" dirty="0">
              <a:solidFill>
                <a:srgbClr val="003366"/>
              </a:solidFill>
              <a:latin typeface="Aptos Display" panose="020B0004020202020204" pitchFamily="34" charset="0"/>
            </a:rPr>
            <a:t>From Stealing Objective POV and From Attack Techniques POV</a:t>
          </a:r>
        </a:p>
      </dgm:t>
    </dgm:pt>
    <dgm:pt modelId="{0F9BC1D8-59E7-3A42-81F1-C9679A894AD3}" type="parTrans" cxnId="{480ACAD0-A8E4-D84E-9452-2B2C3968B5BC}">
      <dgm:prSet/>
      <dgm:spPr/>
      <dgm:t>
        <a:bodyPr/>
        <a:lstStyle/>
        <a:p>
          <a:endParaRPr lang="en-US" sz="1600">
            <a:latin typeface="Aptos Display" panose="020B0004020202020204" pitchFamily="34" charset="0"/>
          </a:endParaRPr>
        </a:p>
      </dgm:t>
    </dgm:pt>
    <dgm:pt modelId="{9657F680-C4DC-814D-9B5B-CA51BE82076B}" type="sibTrans" cxnId="{480ACAD0-A8E4-D84E-9452-2B2C3968B5BC}">
      <dgm:prSet custT="1"/>
      <dgm:spPr/>
      <dgm:t>
        <a:bodyPr/>
        <a:lstStyle/>
        <a:p>
          <a:endParaRPr lang="en-US" sz="1600">
            <a:latin typeface="Aptos Display" panose="020B0004020202020204" pitchFamily="34" charset="0"/>
          </a:endParaRPr>
        </a:p>
      </dgm:t>
    </dgm:pt>
    <dgm:pt modelId="{F81486E1-9775-1E40-99E6-4775FF571EF4}">
      <dgm:prSet custT="1"/>
      <dgm:spPr/>
      <dgm:t>
        <a:bodyPr/>
        <a:lstStyle/>
        <a:p>
          <a:r>
            <a:rPr lang="en-CA" sz="1600" dirty="0">
              <a:solidFill>
                <a:srgbClr val="003366"/>
              </a:solidFill>
              <a:latin typeface="Aptos Display" panose="020B0004020202020204" pitchFamily="34" charset="0"/>
            </a:rPr>
            <a:t>Deep Dive of Each attack</a:t>
          </a:r>
        </a:p>
      </dgm:t>
    </dgm:pt>
    <dgm:pt modelId="{1FD115D5-E9C1-A946-8186-F6C48D22D653}" type="parTrans" cxnId="{2FB4FAD3-985B-CE4B-9A0D-14DB7DF88F7D}">
      <dgm:prSet/>
      <dgm:spPr/>
      <dgm:t>
        <a:bodyPr/>
        <a:lstStyle/>
        <a:p>
          <a:endParaRPr lang="en-US" sz="1600">
            <a:latin typeface="Aptos Display" panose="020B0004020202020204" pitchFamily="34" charset="0"/>
          </a:endParaRPr>
        </a:p>
      </dgm:t>
    </dgm:pt>
    <dgm:pt modelId="{E8A3C0F4-70A6-9640-BD46-8CD856773F32}" type="sibTrans" cxnId="{2FB4FAD3-985B-CE4B-9A0D-14DB7DF88F7D}">
      <dgm:prSet/>
      <dgm:spPr/>
      <dgm:t>
        <a:bodyPr/>
        <a:lstStyle/>
        <a:p>
          <a:endParaRPr lang="en-US" sz="1600">
            <a:latin typeface="Aptos Display" panose="020B0004020202020204" pitchFamily="34" charset="0"/>
          </a:endParaRPr>
        </a:p>
      </dgm:t>
    </dgm:pt>
    <dgm:pt modelId="{84C94DBE-E45C-A84B-B220-5A83FF890E9E}" type="pres">
      <dgm:prSet presAssocID="{52CDA8BC-BD29-B148-A64F-5395E1D42356}" presName="outerComposite" presStyleCnt="0">
        <dgm:presLayoutVars>
          <dgm:chMax val="5"/>
          <dgm:dir/>
          <dgm:resizeHandles val="exact"/>
        </dgm:presLayoutVars>
      </dgm:prSet>
      <dgm:spPr/>
    </dgm:pt>
    <dgm:pt modelId="{259AE3FB-7AC8-6242-BE9F-2B626A48509D}" type="pres">
      <dgm:prSet presAssocID="{52CDA8BC-BD29-B148-A64F-5395E1D42356}" presName="dummyMaxCanvas" presStyleCnt="0">
        <dgm:presLayoutVars/>
      </dgm:prSet>
      <dgm:spPr/>
    </dgm:pt>
    <dgm:pt modelId="{749DE210-66E5-5C45-BC84-94C825BB285D}" type="pres">
      <dgm:prSet presAssocID="{52CDA8BC-BD29-B148-A64F-5395E1D42356}" presName="FiveNodes_1" presStyleLbl="node1" presStyleIdx="0" presStyleCnt="5" custLinFactNeighborX="-31" custLinFactNeighborY="-47739">
        <dgm:presLayoutVars>
          <dgm:bulletEnabled val="1"/>
        </dgm:presLayoutVars>
      </dgm:prSet>
      <dgm:spPr/>
    </dgm:pt>
    <dgm:pt modelId="{8D137DCD-C449-CC4C-BD2E-A38F04A4E3BD}" type="pres">
      <dgm:prSet presAssocID="{52CDA8BC-BD29-B148-A64F-5395E1D42356}" presName="FiveNodes_2" presStyleLbl="node1" presStyleIdx="1" presStyleCnt="5">
        <dgm:presLayoutVars>
          <dgm:bulletEnabled val="1"/>
        </dgm:presLayoutVars>
      </dgm:prSet>
      <dgm:spPr/>
    </dgm:pt>
    <dgm:pt modelId="{0F37A7C8-3B50-E44A-846C-0112CFD89431}" type="pres">
      <dgm:prSet presAssocID="{52CDA8BC-BD29-B148-A64F-5395E1D42356}" presName="FiveNodes_3" presStyleLbl="node1" presStyleIdx="2" presStyleCnt="5">
        <dgm:presLayoutVars>
          <dgm:bulletEnabled val="1"/>
        </dgm:presLayoutVars>
      </dgm:prSet>
      <dgm:spPr/>
    </dgm:pt>
    <dgm:pt modelId="{E30F5A1B-C6B3-B941-A51F-7049C1D9928D}" type="pres">
      <dgm:prSet presAssocID="{52CDA8BC-BD29-B148-A64F-5395E1D42356}" presName="FiveNodes_4" presStyleLbl="node1" presStyleIdx="3" presStyleCnt="5">
        <dgm:presLayoutVars>
          <dgm:bulletEnabled val="1"/>
        </dgm:presLayoutVars>
      </dgm:prSet>
      <dgm:spPr/>
    </dgm:pt>
    <dgm:pt modelId="{9DF7B000-89BB-724A-937C-5D3C34552CFD}" type="pres">
      <dgm:prSet presAssocID="{52CDA8BC-BD29-B148-A64F-5395E1D42356}" presName="FiveNodes_5" presStyleLbl="node1" presStyleIdx="4" presStyleCnt="5">
        <dgm:presLayoutVars>
          <dgm:bulletEnabled val="1"/>
        </dgm:presLayoutVars>
      </dgm:prSet>
      <dgm:spPr/>
    </dgm:pt>
    <dgm:pt modelId="{CB9FD853-E380-A24A-A02F-F7EA053C2ACE}" type="pres">
      <dgm:prSet presAssocID="{52CDA8BC-BD29-B148-A64F-5395E1D42356}" presName="FiveConn_1-2" presStyleLbl="fgAccFollowNode1" presStyleIdx="0" presStyleCnt="4">
        <dgm:presLayoutVars>
          <dgm:bulletEnabled val="1"/>
        </dgm:presLayoutVars>
      </dgm:prSet>
      <dgm:spPr/>
    </dgm:pt>
    <dgm:pt modelId="{0714DA48-458A-0D49-956D-5B323B0E7A04}" type="pres">
      <dgm:prSet presAssocID="{52CDA8BC-BD29-B148-A64F-5395E1D42356}" presName="FiveConn_2-3" presStyleLbl="fgAccFollowNode1" presStyleIdx="1" presStyleCnt="4">
        <dgm:presLayoutVars>
          <dgm:bulletEnabled val="1"/>
        </dgm:presLayoutVars>
      </dgm:prSet>
      <dgm:spPr/>
    </dgm:pt>
    <dgm:pt modelId="{B3367B20-ED16-7742-958A-F232DB50F448}" type="pres">
      <dgm:prSet presAssocID="{52CDA8BC-BD29-B148-A64F-5395E1D42356}" presName="FiveConn_3-4" presStyleLbl="fgAccFollowNode1" presStyleIdx="2" presStyleCnt="4">
        <dgm:presLayoutVars>
          <dgm:bulletEnabled val="1"/>
        </dgm:presLayoutVars>
      </dgm:prSet>
      <dgm:spPr/>
    </dgm:pt>
    <dgm:pt modelId="{66FE9A1F-2C53-0B43-8C18-EDC91201DB1E}" type="pres">
      <dgm:prSet presAssocID="{52CDA8BC-BD29-B148-A64F-5395E1D42356}" presName="FiveConn_4-5" presStyleLbl="fgAccFollowNode1" presStyleIdx="3" presStyleCnt="4">
        <dgm:presLayoutVars>
          <dgm:bulletEnabled val="1"/>
        </dgm:presLayoutVars>
      </dgm:prSet>
      <dgm:spPr/>
    </dgm:pt>
    <dgm:pt modelId="{4D346630-1B22-A44E-A71D-2C9549038055}" type="pres">
      <dgm:prSet presAssocID="{52CDA8BC-BD29-B148-A64F-5395E1D42356}" presName="FiveNodes_1_text" presStyleLbl="node1" presStyleIdx="4" presStyleCnt="5">
        <dgm:presLayoutVars>
          <dgm:bulletEnabled val="1"/>
        </dgm:presLayoutVars>
      </dgm:prSet>
      <dgm:spPr/>
    </dgm:pt>
    <dgm:pt modelId="{F8948A82-8F40-0341-BD88-1EBB3858733F}" type="pres">
      <dgm:prSet presAssocID="{52CDA8BC-BD29-B148-A64F-5395E1D42356}" presName="FiveNodes_2_text" presStyleLbl="node1" presStyleIdx="4" presStyleCnt="5">
        <dgm:presLayoutVars>
          <dgm:bulletEnabled val="1"/>
        </dgm:presLayoutVars>
      </dgm:prSet>
      <dgm:spPr/>
    </dgm:pt>
    <dgm:pt modelId="{1AB7EA7D-3CED-8F42-80E0-0D5F8B69E0DA}" type="pres">
      <dgm:prSet presAssocID="{52CDA8BC-BD29-B148-A64F-5395E1D42356}" presName="FiveNodes_3_text" presStyleLbl="node1" presStyleIdx="4" presStyleCnt="5">
        <dgm:presLayoutVars>
          <dgm:bulletEnabled val="1"/>
        </dgm:presLayoutVars>
      </dgm:prSet>
      <dgm:spPr/>
    </dgm:pt>
    <dgm:pt modelId="{E6D70866-E758-7648-BB8B-B3027DF555BE}" type="pres">
      <dgm:prSet presAssocID="{52CDA8BC-BD29-B148-A64F-5395E1D42356}" presName="FiveNodes_4_text" presStyleLbl="node1" presStyleIdx="4" presStyleCnt="5">
        <dgm:presLayoutVars>
          <dgm:bulletEnabled val="1"/>
        </dgm:presLayoutVars>
      </dgm:prSet>
      <dgm:spPr/>
    </dgm:pt>
    <dgm:pt modelId="{0D1FDAF6-B976-6549-94FE-F1807AB3FCD9}" type="pres">
      <dgm:prSet presAssocID="{52CDA8BC-BD29-B148-A64F-5395E1D42356}" presName="FiveNodes_5_text" presStyleLbl="node1" presStyleIdx="4" presStyleCnt="5">
        <dgm:presLayoutVars>
          <dgm:bulletEnabled val="1"/>
        </dgm:presLayoutVars>
      </dgm:prSet>
      <dgm:spPr/>
    </dgm:pt>
  </dgm:ptLst>
  <dgm:cxnLst>
    <dgm:cxn modelId="{C8A72A1B-9A25-9B44-84FB-7B8CB614E83C}" type="presOf" srcId="{3971A494-EAA4-E847-8B3B-3DD37FA1389D}" destId="{E30F5A1B-C6B3-B941-A51F-7049C1D9928D}" srcOrd="0" destOrd="0" presId="urn:microsoft.com/office/officeart/2005/8/layout/vProcess5"/>
    <dgm:cxn modelId="{38B84324-D159-6C45-91A1-22F6BA76AEF7}" type="presOf" srcId="{C409D376-CDFD-2742-87E8-63C6A96BA007}" destId="{CB9FD853-E380-A24A-A02F-F7EA053C2ACE}" srcOrd="0" destOrd="0" presId="urn:microsoft.com/office/officeart/2005/8/layout/vProcess5"/>
    <dgm:cxn modelId="{180EC039-DB9F-5342-B528-C98BB5865BB9}" type="presOf" srcId="{3971A494-EAA4-E847-8B3B-3DD37FA1389D}" destId="{E6D70866-E758-7648-BB8B-B3027DF555BE}" srcOrd="1" destOrd="0" presId="urn:microsoft.com/office/officeart/2005/8/layout/vProcess5"/>
    <dgm:cxn modelId="{E459DA5C-2E6F-184D-8F8C-E8DEB1D8C10A}" type="presOf" srcId="{9657F680-C4DC-814D-9B5B-CA51BE82076B}" destId="{66FE9A1F-2C53-0B43-8C18-EDC91201DB1E}" srcOrd="0" destOrd="0" presId="urn:microsoft.com/office/officeart/2005/8/layout/vProcess5"/>
    <dgm:cxn modelId="{C3085961-7C6E-EC40-BDD3-D18C2072AAA6}" srcId="{52CDA8BC-BD29-B148-A64F-5395E1D42356}" destId="{094AFA74-4458-C94D-899D-E20A86A78F13}" srcOrd="1" destOrd="0" parTransId="{B6EB2247-AB24-4F48-A022-973F9D64A695}" sibTransId="{C53DA4A3-D6FD-0F42-A0C2-0BE722A85F7B}"/>
    <dgm:cxn modelId="{9470B076-5B99-4348-AF14-6A2BE4DA8D91}" srcId="{52CDA8BC-BD29-B148-A64F-5395E1D42356}" destId="{48378D97-A809-004B-AB83-A28953D7D477}" srcOrd="2" destOrd="0" parTransId="{7D2265ED-431A-0948-AA05-5A719A89DDA8}" sibTransId="{B8812A78-8F1E-2042-8DD4-A489E763FBCA}"/>
    <dgm:cxn modelId="{18513777-B569-3D48-BDAD-6AFC0853477A}" type="presOf" srcId="{52CDA8BC-BD29-B148-A64F-5395E1D42356}" destId="{84C94DBE-E45C-A84B-B220-5A83FF890E9E}" srcOrd="0" destOrd="0" presId="urn:microsoft.com/office/officeart/2005/8/layout/vProcess5"/>
    <dgm:cxn modelId="{97000A8A-478F-C442-B83D-4AC1627C98FB}" type="presOf" srcId="{48378D97-A809-004B-AB83-A28953D7D477}" destId="{0F37A7C8-3B50-E44A-846C-0112CFD89431}" srcOrd="0" destOrd="0" presId="urn:microsoft.com/office/officeart/2005/8/layout/vProcess5"/>
    <dgm:cxn modelId="{647B348B-DBF4-0D41-BD3E-D6C705ADCE70}" type="presOf" srcId="{38018344-9EB0-AE4A-B18B-98D33413AC8F}" destId="{749DE210-66E5-5C45-BC84-94C825BB285D}" srcOrd="0" destOrd="0" presId="urn:microsoft.com/office/officeart/2005/8/layout/vProcess5"/>
    <dgm:cxn modelId="{E6543E9E-8EF5-974E-8ECD-BB3A5567AE8F}" type="presOf" srcId="{B8812A78-8F1E-2042-8DD4-A489E763FBCA}" destId="{B3367B20-ED16-7742-958A-F232DB50F448}" srcOrd="0" destOrd="0" presId="urn:microsoft.com/office/officeart/2005/8/layout/vProcess5"/>
    <dgm:cxn modelId="{A18D57B5-D33A-6947-AB2F-5F52CDF7C16B}" type="presOf" srcId="{F81486E1-9775-1E40-99E6-4775FF571EF4}" destId="{9DF7B000-89BB-724A-937C-5D3C34552CFD}" srcOrd="0" destOrd="0" presId="urn:microsoft.com/office/officeart/2005/8/layout/vProcess5"/>
    <dgm:cxn modelId="{59ADE2CB-1CE5-E246-9A76-0A4F75DDFF45}" type="presOf" srcId="{094AFA74-4458-C94D-899D-E20A86A78F13}" destId="{F8948A82-8F40-0341-BD88-1EBB3858733F}" srcOrd="1" destOrd="0" presId="urn:microsoft.com/office/officeart/2005/8/layout/vProcess5"/>
    <dgm:cxn modelId="{9F11D3CE-0C86-5842-9409-B591F93D80A1}" type="presOf" srcId="{094AFA74-4458-C94D-899D-E20A86A78F13}" destId="{8D137DCD-C449-CC4C-BD2E-A38F04A4E3BD}" srcOrd="0" destOrd="0" presId="urn:microsoft.com/office/officeart/2005/8/layout/vProcess5"/>
    <dgm:cxn modelId="{480ACAD0-A8E4-D84E-9452-2B2C3968B5BC}" srcId="{52CDA8BC-BD29-B148-A64F-5395E1D42356}" destId="{3971A494-EAA4-E847-8B3B-3DD37FA1389D}" srcOrd="3" destOrd="0" parTransId="{0F9BC1D8-59E7-3A42-81F1-C9679A894AD3}" sibTransId="{9657F680-C4DC-814D-9B5B-CA51BE82076B}"/>
    <dgm:cxn modelId="{2FB4FAD3-985B-CE4B-9A0D-14DB7DF88F7D}" srcId="{52CDA8BC-BD29-B148-A64F-5395E1D42356}" destId="{F81486E1-9775-1E40-99E6-4775FF571EF4}" srcOrd="4" destOrd="0" parTransId="{1FD115D5-E9C1-A946-8186-F6C48D22D653}" sibTransId="{E8A3C0F4-70A6-9640-BD46-8CD856773F32}"/>
    <dgm:cxn modelId="{4C2124D5-AB36-A34F-A36A-86AF0D754860}" type="presOf" srcId="{F81486E1-9775-1E40-99E6-4775FF571EF4}" destId="{0D1FDAF6-B976-6549-94FE-F1807AB3FCD9}" srcOrd="1" destOrd="0" presId="urn:microsoft.com/office/officeart/2005/8/layout/vProcess5"/>
    <dgm:cxn modelId="{D16125EE-0C26-F84D-B27A-4DAF0CED41C3}" type="presOf" srcId="{38018344-9EB0-AE4A-B18B-98D33413AC8F}" destId="{4D346630-1B22-A44E-A71D-2C9549038055}" srcOrd="1" destOrd="0" presId="urn:microsoft.com/office/officeart/2005/8/layout/vProcess5"/>
    <dgm:cxn modelId="{EBD810EF-3041-6F4C-8C89-1EE95312B38B}" type="presOf" srcId="{48378D97-A809-004B-AB83-A28953D7D477}" destId="{1AB7EA7D-3CED-8F42-80E0-0D5F8B69E0DA}" srcOrd="1" destOrd="0" presId="urn:microsoft.com/office/officeart/2005/8/layout/vProcess5"/>
    <dgm:cxn modelId="{80E7F1F7-1C23-4447-AD9E-764F6EE47D51}" type="presOf" srcId="{C53DA4A3-D6FD-0F42-A0C2-0BE722A85F7B}" destId="{0714DA48-458A-0D49-956D-5B323B0E7A04}" srcOrd="0" destOrd="0" presId="urn:microsoft.com/office/officeart/2005/8/layout/vProcess5"/>
    <dgm:cxn modelId="{F96DA3FF-0870-434C-9AF4-3969BB1E34E2}" srcId="{52CDA8BC-BD29-B148-A64F-5395E1D42356}" destId="{38018344-9EB0-AE4A-B18B-98D33413AC8F}" srcOrd="0" destOrd="0" parTransId="{0BC8E03D-6B12-334C-976D-FF6DEEB84EF4}" sibTransId="{C409D376-CDFD-2742-87E8-63C6A96BA007}"/>
    <dgm:cxn modelId="{E5320B48-0517-8445-9CDA-4DA2E2915D66}" type="presParOf" srcId="{84C94DBE-E45C-A84B-B220-5A83FF890E9E}" destId="{259AE3FB-7AC8-6242-BE9F-2B626A48509D}" srcOrd="0" destOrd="0" presId="urn:microsoft.com/office/officeart/2005/8/layout/vProcess5"/>
    <dgm:cxn modelId="{8E851BC5-6CD7-9C4B-B5DF-90ED15EEE5E7}" type="presParOf" srcId="{84C94DBE-E45C-A84B-B220-5A83FF890E9E}" destId="{749DE210-66E5-5C45-BC84-94C825BB285D}" srcOrd="1" destOrd="0" presId="urn:microsoft.com/office/officeart/2005/8/layout/vProcess5"/>
    <dgm:cxn modelId="{0A554181-753B-DA47-8BB3-5F5272B4990C}" type="presParOf" srcId="{84C94DBE-E45C-A84B-B220-5A83FF890E9E}" destId="{8D137DCD-C449-CC4C-BD2E-A38F04A4E3BD}" srcOrd="2" destOrd="0" presId="urn:microsoft.com/office/officeart/2005/8/layout/vProcess5"/>
    <dgm:cxn modelId="{D6E261BF-270C-BF46-99F6-4F2FE7392632}" type="presParOf" srcId="{84C94DBE-E45C-A84B-B220-5A83FF890E9E}" destId="{0F37A7C8-3B50-E44A-846C-0112CFD89431}" srcOrd="3" destOrd="0" presId="urn:microsoft.com/office/officeart/2005/8/layout/vProcess5"/>
    <dgm:cxn modelId="{EE6D4E23-4926-D64D-BECF-4D2443778888}" type="presParOf" srcId="{84C94DBE-E45C-A84B-B220-5A83FF890E9E}" destId="{E30F5A1B-C6B3-B941-A51F-7049C1D9928D}" srcOrd="4" destOrd="0" presId="urn:microsoft.com/office/officeart/2005/8/layout/vProcess5"/>
    <dgm:cxn modelId="{5F5EF249-7766-7442-8023-AC7F1CB70C8E}" type="presParOf" srcId="{84C94DBE-E45C-A84B-B220-5A83FF890E9E}" destId="{9DF7B000-89BB-724A-937C-5D3C34552CFD}" srcOrd="5" destOrd="0" presId="urn:microsoft.com/office/officeart/2005/8/layout/vProcess5"/>
    <dgm:cxn modelId="{C3AB3A2C-D6A0-0943-8067-F40CCCDE968F}" type="presParOf" srcId="{84C94DBE-E45C-A84B-B220-5A83FF890E9E}" destId="{CB9FD853-E380-A24A-A02F-F7EA053C2ACE}" srcOrd="6" destOrd="0" presId="urn:microsoft.com/office/officeart/2005/8/layout/vProcess5"/>
    <dgm:cxn modelId="{EED3734C-7C66-6248-A599-23CDC16541A8}" type="presParOf" srcId="{84C94DBE-E45C-A84B-B220-5A83FF890E9E}" destId="{0714DA48-458A-0D49-956D-5B323B0E7A04}" srcOrd="7" destOrd="0" presId="urn:microsoft.com/office/officeart/2005/8/layout/vProcess5"/>
    <dgm:cxn modelId="{CBF2920F-4207-6349-99EB-36BDABAF2207}" type="presParOf" srcId="{84C94DBE-E45C-A84B-B220-5A83FF890E9E}" destId="{B3367B20-ED16-7742-958A-F232DB50F448}" srcOrd="8" destOrd="0" presId="urn:microsoft.com/office/officeart/2005/8/layout/vProcess5"/>
    <dgm:cxn modelId="{2DEC7D49-9ACC-7E4E-80EC-CE31D2D5141F}" type="presParOf" srcId="{84C94DBE-E45C-A84B-B220-5A83FF890E9E}" destId="{66FE9A1F-2C53-0B43-8C18-EDC91201DB1E}" srcOrd="9" destOrd="0" presId="urn:microsoft.com/office/officeart/2005/8/layout/vProcess5"/>
    <dgm:cxn modelId="{95D39E14-8591-4042-8BA5-EE73B7E630B1}" type="presParOf" srcId="{84C94DBE-E45C-A84B-B220-5A83FF890E9E}" destId="{4D346630-1B22-A44E-A71D-2C9549038055}" srcOrd="10" destOrd="0" presId="urn:microsoft.com/office/officeart/2005/8/layout/vProcess5"/>
    <dgm:cxn modelId="{941C31BE-83BB-3240-936A-16D874E335CC}" type="presParOf" srcId="{84C94DBE-E45C-A84B-B220-5A83FF890E9E}" destId="{F8948A82-8F40-0341-BD88-1EBB3858733F}" srcOrd="11" destOrd="0" presId="urn:microsoft.com/office/officeart/2005/8/layout/vProcess5"/>
    <dgm:cxn modelId="{D64ACFC1-BF40-6D4E-9BE6-77F4062C0B49}" type="presParOf" srcId="{84C94DBE-E45C-A84B-B220-5A83FF890E9E}" destId="{1AB7EA7D-3CED-8F42-80E0-0D5F8B69E0DA}" srcOrd="12" destOrd="0" presId="urn:microsoft.com/office/officeart/2005/8/layout/vProcess5"/>
    <dgm:cxn modelId="{61FA80F6-4AD4-0140-91D7-6CA0A5419D5F}" type="presParOf" srcId="{84C94DBE-E45C-A84B-B220-5A83FF890E9E}" destId="{E6D70866-E758-7648-BB8B-B3027DF555BE}" srcOrd="13" destOrd="0" presId="urn:microsoft.com/office/officeart/2005/8/layout/vProcess5"/>
    <dgm:cxn modelId="{B86ECE66-7F94-0C4B-993E-65BB6655200B}" type="presParOf" srcId="{84C94DBE-E45C-A84B-B220-5A83FF890E9E}" destId="{0D1FDAF6-B976-6549-94FE-F1807AB3FCD9}" srcOrd="14" destOrd="0" presId="urn:microsoft.com/office/officeart/2005/8/layout/vProcess5"/>
  </dgm:cxnLst>
  <dgm:bg>
    <a:noFill/>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4CD22C4D-C527-D34F-8B7F-6EA57DAEC3B4}" type="doc">
      <dgm:prSet loTypeId="urn:microsoft.com/office/officeart/2005/8/layout/vList3" loCatId="list" qsTypeId="urn:microsoft.com/office/officeart/2005/8/quickstyle/simple1" qsCatId="simple" csTypeId="urn:microsoft.com/office/officeart/2005/8/colors/accent2_5" csCatId="accent2" phldr="1"/>
      <dgm:spPr/>
      <dgm:t>
        <a:bodyPr/>
        <a:lstStyle/>
        <a:p>
          <a:endParaRPr lang="en-US"/>
        </a:p>
      </dgm:t>
    </dgm:pt>
    <dgm:pt modelId="{93E318F9-4F7E-164B-96E4-AF180811E883}">
      <dgm:prSet custT="1"/>
      <dgm:spPr>
        <a:solidFill>
          <a:srgbClr val="336699"/>
        </a:solidFill>
      </dgm:spPr>
      <dgm:t>
        <a:bodyPr/>
        <a:lstStyle/>
        <a:p>
          <a:r>
            <a:rPr lang="en-CA" sz="1800" b="1" dirty="0"/>
            <a:t>Intellectual Property (IP) Theft</a:t>
          </a:r>
          <a:endParaRPr lang="en-CA" sz="1800" dirty="0"/>
        </a:p>
      </dgm:t>
    </dgm:pt>
    <dgm:pt modelId="{26877193-87C5-294B-A2DE-802717DC55ED}" type="parTrans" cxnId="{C79A6D77-75C0-B44D-A4F7-7983C7D7ED6C}">
      <dgm:prSet/>
      <dgm:spPr/>
      <dgm:t>
        <a:bodyPr/>
        <a:lstStyle/>
        <a:p>
          <a:endParaRPr lang="en-US"/>
        </a:p>
      </dgm:t>
    </dgm:pt>
    <dgm:pt modelId="{A6D0357B-34B0-6F44-868E-E21313440B9C}" type="sibTrans" cxnId="{C79A6D77-75C0-B44D-A4F7-7983C7D7ED6C}">
      <dgm:prSet/>
      <dgm:spPr/>
      <dgm:t>
        <a:bodyPr/>
        <a:lstStyle/>
        <a:p>
          <a:endParaRPr lang="en-US"/>
        </a:p>
      </dgm:t>
    </dgm:pt>
    <dgm:pt modelId="{55D1F661-564C-944D-9293-E5E47CFE72B8}">
      <dgm:prSet custT="1"/>
      <dgm:spPr>
        <a:solidFill>
          <a:srgbClr val="336699"/>
        </a:solidFill>
      </dgm:spPr>
      <dgm:t>
        <a:bodyPr/>
        <a:lstStyle/>
        <a:p>
          <a:r>
            <a:rPr lang="en-CA" sz="1800" b="1" dirty="0"/>
            <a:t>Enabling Downstream Attacks</a:t>
          </a:r>
          <a:endParaRPr lang="en-CA" sz="1800" dirty="0"/>
        </a:p>
      </dgm:t>
    </dgm:pt>
    <dgm:pt modelId="{DDD942F3-F294-1C4D-8B82-901DD9270E76}" type="parTrans" cxnId="{E0937358-04F0-594C-8332-A54EEAA7BDAB}">
      <dgm:prSet/>
      <dgm:spPr/>
      <dgm:t>
        <a:bodyPr/>
        <a:lstStyle/>
        <a:p>
          <a:endParaRPr lang="en-US"/>
        </a:p>
      </dgm:t>
    </dgm:pt>
    <dgm:pt modelId="{E7496556-0C2D-E64B-8ECB-163386501F4F}" type="sibTrans" cxnId="{E0937358-04F0-594C-8332-A54EEAA7BDAB}">
      <dgm:prSet/>
      <dgm:spPr/>
      <dgm:t>
        <a:bodyPr/>
        <a:lstStyle/>
        <a:p>
          <a:endParaRPr lang="en-US"/>
        </a:p>
      </dgm:t>
    </dgm:pt>
    <dgm:pt modelId="{7E235503-6C27-BC44-A7FB-75138874C2C5}">
      <dgm:prSet custT="1"/>
      <dgm:spPr>
        <a:solidFill>
          <a:srgbClr val="336699"/>
        </a:solidFill>
      </dgm:spPr>
      <dgm:t>
        <a:bodyPr/>
        <a:lstStyle/>
        <a:p>
          <a:r>
            <a:rPr lang="en-CA" sz="1800" b="1" dirty="0"/>
            <a:t>Privacy Violations</a:t>
          </a:r>
          <a:endParaRPr lang="en-CA" sz="1800" dirty="0"/>
        </a:p>
      </dgm:t>
    </dgm:pt>
    <dgm:pt modelId="{3C2EE5EC-C4E4-3B4D-BA55-DBA530BFB768}" type="parTrans" cxnId="{7032ACB8-A0E6-C64F-B4D6-47047055D765}">
      <dgm:prSet/>
      <dgm:spPr/>
      <dgm:t>
        <a:bodyPr/>
        <a:lstStyle/>
        <a:p>
          <a:endParaRPr lang="en-US"/>
        </a:p>
      </dgm:t>
    </dgm:pt>
    <dgm:pt modelId="{1040B031-99E1-5444-8493-35223C0434C4}" type="sibTrans" cxnId="{7032ACB8-A0E6-C64F-B4D6-47047055D765}">
      <dgm:prSet/>
      <dgm:spPr/>
      <dgm:t>
        <a:bodyPr/>
        <a:lstStyle/>
        <a:p>
          <a:endParaRPr lang="en-US"/>
        </a:p>
      </dgm:t>
    </dgm:pt>
    <dgm:pt modelId="{3BF98B14-33A6-B44B-83E4-57871C55EFA5}">
      <dgm:prSet custT="1"/>
      <dgm:spPr>
        <a:solidFill>
          <a:srgbClr val="336699"/>
        </a:solidFill>
      </dgm:spPr>
      <dgm:t>
        <a:bodyPr/>
        <a:lstStyle/>
        <a:p>
          <a:r>
            <a:rPr lang="en-CA" sz="1800" b="1" dirty="0"/>
            <a:t>Real Cases</a:t>
          </a:r>
          <a:endParaRPr lang="en-CA" sz="1800" dirty="0"/>
        </a:p>
      </dgm:t>
    </dgm:pt>
    <dgm:pt modelId="{87ADCC33-290E-E74C-A731-32B6A071DD85}" type="parTrans" cxnId="{4068C175-37FE-4C45-9859-64D6CB339201}">
      <dgm:prSet/>
      <dgm:spPr/>
      <dgm:t>
        <a:bodyPr/>
        <a:lstStyle/>
        <a:p>
          <a:endParaRPr lang="en-US"/>
        </a:p>
      </dgm:t>
    </dgm:pt>
    <dgm:pt modelId="{29AF398B-1166-4E4C-98F4-094AFDE8F39E}" type="sibTrans" cxnId="{4068C175-37FE-4C45-9859-64D6CB339201}">
      <dgm:prSet/>
      <dgm:spPr/>
      <dgm:t>
        <a:bodyPr/>
        <a:lstStyle/>
        <a:p>
          <a:endParaRPr lang="en-US"/>
        </a:p>
      </dgm:t>
    </dgm:pt>
    <dgm:pt modelId="{48F83B2C-09B9-7441-B9D2-7F93F389581A}" type="pres">
      <dgm:prSet presAssocID="{4CD22C4D-C527-D34F-8B7F-6EA57DAEC3B4}" presName="linearFlow" presStyleCnt="0">
        <dgm:presLayoutVars>
          <dgm:dir/>
          <dgm:resizeHandles val="exact"/>
        </dgm:presLayoutVars>
      </dgm:prSet>
      <dgm:spPr/>
    </dgm:pt>
    <dgm:pt modelId="{19059E68-BE37-B94A-90C8-65D4C73492E4}" type="pres">
      <dgm:prSet presAssocID="{93E318F9-4F7E-164B-96E4-AF180811E883}" presName="composite" presStyleCnt="0"/>
      <dgm:spPr/>
    </dgm:pt>
    <dgm:pt modelId="{A440BE1C-9528-0548-8F43-1FDF9F1C18A7}" type="pres">
      <dgm:prSet presAssocID="{93E318F9-4F7E-164B-96E4-AF180811E883}" presName="imgShp" presStyleLbl="fgImgPlace1" presStyleIdx="0" presStyleCnt="4"/>
      <dgm:spPr>
        <a:prstGeom prst="curvedRightArrow">
          <a:avLst/>
        </a:prstGeom>
        <a:solidFill>
          <a:srgbClr val="336699"/>
        </a:solidFill>
      </dgm:spPr>
    </dgm:pt>
    <dgm:pt modelId="{C2BF18D4-E331-9C4A-AA00-159FE10A65B9}" type="pres">
      <dgm:prSet presAssocID="{93E318F9-4F7E-164B-96E4-AF180811E883}" presName="txShp" presStyleLbl="node1" presStyleIdx="0" presStyleCnt="4">
        <dgm:presLayoutVars>
          <dgm:bulletEnabled val="1"/>
        </dgm:presLayoutVars>
      </dgm:prSet>
      <dgm:spPr/>
    </dgm:pt>
    <dgm:pt modelId="{F09AE285-495F-7147-8E77-62BBFBBC60AD}" type="pres">
      <dgm:prSet presAssocID="{A6D0357B-34B0-6F44-868E-E21313440B9C}" presName="spacing" presStyleCnt="0"/>
      <dgm:spPr/>
    </dgm:pt>
    <dgm:pt modelId="{C60A4C74-10F2-4748-B13A-6C58240FC45F}" type="pres">
      <dgm:prSet presAssocID="{55D1F661-564C-944D-9293-E5E47CFE72B8}" presName="composite" presStyleCnt="0"/>
      <dgm:spPr/>
    </dgm:pt>
    <dgm:pt modelId="{91F0EB89-A43C-144C-BADD-F152F5BAB67A}" type="pres">
      <dgm:prSet presAssocID="{55D1F661-564C-944D-9293-E5E47CFE72B8}" presName="imgShp" presStyleLbl="fgImgPlace1" presStyleIdx="1" presStyleCnt="4"/>
      <dgm:spPr>
        <a:prstGeom prst="curvedRightArrow">
          <a:avLst/>
        </a:prstGeom>
        <a:solidFill>
          <a:srgbClr val="336699"/>
        </a:solidFill>
      </dgm:spPr>
    </dgm:pt>
    <dgm:pt modelId="{4C6CADAA-9B41-E344-A542-BC5EF4A39689}" type="pres">
      <dgm:prSet presAssocID="{55D1F661-564C-944D-9293-E5E47CFE72B8}" presName="txShp" presStyleLbl="node1" presStyleIdx="1" presStyleCnt="4">
        <dgm:presLayoutVars>
          <dgm:bulletEnabled val="1"/>
        </dgm:presLayoutVars>
      </dgm:prSet>
      <dgm:spPr/>
    </dgm:pt>
    <dgm:pt modelId="{0B63FAB5-20AA-2B43-B863-E1A2AA314C78}" type="pres">
      <dgm:prSet presAssocID="{E7496556-0C2D-E64B-8ECB-163386501F4F}" presName="spacing" presStyleCnt="0"/>
      <dgm:spPr/>
    </dgm:pt>
    <dgm:pt modelId="{FC75D3F1-0DCD-6044-8CAD-A7353383A321}" type="pres">
      <dgm:prSet presAssocID="{7E235503-6C27-BC44-A7FB-75138874C2C5}" presName="composite" presStyleCnt="0"/>
      <dgm:spPr/>
    </dgm:pt>
    <dgm:pt modelId="{DEF2C0E3-7459-FD43-AD83-58B611D9955E}" type="pres">
      <dgm:prSet presAssocID="{7E235503-6C27-BC44-A7FB-75138874C2C5}" presName="imgShp" presStyleLbl="fgImgPlace1" presStyleIdx="2" presStyleCnt="4"/>
      <dgm:spPr>
        <a:prstGeom prst="curvedRightArrow">
          <a:avLst/>
        </a:prstGeom>
        <a:solidFill>
          <a:srgbClr val="336699"/>
        </a:solidFill>
      </dgm:spPr>
    </dgm:pt>
    <dgm:pt modelId="{7EAF875D-1356-AF4E-B4BC-F596AE94E820}" type="pres">
      <dgm:prSet presAssocID="{7E235503-6C27-BC44-A7FB-75138874C2C5}" presName="txShp" presStyleLbl="node1" presStyleIdx="2" presStyleCnt="4">
        <dgm:presLayoutVars>
          <dgm:bulletEnabled val="1"/>
        </dgm:presLayoutVars>
      </dgm:prSet>
      <dgm:spPr/>
    </dgm:pt>
    <dgm:pt modelId="{C73BCC55-B937-E845-8721-F2888C1EF3C4}" type="pres">
      <dgm:prSet presAssocID="{1040B031-99E1-5444-8493-35223C0434C4}" presName="spacing" presStyleCnt="0"/>
      <dgm:spPr/>
    </dgm:pt>
    <dgm:pt modelId="{72A77D11-3AA0-424D-813D-9138A3EB4D4A}" type="pres">
      <dgm:prSet presAssocID="{3BF98B14-33A6-B44B-83E4-57871C55EFA5}" presName="composite" presStyleCnt="0"/>
      <dgm:spPr/>
    </dgm:pt>
    <dgm:pt modelId="{1A26E2DA-EBC9-9B48-82A8-94AF26DCE8FA}" type="pres">
      <dgm:prSet presAssocID="{3BF98B14-33A6-B44B-83E4-57871C55EFA5}" presName="imgShp" presStyleLbl="fgImgPlace1" presStyleIdx="3" presStyleCnt="4"/>
      <dgm:spPr>
        <a:prstGeom prst="curvedRightArrow">
          <a:avLst/>
        </a:prstGeom>
        <a:solidFill>
          <a:srgbClr val="336699"/>
        </a:solidFill>
      </dgm:spPr>
    </dgm:pt>
    <dgm:pt modelId="{2E723E2F-B082-6249-8367-938C92241F7C}" type="pres">
      <dgm:prSet presAssocID="{3BF98B14-33A6-B44B-83E4-57871C55EFA5}" presName="txShp" presStyleLbl="node1" presStyleIdx="3" presStyleCnt="4">
        <dgm:presLayoutVars>
          <dgm:bulletEnabled val="1"/>
        </dgm:presLayoutVars>
      </dgm:prSet>
      <dgm:spPr/>
    </dgm:pt>
  </dgm:ptLst>
  <dgm:cxnLst>
    <dgm:cxn modelId="{574C0505-5D89-4C4C-AC4C-4161401D7CA3}" type="presOf" srcId="{93E318F9-4F7E-164B-96E4-AF180811E883}" destId="{C2BF18D4-E331-9C4A-AA00-159FE10A65B9}" srcOrd="0" destOrd="0" presId="urn:microsoft.com/office/officeart/2005/8/layout/vList3"/>
    <dgm:cxn modelId="{9417780D-FC67-F442-A48C-032677F1FD13}" type="presOf" srcId="{4CD22C4D-C527-D34F-8B7F-6EA57DAEC3B4}" destId="{48F83B2C-09B9-7441-B9D2-7F93F389581A}" srcOrd="0" destOrd="0" presId="urn:microsoft.com/office/officeart/2005/8/layout/vList3"/>
    <dgm:cxn modelId="{8E413612-92FA-1A4E-A0F1-8D4D9160A9F1}" type="presOf" srcId="{7E235503-6C27-BC44-A7FB-75138874C2C5}" destId="{7EAF875D-1356-AF4E-B4BC-F596AE94E820}" srcOrd="0" destOrd="0" presId="urn:microsoft.com/office/officeart/2005/8/layout/vList3"/>
    <dgm:cxn modelId="{3117653C-005F-5B49-B2DA-89B18D7C0D08}" type="presOf" srcId="{3BF98B14-33A6-B44B-83E4-57871C55EFA5}" destId="{2E723E2F-B082-6249-8367-938C92241F7C}" srcOrd="0" destOrd="0" presId="urn:microsoft.com/office/officeart/2005/8/layout/vList3"/>
    <dgm:cxn modelId="{D5F24449-025C-0B46-BECD-E2295839D8FB}" type="presOf" srcId="{55D1F661-564C-944D-9293-E5E47CFE72B8}" destId="{4C6CADAA-9B41-E344-A542-BC5EF4A39689}" srcOrd="0" destOrd="0" presId="urn:microsoft.com/office/officeart/2005/8/layout/vList3"/>
    <dgm:cxn modelId="{E0937358-04F0-594C-8332-A54EEAA7BDAB}" srcId="{4CD22C4D-C527-D34F-8B7F-6EA57DAEC3B4}" destId="{55D1F661-564C-944D-9293-E5E47CFE72B8}" srcOrd="1" destOrd="0" parTransId="{DDD942F3-F294-1C4D-8B82-901DD9270E76}" sibTransId="{E7496556-0C2D-E64B-8ECB-163386501F4F}"/>
    <dgm:cxn modelId="{4068C175-37FE-4C45-9859-64D6CB339201}" srcId="{4CD22C4D-C527-D34F-8B7F-6EA57DAEC3B4}" destId="{3BF98B14-33A6-B44B-83E4-57871C55EFA5}" srcOrd="3" destOrd="0" parTransId="{87ADCC33-290E-E74C-A731-32B6A071DD85}" sibTransId="{29AF398B-1166-4E4C-98F4-094AFDE8F39E}"/>
    <dgm:cxn modelId="{C79A6D77-75C0-B44D-A4F7-7983C7D7ED6C}" srcId="{4CD22C4D-C527-D34F-8B7F-6EA57DAEC3B4}" destId="{93E318F9-4F7E-164B-96E4-AF180811E883}" srcOrd="0" destOrd="0" parTransId="{26877193-87C5-294B-A2DE-802717DC55ED}" sibTransId="{A6D0357B-34B0-6F44-868E-E21313440B9C}"/>
    <dgm:cxn modelId="{7032ACB8-A0E6-C64F-B4D6-47047055D765}" srcId="{4CD22C4D-C527-D34F-8B7F-6EA57DAEC3B4}" destId="{7E235503-6C27-BC44-A7FB-75138874C2C5}" srcOrd="2" destOrd="0" parTransId="{3C2EE5EC-C4E4-3B4D-BA55-DBA530BFB768}" sibTransId="{1040B031-99E1-5444-8493-35223C0434C4}"/>
    <dgm:cxn modelId="{B356A5F2-2BB4-5E49-AD5F-22C7D050D93D}" type="presParOf" srcId="{48F83B2C-09B9-7441-B9D2-7F93F389581A}" destId="{19059E68-BE37-B94A-90C8-65D4C73492E4}" srcOrd="0" destOrd="0" presId="urn:microsoft.com/office/officeart/2005/8/layout/vList3"/>
    <dgm:cxn modelId="{BA67E04C-ED53-DA41-9C82-4B362CE748B8}" type="presParOf" srcId="{19059E68-BE37-B94A-90C8-65D4C73492E4}" destId="{A440BE1C-9528-0548-8F43-1FDF9F1C18A7}" srcOrd="0" destOrd="0" presId="urn:microsoft.com/office/officeart/2005/8/layout/vList3"/>
    <dgm:cxn modelId="{7F0150E9-31E1-CC47-BC2E-9992A597EE7F}" type="presParOf" srcId="{19059E68-BE37-B94A-90C8-65D4C73492E4}" destId="{C2BF18D4-E331-9C4A-AA00-159FE10A65B9}" srcOrd="1" destOrd="0" presId="urn:microsoft.com/office/officeart/2005/8/layout/vList3"/>
    <dgm:cxn modelId="{440F8C81-CF33-C94C-A203-21E9254ED172}" type="presParOf" srcId="{48F83B2C-09B9-7441-B9D2-7F93F389581A}" destId="{F09AE285-495F-7147-8E77-62BBFBBC60AD}" srcOrd="1" destOrd="0" presId="urn:microsoft.com/office/officeart/2005/8/layout/vList3"/>
    <dgm:cxn modelId="{A524ED0D-75DE-5940-B7DF-96D759A826EA}" type="presParOf" srcId="{48F83B2C-09B9-7441-B9D2-7F93F389581A}" destId="{C60A4C74-10F2-4748-B13A-6C58240FC45F}" srcOrd="2" destOrd="0" presId="urn:microsoft.com/office/officeart/2005/8/layout/vList3"/>
    <dgm:cxn modelId="{3054225F-F7A9-8746-B335-1520F30E6352}" type="presParOf" srcId="{C60A4C74-10F2-4748-B13A-6C58240FC45F}" destId="{91F0EB89-A43C-144C-BADD-F152F5BAB67A}" srcOrd="0" destOrd="0" presId="urn:microsoft.com/office/officeart/2005/8/layout/vList3"/>
    <dgm:cxn modelId="{10D6AA79-3D64-0240-99A2-A47FFEE43FE9}" type="presParOf" srcId="{C60A4C74-10F2-4748-B13A-6C58240FC45F}" destId="{4C6CADAA-9B41-E344-A542-BC5EF4A39689}" srcOrd="1" destOrd="0" presId="urn:microsoft.com/office/officeart/2005/8/layout/vList3"/>
    <dgm:cxn modelId="{AE919BAC-B379-9348-AC79-D03692A290B5}" type="presParOf" srcId="{48F83B2C-09B9-7441-B9D2-7F93F389581A}" destId="{0B63FAB5-20AA-2B43-B863-E1A2AA314C78}" srcOrd="3" destOrd="0" presId="urn:microsoft.com/office/officeart/2005/8/layout/vList3"/>
    <dgm:cxn modelId="{21C10C09-7177-C348-882B-7A61C88A873C}" type="presParOf" srcId="{48F83B2C-09B9-7441-B9D2-7F93F389581A}" destId="{FC75D3F1-0DCD-6044-8CAD-A7353383A321}" srcOrd="4" destOrd="0" presId="urn:microsoft.com/office/officeart/2005/8/layout/vList3"/>
    <dgm:cxn modelId="{CDBC01D9-4B7D-6E48-8B53-2254086E6958}" type="presParOf" srcId="{FC75D3F1-0DCD-6044-8CAD-A7353383A321}" destId="{DEF2C0E3-7459-FD43-AD83-58B611D9955E}" srcOrd="0" destOrd="0" presId="urn:microsoft.com/office/officeart/2005/8/layout/vList3"/>
    <dgm:cxn modelId="{ED5FA0B1-0B8A-7146-AA2F-0E65E368C43A}" type="presParOf" srcId="{FC75D3F1-0DCD-6044-8CAD-A7353383A321}" destId="{7EAF875D-1356-AF4E-B4BC-F596AE94E820}" srcOrd="1" destOrd="0" presId="urn:microsoft.com/office/officeart/2005/8/layout/vList3"/>
    <dgm:cxn modelId="{B5524754-AAAB-194F-BF34-4074B245EC18}" type="presParOf" srcId="{48F83B2C-09B9-7441-B9D2-7F93F389581A}" destId="{C73BCC55-B937-E845-8721-F2888C1EF3C4}" srcOrd="5" destOrd="0" presId="urn:microsoft.com/office/officeart/2005/8/layout/vList3"/>
    <dgm:cxn modelId="{338B54AA-F7C9-A04D-AF83-D51468F16F46}" type="presParOf" srcId="{48F83B2C-09B9-7441-B9D2-7F93F389581A}" destId="{72A77D11-3AA0-424D-813D-9138A3EB4D4A}" srcOrd="6" destOrd="0" presId="urn:microsoft.com/office/officeart/2005/8/layout/vList3"/>
    <dgm:cxn modelId="{FE17C17A-0A03-B540-8BF1-E0984583C1CF}" type="presParOf" srcId="{72A77D11-3AA0-424D-813D-9138A3EB4D4A}" destId="{1A26E2DA-EBC9-9B48-82A8-94AF26DCE8FA}" srcOrd="0" destOrd="0" presId="urn:microsoft.com/office/officeart/2005/8/layout/vList3"/>
    <dgm:cxn modelId="{90553DB7-D403-6640-B6A1-803855188EE1}" type="presParOf" srcId="{72A77D11-3AA0-424D-813D-9138A3EB4D4A}" destId="{2E723E2F-B082-6249-8367-938C92241F7C}"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8E5C8F0-6BFD-204F-9237-99CAEB6607B1}" type="doc">
      <dgm:prSet loTypeId="urn:microsoft.com/office/officeart/2005/8/layout/hierarchy2" loCatId="process" qsTypeId="urn:microsoft.com/office/officeart/2005/8/quickstyle/simple1" qsCatId="simple" csTypeId="urn:microsoft.com/office/officeart/2005/8/colors/accent2_5" csCatId="accent2" phldr="1"/>
      <dgm:spPr/>
      <dgm:t>
        <a:bodyPr/>
        <a:lstStyle/>
        <a:p>
          <a:endParaRPr lang="en-US"/>
        </a:p>
      </dgm:t>
    </dgm:pt>
    <dgm:pt modelId="{376CC66B-0F23-4A4D-8C54-D0D016E4EB54}">
      <dgm:prSet/>
      <dgm:spPr>
        <a:solidFill>
          <a:srgbClr val="336699"/>
        </a:solidFill>
      </dgm:spPr>
      <dgm:t>
        <a:bodyPr/>
        <a:lstStyle/>
        <a:p>
          <a:r>
            <a:rPr lang="en-US" dirty="0"/>
            <a:t>Stealing Objective</a:t>
          </a:r>
          <a:endParaRPr lang="en-CA" dirty="0"/>
        </a:p>
      </dgm:t>
    </dgm:pt>
    <dgm:pt modelId="{90157A74-6388-BE4D-97FA-E6DE49D03484}" type="parTrans" cxnId="{23EA66B9-3886-A74B-9963-0CC5C17A753E}">
      <dgm:prSet/>
      <dgm:spPr/>
      <dgm:t>
        <a:bodyPr/>
        <a:lstStyle/>
        <a:p>
          <a:endParaRPr lang="en-US"/>
        </a:p>
      </dgm:t>
    </dgm:pt>
    <dgm:pt modelId="{B1DAA860-9F47-CD4B-ABC1-93A7500FD922}" type="sibTrans" cxnId="{23EA66B9-3886-A74B-9963-0CC5C17A753E}">
      <dgm:prSet/>
      <dgm:spPr/>
      <dgm:t>
        <a:bodyPr/>
        <a:lstStyle/>
        <a:p>
          <a:endParaRPr lang="en-US"/>
        </a:p>
      </dgm:t>
    </dgm:pt>
    <dgm:pt modelId="{78FC7410-E913-5941-94F9-5324D5485B00}">
      <dgm:prSet/>
      <dgm:spPr>
        <a:solidFill>
          <a:srgbClr val="336699"/>
        </a:solidFill>
      </dgm:spPr>
      <dgm:t>
        <a:bodyPr/>
        <a:lstStyle/>
        <a:p>
          <a:r>
            <a:rPr lang="en-US"/>
            <a:t>Exact Model Parameter</a:t>
          </a:r>
          <a:endParaRPr lang="en-CA"/>
        </a:p>
      </dgm:t>
    </dgm:pt>
    <dgm:pt modelId="{A9C262E0-5459-FB4D-8209-AC41A3ACC7B8}" type="parTrans" cxnId="{85310BD4-D253-E544-BF2A-4C0D7806B2C7}">
      <dgm:prSet/>
      <dgm:spPr>
        <a:solidFill>
          <a:srgbClr val="336699"/>
        </a:solidFill>
        <a:ln>
          <a:solidFill>
            <a:srgbClr val="336699"/>
          </a:solidFill>
        </a:ln>
      </dgm:spPr>
      <dgm:t>
        <a:bodyPr/>
        <a:lstStyle/>
        <a:p>
          <a:endParaRPr lang="en-US"/>
        </a:p>
      </dgm:t>
    </dgm:pt>
    <dgm:pt modelId="{6D8B35BD-BF1D-7E44-9D43-1D50A7EFAD53}" type="sibTrans" cxnId="{85310BD4-D253-E544-BF2A-4C0D7806B2C7}">
      <dgm:prSet/>
      <dgm:spPr/>
      <dgm:t>
        <a:bodyPr/>
        <a:lstStyle/>
        <a:p>
          <a:endParaRPr lang="en-US"/>
        </a:p>
      </dgm:t>
    </dgm:pt>
    <dgm:pt modelId="{E4E22CB4-B2E9-A444-846F-1A74B94504A9}">
      <dgm:prSet/>
      <dgm:spPr>
        <a:solidFill>
          <a:srgbClr val="336699"/>
        </a:solidFill>
      </dgm:spPr>
      <dgm:t>
        <a:bodyPr/>
        <a:lstStyle/>
        <a:p>
          <a:r>
            <a:rPr lang="en-US"/>
            <a:t>Training Hyperparameters</a:t>
          </a:r>
          <a:endParaRPr lang="en-CA"/>
        </a:p>
      </dgm:t>
    </dgm:pt>
    <dgm:pt modelId="{5BB09F99-B3F2-6C47-8B72-6A3B19755F65}" type="parTrans" cxnId="{3105922D-92EC-7446-9C19-9F1E278EE8AB}">
      <dgm:prSet/>
      <dgm:spPr>
        <a:solidFill>
          <a:srgbClr val="336699"/>
        </a:solidFill>
        <a:ln>
          <a:solidFill>
            <a:srgbClr val="336699"/>
          </a:solidFill>
        </a:ln>
      </dgm:spPr>
      <dgm:t>
        <a:bodyPr/>
        <a:lstStyle/>
        <a:p>
          <a:endParaRPr lang="en-US"/>
        </a:p>
      </dgm:t>
    </dgm:pt>
    <dgm:pt modelId="{D9DACE2A-F6BC-5243-80DC-3668C90ECB6E}" type="sibTrans" cxnId="{3105922D-92EC-7446-9C19-9F1E278EE8AB}">
      <dgm:prSet/>
      <dgm:spPr/>
      <dgm:t>
        <a:bodyPr/>
        <a:lstStyle/>
        <a:p>
          <a:endParaRPr lang="en-US"/>
        </a:p>
      </dgm:t>
    </dgm:pt>
    <dgm:pt modelId="{06464B95-8FB0-C548-B2B6-48021D8B0761}">
      <dgm:prSet/>
      <dgm:spPr>
        <a:solidFill>
          <a:srgbClr val="336699"/>
        </a:solidFill>
      </dgm:spPr>
      <dgm:t>
        <a:bodyPr/>
        <a:lstStyle/>
        <a:p>
          <a:r>
            <a:rPr lang="en-US"/>
            <a:t>Architecture</a:t>
          </a:r>
          <a:endParaRPr lang="en-CA"/>
        </a:p>
      </dgm:t>
    </dgm:pt>
    <dgm:pt modelId="{5B750C2F-AB82-3B4B-9279-C817D883BC0B}" type="parTrans" cxnId="{06022323-C929-5546-AD29-25A84F4F9540}">
      <dgm:prSet/>
      <dgm:spPr>
        <a:solidFill>
          <a:srgbClr val="336699"/>
        </a:solidFill>
        <a:ln>
          <a:solidFill>
            <a:srgbClr val="336699"/>
          </a:solidFill>
        </a:ln>
      </dgm:spPr>
      <dgm:t>
        <a:bodyPr/>
        <a:lstStyle/>
        <a:p>
          <a:endParaRPr lang="en-US"/>
        </a:p>
      </dgm:t>
    </dgm:pt>
    <dgm:pt modelId="{62435EED-7514-BA49-A463-A58A89C4575B}" type="sibTrans" cxnId="{06022323-C929-5546-AD29-25A84F4F9540}">
      <dgm:prSet/>
      <dgm:spPr/>
      <dgm:t>
        <a:bodyPr/>
        <a:lstStyle/>
        <a:p>
          <a:endParaRPr lang="en-US"/>
        </a:p>
      </dgm:t>
    </dgm:pt>
    <dgm:pt modelId="{4AEE787A-C04C-F142-830B-1CB85A7AAF07}">
      <dgm:prSet/>
      <dgm:spPr>
        <a:solidFill>
          <a:srgbClr val="336699"/>
        </a:solidFill>
      </dgm:spPr>
      <dgm:t>
        <a:bodyPr/>
        <a:lstStyle/>
        <a:p>
          <a:r>
            <a:rPr lang="en-US"/>
            <a:t>Learned Parameters</a:t>
          </a:r>
          <a:endParaRPr lang="en-CA"/>
        </a:p>
      </dgm:t>
    </dgm:pt>
    <dgm:pt modelId="{7204C845-6A22-374F-86BD-CBEBA19DB1E2}" type="parTrans" cxnId="{3A59EA4D-286A-7E45-AB82-B1D060F82EDA}">
      <dgm:prSet/>
      <dgm:spPr>
        <a:solidFill>
          <a:srgbClr val="336699"/>
        </a:solidFill>
        <a:ln>
          <a:solidFill>
            <a:srgbClr val="336699"/>
          </a:solidFill>
        </a:ln>
      </dgm:spPr>
      <dgm:t>
        <a:bodyPr/>
        <a:lstStyle/>
        <a:p>
          <a:endParaRPr lang="en-US"/>
        </a:p>
      </dgm:t>
    </dgm:pt>
    <dgm:pt modelId="{9921B7B1-2C9D-DA46-833C-AC4CF586002A}" type="sibTrans" cxnId="{3A59EA4D-286A-7E45-AB82-B1D060F82EDA}">
      <dgm:prSet/>
      <dgm:spPr/>
      <dgm:t>
        <a:bodyPr/>
        <a:lstStyle/>
        <a:p>
          <a:endParaRPr lang="en-US"/>
        </a:p>
      </dgm:t>
    </dgm:pt>
    <dgm:pt modelId="{ADCA107C-E144-C940-9ED9-89E01E4CCC21}">
      <dgm:prSet/>
      <dgm:spPr>
        <a:solidFill>
          <a:srgbClr val="336699"/>
        </a:solidFill>
      </dgm:spPr>
      <dgm:t>
        <a:bodyPr/>
        <a:lstStyle/>
        <a:p>
          <a:r>
            <a:rPr lang="en-US"/>
            <a:t>Approximate Model Behavior</a:t>
          </a:r>
          <a:endParaRPr lang="en-CA"/>
        </a:p>
      </dgm:t>
    </dgm:pt>
    <dgm:pt modelId="{D30FBBD7-0B3F-9B44-9CE8-D6BE4FE55F78}" type="parTrans" cxnId="{A8E63604-7C77-9A43-B77A-F0F834D74652}">
      <dgm:prSet/>
      <dgm:spPr>
        <a:solidFill>
          <a:srgbClr val="336699"/>
        </a:solidFill>
        <a:ln>
          <a:solidFill>
            <a:srgbClr val="336699"/>
          </a:solidFill>
        </a:ln>
      </dgm:spPr>
      <dgm:t>
        <a:bodyPr/>
        <a:lstStyle/>
        <a:p>
          <a:endParaRPr lang="en-US"/>
        </a:p>
      </dgm:t>
    </dgm:pt>
    <dgm:pt modelId="{84914307-39BD-3C48-80D7-0BCFD38EDDB1}" type="sibTrans" cxnId="{A8E63604-7C77-9A43-B77A-F0F834D74652}">
      <dgm:prSet/>
      <dgm:spPr/>
      <dgm:t>
        <a:bodyPr/>
        <a:lstStyle/>
        <a:p>
          <a:endParaRPr lang="en-US"/>
        </a:p>
      </dgm:t>
    </dgm:pt>
    <dgm:pt modelId="{723DD7E2-18E0-3249-98C4-B8E261827E55}">
      <dgm:prSet/>
      <dgm:spPr>
        <a:solidFill>
          <a:srgbClr val="336699"/>
        </a:solidFill>
      </dgm:spPr>
      <dgm:t>
        <a:bodyPr/>
        <a:lstStyle/>
        <a:p>
          <a:r>
            <a:rPr lang="en-US"/>
            <a:t>Same Level Of Effectiveness</a:t>
          </a:r>
          <a:endParaRPr lang="en-CA"/>
        </a:p>
      </dgm:t>
    </dgm:pt>
    <dgm:pt modelId="{63A27B14-DEBC-3448-9E50-3331152EF9DB}" type="parTrans" cxnId="{ADC86B68-6869-844E-B6F4-39B517CEF680}">
      <dgm:prSet/>
      <dgm:spPr>
        <a:solidFill>
          <a:srgbClr val="336699"/>
        </a:solidFill>
        <a:ln>
          <a:solidFill>
            <a:srgbClr val="336699"/>
          </a:solidFill>
        </a:ln>
      </dgm:spPr>
      <dgm:t>
        <a:bodyPr/>
        <a:lstStyle/>
        <a:p>
          <a:endParaRPr lang="en-US"/>
        </a:p>
      </dgm:t>
    </dgm:pt>
    <dgm:pt modelId="{F8FAC6A8-DF4F-7449-A763-959BC5E70DBD}" type="sibTrans" cxnId="{ADC86B68-6869-844E-B6F4-39B517CEF680}">
      <dgm:prSet/>
      <dgm:spPr/>
      <dgm:t>
        <a:bodyPr/>
        <a:lstStyle/>
        <a:p>
          <a:endParaRPr lang="en-US"/>
        </a:p>
      </dgm:t>
    </dgm:pt>
    <dgm:pt modelId="{F0C75440-C600-F243-856E-C68C19BD1517}">
      <dgm:prSet/>
      <dgm:spPr>
        <a:solidFill>
          <a:srgbClr val="336699"/>
        </a:solidFill>
      </dgm:spPr>
      <dgm:t>
        <a:bodyPr/>
        <a:lstStyle/>
        <a:p>
          <a:r>
            <a:rPr lang="en-US"/>
            <a:t>Prediction Consistency</a:t>
          </a:r>
          <a:endParaRPr lang="en-CA"/>
        </a:p>
      </dgm:t>
    </dgm:pt>
    <dgm:pt modelId="{F76E8284-7A75-9440-BADF-E769B50B676F}" type="parTrans" cxnId="{58B53F79-7019-F347-B02D-AFBDC6251A39}">
      <dgm:prSet/>
      <dgm:spPr>
        <a:solidFill>
          <a:srgbClr val="336699"/>
        </a:solidFill>
        <a:ln>
          <a:solidFill>
            <a:srgbClr val="336699"/>
          </a:solidFill>
        </a:ln>
      </dgm:spPr>
      <dgm:t>
        <a:bodyPr/>
        <a:lstStyle/>
        <a:p>
          <a:endParaRPr lang="en-US"/>
        </a:p>
      </dgm:t>
    </dgm:pt>
    <dgm:pt modelId="{28A7C517-0D13-384E-BD54-70788E47C7AD}" type="sibTrans" cxnId="{58B53F79-7019-F347-B02D-AFBDC6251A39}">
      <dgm:prSet/>
      <dgm:spPr/>
      <dgm:t>
        <a:bodyPr/>
        <a:lstStyle/>
        <a:p>
          <a:endParaRPr lang="en-US"/>
        </a:p>
      </dgm:t>
    </dgm:pt>
    <dgm:pt modelId="{41A59E1C-CA8F-D449-9C23-A799661C6A25}">
      <dgm:prSet/>
      <dgm:spPr>
        <a:solidFill>
          <a:srgbClr val="336699"/>
        </a:solidFill>
      </dgm:spPr>
      <dgm:t>
        <a:bodyPr/>
        <a:lstStyle/>
        <a:p>
          <a:r>
            <a:rPr lang="en-US"/>
            <a:t>On Real Data</a:t>
          </a:r>
          <a:endParaRPr lang="en-CA"/>
        </a:p>
      </dgm:t>
    </dgm:pt>
    <dgm:pt modelId="{422E6996-473D-2245-A8DD-051AC9653631}" type="parTrans" cxnId="{270E3A21-6FCE-DB43-B235-DBFBAEE5C324}">
      <dgm:prSet/>
      <dgm:spPr>
        <a:solidFill>
          <a:srgbClr val="336699"/>
        </a:solidFill>
        <a:ln>
          <a:solidFill>
            <a:srgbClr val="336699"/>
          </a:solidFill>
        </a:ln>
      </dgm:spPr>
      <dgm:t>
        <a:bodyPr/>
        <a:lstStyle/>
        <a:p>
          <a:endParaRPr lang="en-US"/>
        </a:p>
      </dgm:t>
    </dgm:pt>
    <dgm:pt modelId="{086AE9E4-6777-B34D-B8F5-7A904CAC0E14}" type="sibTrans" cxnId="{270E3A21-6FCE-DB43-B235-DBFBAEE5C324}">
      <dgm:prSet/>
      <dgm:spPr/>
      <dgm:t>
        <a:bodyPr/>
        <a:lstStyle/>
        <a:p>
          <a:endParaRPr lang="en-US"/>
        </a:p>
      </dgm:t>
    </dgm:pt>
    <dgm:pt modelId="{8A2EA5F1-C5E1-254D-8675-45901B1A90C5}">
      <dgm:prSet/>
      <dgm:spPr>
        <a:solidFill>
          <a:srgbClr val="336699"/>
        </a:solidFill>
      </dgm:spPr>
      <dgm:t>
        <a:bodyPr/>
        <a:lstStyle/>
        <a:p>
          <a:r>
            <a:rPr lang="en-US"/>
            <a:t>On Crafted Adversarial Data</a:t>
          </a:r>
          <a:endParaRPr lang="en-CA"/>
        </a:p>
      </dgm:t>
    </dgm:pt>
    <dgm:pt modelId="{02451523-0A27-3345-9852-6405C5431B1B}" type="parTrans" cxnId="{D85B4F0E-FCD0-824E-B505-DCC1432EF3A3}">
      <dgm:prSet/>
      <dgm:spPr>
        <a:solidFill>
          <a:srgbClr val="336699"/>
        </a:solidFill>
        <a:ln>
          <a:solidFill>
            <a:srgbClr val="336699"/>
          </a:solidFill>
        </a:ln>
      </dgm:spPr>
      <dgm:t>
        <a:bodyPr/>
        <a:lstStyle/>
        <a:p>
          <a:endParaRPr lang="en-US"/>
        </a:p>
      </dgm:t>
    </dgm:pt>
    <dgm:pt modelId="{245F1CC5-1817-0949-A446-CEB9BEBC4981}" type="sibTrans" cxnId="{D85B4F0E-FCD0-824E-B505-DCC1432EF3A3}">
      <dgm:prSet/>
      <dgm:spPr/>
      <dgm:t>
        <a:bodyPr/>
        <a:lstStyle/>
        <a:p>
          <a:endParaRPr lang="en-US"/>
        </a:p>
      </dgm:t>
    </dgm:pt>
    <dgm:pt modelId="{756986E7-98BE-4E45-AC54-2699A3CB9D29}" type="pres">
      <dgm:prSet presAssocID="{68E5C8F0-6BFD-204F-9237-99CAEB6607B1}" presName="diagram" presStyleCnt="0">
        <dgm:presLayoutVars>
          <dgm:chPref val="1"/>
          <dgm:dir/>
          <dgm:animOne val="branch"/>
          <dgm:animLvl val="lvl"/>
          <dgm:resizeHandles val="exact"/>
        </dgm:presLayoutVars>
      </dgm:prSet>
      <dgm:spPr/>
    </dgm:pt>
    <dgm:pt modelId="{BEAC7B37-C9A3-7D4F-B922-F7709FBFA505}" type="pres">
      <dgm:prSet presAssocID="{376CC66B-0F23-4A4D-8C54-D0D016E4EB54}" presName="root1" presStyleCnt="0"/>
      <dgm:spPr/>
    </dgm:pt>
    <dgm:pt modelId="{90322183-34B2-7B4C-A1F1-6062DA6BA052}" type="pres">
      <dgm:prSet presAssocID="{376CC66B-0F23-4A4D-8C54-D0D016E4EB54}" presName="LevelOneTextNode" presStyleLbl="node0" presStyleIdx="0" presStyleCnt="1">
        <dgm:presLayoutVars>
          <dgm:chPref val="3"/>
        </dgm:presLayoutVars>
      </dgm:prSet>
      <dgm:spPr/>
    </dgm:pt>
    <dgm:pt modelId="{7C83B696-D63A-FB4C-BCB9-ABDD872B7204}" type="pres">
      <dgm:prSet presAssocID="{376CC66B-0F23-4A4D-8C54-D0D016E4EB54}" presName="level2hierChild" presStyleCnt="0"/>
      <dgm:spPr/>
    </dgm:pt>
    <dgm:pt modelId="{D3B36487-FB65-AE45-B633-096F82213367}" type="pres">
      <dgm:prSet presAssocID="{A9C262E0-5459-FB4D-8209-AC41A3ACC7B8}" presName="conn2-1" presStyleLbl="parChTrans1D2" presStyleIdx="0" presStyleCnt="2"/>
      <dgm:spPr/>
    </dgm:pt>
    <dgm:pt modelId="{2BCD267A-A2BA-8248-87B1-737A6F89DF53}" type="pres">
      <dgm:prSet presAssocID="{A9C262E0-5459-FB4D-8209-AC41A3ACC7B8}" presName="connTx" presStyleLbl="parChTrans1D2" presStyleIdx="0" presStyleCnt="2"/>
      <dgm:spPr/>
    </dgm:pt>
    <dgm:pt modelId="{2771F6FC-C097-FD41-8F0E-D7102079DBFA}" type="pres">
      <dgm:prSet presAssocID="{78FC7410-E913-5941-94F9-5324D5485B00}" presName="root2" presStyleCnt="0"/>
      <dgm:spPr/>
    </dgm:pt>
    <dgm:pt modelId="{73937C0B-ECE2-0348-86B2-5015AA3F5CFE}" type="pres">
      <dgm:prSet presAssocID="{78FC7410-E913-5941-94F9-5324D5485B00}" presName="LevelTwoTextNode" presStyleLbl="node2" presStyleIdx="0" presStyleCnt="2">
        <dgm:presLayoutVars>
          <dgm:chPref val="3"/>
        </dgm:presLayoutVars>
      </dgm:prSet>
      <dgm:spPr/>
    </dgm:pt>
    <dgm:pt modelId="{91F6BC0F-DD99-D747-8B19-AA2552200465}" type="pres">
      <dgm:prSet presAssocID="{78FC7410-E913-5941-94F9-5324D5485B00}" presName="level3hierChild" presStyleCnt="0"/>
      <dgm:spPr/>
    </dgm:pt>
    <dgm:pt modelId="{EEE16961-57B6-E14B-B217-2F32F2ADE770}" type="pres">
      <dgm:prSet presAssocID="{5BB09F99-B3F2-6C47-8B72-6A3B19755F65}" presName="conn2-1" presStyleLbl="parChTrans1D3" presStyleIdx="0" presStyleCnt="5"/>
      <dgm:spPr/>
    </dgm:pt>
    <dgm:pt modelId="{787FF621-2098-7443-BA96-BF33A3FE072C}" type="pres">
      <dgm:prSet presAssocID="{5BB09F99-B3F2-6C47-8B72-6A3B19755F65}" presName="connTx" presStyleLbl="parChTrans1D3" presStyleIdx="0" presStyleCnt="5"/>
      <dgm:spPr/>
    </dgm:pt>
    <dgm:pt modelId="{40F6C301-9945-E142-979C-F038EAD7D07A}" type="pres">
      <dgm:prSet presAssocID="{E4E22CB4-B2E9-A444-846F-1A74B94504A9}" presName="root2" presStyleCnt="0"/>
      <dgm:spPr/>
    </dgm:pt>
    <dgm:pt modelId="{0AA272B6-74E9-6D41-9E2E-B53BD3CD046A}" type="pres">
      <dgm:prSet presAssocID="{E4E22CB4-B2E9-A444-846F-1A74B94504A9}" presName="LevelTwoTextNode" presStyleLbl="node3" presStyleIdx="0" presStyleCnt="5">
        <dgm:presLayoutVars>
          <dgm:chPref val="3"/>
        </dgm:presLayoutVars>
      </dgm:prSet>
      <dgm:spPr/>
    </dgm:pt>
    <dgm:pt modelId="{290EC1E8-5DCC-584F-943E-0F4D38927742}" type="pres">
      <dgm:prSet presAssocID="{E4E22CB4-B2E9-A444-846F-1A74B94504A9}" presName="level3hierChild" presStyleCnt="0"/>
      <dgm:spPr/>
    </dgm:pt>
    <dgm:pt modelId="{FC992617-4ECE-A148-A37D-82FF570223E5}" type="pres">
      <dgm:prSet presAssocID="{5B750C2F-AB82-3B4B-9279-C817D883BC0B}" presName="conn2-1" presStyleLbl="parChTrans1D3" presStyleIdx="1" presStyleCnt="5"/>
      <dgm:spPr/>
    </dgm:pt>
    <dgm:pt modelId="{BEF1667E-64EB-A949-AA42-38E2BEF2793E}" type="pres">
      <dgm:prSet presAssocID="{5B750C2F-AB82-3B4B-9279-C817D883BC0B}" presName="connTx" presStyleLbl="parChTrans1D3" presStyleIdx="1" presStyleCnt="5"/>
      <dgm:spPr/>
    </dgm:pt>
    <dgm:pt modelId="{8D766B5D-C2E2-484B-B74D-F3EC0A77D0E3}" type="pres">
      <dgm:prSet presAssocID="{06464B95-8FB0-C548-B2B6-48021D8B0761}" presName="root2" presStyleCnt="0"/>
      <dgm:spPr/>
    </dgm:pt>
    <dgm:pt modelId="{3691651C-E39D-3D4E-B4B8-6A5FB8E0C28F}" type="pres">
      <dgm:prSet presAssocID="{06464B95-8FB0-C548-B2B6-48021D8B0761}" presName="LevelTwoTextNode" presStyleLbl="node3" presStyleIdx="1" presStyleCnt="5">
        <dgm:presLayoutVars>
          <dgm:chPref val="3"/>
        </dgm:presLayoutVars>
      </dgm:prSet>
      <dgm:spPr/>
    </dgm:pt>
    <dgm:pt modelId="{97A506FE-C6A7-1842-87C7-837F23EAE60B}" type="pres">
      <dgm:prSet presAssocID="{06464B95-8FB0-C548-B2B6-48021D8B0761}" presName="level3hierChild" presStyleCnt="0"/>
      <dgm:spPr/>
    </dgm:pt>
    <dgm:pt modelId="{21D94351-E2C3-AC46-82BC-55A3AF587D82}" type="pres">
      <dgm:prSet presAssocID="{7204C845-6A22-374F-86BD-CBEBA19DB1E2}" presName="conn2-1" presStyleLbl="parChTrans1D3" presStyleIdx="2" presStyleCnt="5"/>
      <dgm:spPr/>
    </dgm:pt>
    <dgm:pt modelId="{5A7F827F-E05D-7446-A329-5B94E2791E96}" type="pres">
      <dgm:prSet presAssocID="{7204C845-6A22-374F-86BD-CBEBA19DB1E2}" presName="connTx" presStyleLbl="parChTrans1D3" presStyleIdx="2" presStyleCnt="5"/>
      <dgm:spPr/>
    </dgm:pt>
    <dgm:pt modelId="{006F6F40-0C7E-8748-84A4-F11A75D600B5}" type="pres">
      <dgm:prSet presAssocID="{4AEE787A-C04C-F142-830B-1CB85A7AAF07}" presName="root2" presStyleCnt="0"/>
      <dgm:spPr/>
    </dgm:pt>
    <dgm:pt modelId="{AC70617E-3DBD-F343-BB33-C86EB950C592}" type="pres">
      <dgm:prSet presAssocID="{4AEE787A-C04C-F142-830B-1CB85A7AAF07}" presName="LevelTwoTextNode" presStyleLbl="node3" presStyleIdx="2" presStyleCnt="5">
        <dgm:presLayoutVars>
          <dgm:chPref val="3"/>
        </dgm:presLayoutVars>
      </dgm:prSet>
      <dgm:spPr/>
    </dgm:pt>
    <dgm:pt modelId="{535E4B80-1E7E-604B-AC1C-7839F44836F0}" type="pres">
      <dgm:prSet presAssocID="{4AEE787A-C04C-F142-830B-1CB85A7AAF07}" presName="level3hierChild" presStyleCnt="0"/>
      <dgm:spPr/>
    </dgm:pt>
    <dgm:pt modelId="{5DED3675-3128-574A-B191-3751091C035D}" type="pres">
      <dgm:prSet presAssocID="{D30FBBD7-0B3F-9B44-9CE8-D6BE4FE55F78}" presName="conn2-1" presStyleLbl="parChTrans1D2" presStyleIdx="1" presStyleCnt="2"/>
      <dgm:spPr/>
    </dgm:pt>
    <dgm:pt modelId="{AE5CA99D-4937-584E-899A-841D7C42D4A1}" type="pres">
      <dgm:prSet presAssocID="{D30FBBD7-0B3F-9B44-9CE8-D6BE4FE55F78}" presName="connTx" presStyleLbl="parChTrans1D2" presStyleIdx="1" presStyleCnt="2"/>
      <dgm:spPr/>
    </dgm:pt>
    <dgm:pt modelId="{83BA2ED5-BBC8-C34C-AAC9-E62F28F0A567}" type="pres">
      <dgm:prSet presAssocID="{ADCA107C-E144-C940-9ED9-89E01E4CCC21}" presName="root2" presStyleCnt="0"/>
      <dgm:spPr/>
    </dgm:pt>
    <dgm:pt modelId="{CC17A459-F650-A04A-93B9-A65513970CEF}" type="pres">
      <dgm:prSet presAssocID="{ADCA107C-E144-C940-9ED9-89E01E4CCC21}" presName="LevelTwoTextNode" presStyleLbl="node2" presStyleIdx="1" presStyleCnt="2">
        <dgm:presLayoutVars>
          <dgm:chPref val="3"/>
        </dgm:presLayoutVars>
      </dgm:prSet>
      <dgm:spPr/>
    </dgm:pt>
    <dgm:pt modelId="{4A02746F-BA4B-1D4D-BACF-2C0817DA4F5F}" type="pres">
      <dgm:prSet presAssocID="{ADCA107C-E144-C940-9ED9-89E01E4CCC21}" presName="level3hierChild" presStyleCnt="0"/>
      <dgm:spPr/>
    </dgm:pt>
    <dgm:pt modelId="{90F211D7-5DE8-5240-AE73-9DC8D43A5A73}" type="pres">
      <dgm:prSet presAssocID="{63A27B14-DEBC-3448-9E50-3331152EF9DB}" presName="conn2-1" presStyleLbl="parChTrans1D3" presStyleIdx="3" presStyleCnt="5"/>
      <dgm:spPr/>
    </dgm:pt>
    <dgm:pt modelId="{E922152D-EE73-8F45-B3AF-94B9E0BF61E6}" type="pres">
      <dgm:prSet presAssocID="{63A27B14-DEBC-3448-9E50-3331152EF9DB}" presName="connTx" presStyleLbl="parChTrans1D3" presStyleIdx="3" presStyleCnt="5"/>
      <dgm:spPr/>
    </dgm:pt>
    <dgm:pt modelId="{B92E09AC-EAC2-C844-8381-B1274A21855C}" type="pres">
      <dgm:prSet presAssocID="{723DD7E2-18E0-3249-98C4-B8E261827E55}" presName="root2" presStyleCnt="0"/>
      <dgm:spPr/>
    </dgm:pt>
    <dgm:pt modelId="{D489FF35-7205-C047-BAF8-50BA9FB5CA95}" type="pres">
      <dgm:prSet presAssocID="{723DD7E2-18E0-3249-98C4-B8E261827E55}" presName="LevelTwoTextNode" presStyleLbl="node3" presStyleIdx="3" presStyleCnt="5">
        <dgm:presLayoutVars>
          <dgm:chPref val="3"/>
        </dgm:presLayoutVars>
      </dgm:prSet>
      <dgm:spPr/>
    </dgm:pt>
    <dgm:pt modelId="{FF71CC10-B252-C948-A533-7B8FF518B02C}" type="pres">
      <dgm:prSet presAssocID="{723DD7E2-18E0-3249-98C4-B8E261827E55}" presName="level3hierChild" presStyleCnt="0"/>
      <dgm:spPr/>
    </dgm:pt>
    <dgm:pt modelId="{D04950C4-0E8B-6A4C-86DF-D2D4CA61CB51}" type="pres">
      <dgm:prSet presAssocID="{F76E8284-7A75-9440-BADF-E769B50B676F}" presName="conn2-1" presStyleLbl="parChTrans1D3" presStyleIdx="4" presStyleCnt="5"/>
      <dgm:spPr/>
    </dgm:pt>
    <dgm:pt modelId="{03E21AF4-C492-7044-AE3B-29B4CE7EC157}" type="pres">
      <dgm:prSet presAssocID="{F76E8284-7A75-9440-BADF-E769B50B676F}" presName="connTx" presStyleLbl="parChTrans1D3" presStyleIdx="4" presStyleCnt="5"/>
      <dgm:spPr/>
    </dgm:pt>
    <dgm:pt modelId="{32EC5B1B-1B62-0042-9C52-4CD7D863F535}" type="pres">
      <dgm:prSet presAssocID="{F0C75440-C600-F243-856E-C68C19BD1517}" presName="root2" presStyleCnt="0"/>
      <dgm:spPr/>
    </dgm:pt>
    <dgm:pt modelId="{32713FFA-7C61-A74E-8A0C-83ADFEB76383}" type="pres">
      <dgm:prSet presAssocID="{F0C75440-C600-F243-856E-C68C19BD1517}" presName="LevelTwoTextNode" presStyleLbl="node3" presStyleIdx="4" presStyleCnt="5">
        <dgm:presLayoutVars>
          <dgm:chPref val="3"/>
        </dgm:presLayoutVars>
      </dgm:prSet>
      <dgm:spPr/>
    </dgm:pt>
    <dgm:pt modelId="{AFBE60A5-C1FA-204B-8D5D-818DB26F1723}" type="pres">
      <dgm:prSet presAssocID="{F0C75440-C600-F243-856E-C68C19BD1517}" presName="level3hierChild" presStyleCnt="0"/>
      <dgm:spPr/>
    </dgm:pt>
    <dgm:pt modelId="{E154FA4E-9CDC-EF42-B2DE-554D48F85627}" type="pres">
      <dgm:prSet presAssocID="{422E6996-473D-2245-A8DD-051AC9653631}" presName="conn2-1" presStyleLbl="parChTrans1D4" presStyleIdx="0" presStyleCnt="2"/>
      <dgm:spPr/>
    </dgm:pt>
    <dgm:pt modelId="{1F38E4D1-D87B-3144-ABEA-FC89FFB7AB8B}" type="pres">
      <dgm:prSet presAssocID="{422E6996-473D-2245-A8DD-051AC9653631}" presName="connTx" presStyleLbl="parChTrans1D4" presStyleIdx="0" presStyleCnt="2"/>
      <dgm:spPr/>
    </dgm:pt>
    <dgm:pt modelId="{FBED66F0-95F4-4441-A71C-EA61091EAE6E}" type="pres">
      <dgm:prSet presAssocID="{41A59E1C-CA8F-D449-9C23-A799661C6A25}" presName="root2" presStyleCnt="0"/>
      <dgm:spPr/>
    </dgm:pt>
    <dgm:pt modelId="{EC71C35F-CE5F-9B4B-848F-FD53D7CA7DD0}" type="pres">
      <dgm:prSet presAssocID="{41A59E1C-CA8F-D449-9C23-A799661C6A25}" presName="LevelTwoTextNode" presStyleLbl="node4" presStyleIdx="0" presStyleCnt="2">
        <dgm:presLayoutVars>
          <dgm:chPref val="3"/>
        </dgm:presLayoutVars>
      </dgm:prSet>
      <dgm:spPr/>
    </dgm:pt>
    <dgm:pt modelId="{F0CDD265-065E-FF48-8999-D50757CDC8D7}" type="pres">
      <dgm:prSet presAssocID="{41A59E1C-CA8F-D449-9C23-A799661C6A25}" presName="level3hierChild" presStyleCnt="0"/>
      <dgm:spPr/>
    </dgm:pt>
    <dgm:pt modelId="{C70C430B-E066-5646-9CA3-1F78FCBB789C}" type="pres">
      <dgm:prSet presAssocID="{02451523-0A27-3345-9852-6405C5431B1B}" presName="conn2-1" presStyleLbl="parChTrans1D4" presStyleIdx="1" presStyleCnt="2"/>
      <dgm:spPr/>
    </dgm:pt>
    <dgm:pt modelId="{2C80F2C2-48E2-0246-A5C3-0190AF43BD57}" type="pres">
      <dgm:prSet presAssocID="{02451523-0A27-3345-9852-6405C5431B1B}" presName="connTx" presStyleLbl="parChTrans1D4" presStyleIdx="1" presStyleCnt="2"/>
      <dgm:spPr/>
    </dgm:pt>
    <dgm:pt modelId="{57E85775-9B49-C346-8E30-A0F44916C08F}" type="pres">
      <dgm:prSet presAssocID="{8A2EA5F1-C5E1-254D-8675-45901B1A90C5}" presName="root2" presStyleCnt="0"/>
      <dgm:spPr/>
    </dgm:pt>
    <dgm:pt modelId="{82176513-1F48-724C-BE92-E9CBB356028F}" type="pres">
      <dgm:prSet presAssocID="{8A2EA5F1-C5E1-254D-8675-45901B1A90C5}" presName="LevelTwoTextNode" presStyleLbl="node4" presStyleIdx="1" presStyleCnt="2">
        <dgm:presLayoutVars>
          <dgm:chPref val="3"/>
        </dgm:presLayoutVars>
      </dgm:prSet>
      <dgm:spPr/>
    </dgm:pt>
    <dgm:pt modelId="{BB0B0E04-A637-C948-8A89-41DF8EC18E8F}" type="pres">
      <dgm:prSet presAssocID="{8A2EA5F1-C5E1-254D-8675-45901B1A90C5}" presName="level3hierChild" presStyleCnt="0"/>
      <dgm:spPr/>
    </dgm:pt>
  </dgm:ptLst>
  <dgm:cxnLst>
    <dgm:cxn modelId="{B8133204-F403-A64C-A2C8-027E7D9CB4CC}" type="presOf" srcId="{5B750C2F-AB82-3B4B-9279-C817D883BC0B}" destId="{BEF1667E-64EB-A949-AA42-38E2BEF2793E}" srcOrd="1" destOrd="0" presId="urn:microsoft.com/office/officeart/2005/8/layout/hierarchy2"/>
    <dgm:cxn modelId="{A8E63604-7C77-9A43-B77A-F0F834D74652}" srcId="{376CC66B-0F23-4A4D-8C54-D0D016E4EB54}" destId="{ADCA107C-E144-C940-9ED9-89E01E4CCC21}" srcOrd="1" destOrd="0" parTransId="{D30FBBD7-0B3F-9B44-9CE8-D6BE4FE55F78}" sibTransId="{84914307-39BD-3C48-80D7-0BCFD38EDDB1}"/>
    <dgm:cxn modelId="{D85B4F0E-FCD0-824E-B505-DCC1432EF3A3}" srcId="{F0C75440-C600-F243-856E-C68C19BD1517}" destId="{8A2EA5F1-C5E1-254D-8675-45901B1A90C5}" srcOrd="1" destOrd="0" parTransId="{02451523-0A27-3345-9852-6405C5431B1B}" sibTransId="{245F1CC5-1817-0949-A446-CEB9BEBC4981}"/>
    <dgm:cxn modelId="{762CC21D-2F69-1349-BD1B-4E603ACAA2A7}" type="presOf" srcId="{A9C262E0-5459-FB4D-8209-AC41A3ACC7B8}" destId="{2BCD267A-A2BA-8248-87B1-737A6F89DF53}" srcOrd="1" destOrd="0" presId="urn:microsoft.com/office/officeart/2005/8/layout/hierarchy2"/>
    <dgm:cxn modelId="{270E3A21-6FCE-DB43-B235-DBFBAEE5C324}" srcId="{F0C75440-C600-F243-856E-C68C19BD1517}" destId="{41A59E1C-CA8F-D449-9C23-A799661C6A25}" srcOrd="0" destOrd="0" parTransId="{422E6996-473D-2245-A8DD-051AC9653631}" sibTransId="{086AE9E4-6777-B34D-B8F5-7A904CAC0E14}"/>
    <dgm:cxn modelId="{06022323-C929-5546-AD29-25A84F4F9540}" srcId="{78FC7410-E913-5941-94F9-5324D5485B00}" destId="{06464B95-8FB0-C548-B2B6-48021D8B0761}" srcOrd="1" destOrd="0" parTransId="{5B750C2F-AB82-3B4B-9279-C817D883BC0B}" sibTransId="{62435EED-7514-BA49-A463-A58A89C4575B}"/>
    <dgm:cxn modelId="{2B5DA026-3D33-1A42-9DA5-5BF63C55B628}" type="presOf" srcId="{7204C845-6A22-374F-86BD-CBEBA19DB1E2}" destId="{21D94351-E2C3-AC46-82BC-55A3AF587D82}" srcOrd="0" destOrd="0" presId="urn:microsoft.com/office/officeart/2005/8/layout/hierarchy2"/>
    <dgm:cxn modelId="{2A888C2B-C1B4-1447-AC63-6835C548A0B2}" type="presOf" srcId="{02451523-0A27-3345-9852-6405C5431B1B}" destId="{C70C430B-E066-5646-9CA3-1F78FCBB789C}" srcOrd="0" destOrd="0" presId="urn:microsoft.com/office/officeart/2005/8/layout/hierarchy2"/>
    <dgm:cxn modelId="{3105922D-92EC-7446-9C19-9F1E278EE8AB}" srcId="{78FC7410-E913-5941-94F9-5324D5485B00}" destId="{E4E22CB4-B2E9-A444-846F-1A74B94504A9}" srcOrd="0" destOrd="0" parTransId="{5BB09F99-B3F2-6C47-8B72-6A3B19755F65}" sibTransId="{D9DACE2A-F6BC-5243-80DC-3668C90ECB6E}"/>
    <dgm:cxn modelId="{52573B2E-7BB7-FF49-A26F-D0306A7A9358}" type="presOf" srcId="{422E6996-473D-2245-A8DD-051AC9653631}" destId="{1F38E4D1-D87B-3144-ABEA-FC89FFB7AB8B}" srcOrd="1" destOrd="0" presId="urn:microsoft.com/office/officeart/2005/8/layout/hierarchy2"/>
    <dgm:cxn modelId="{3A59EA4D-286A-7E45-AB82-B1D060F82EDA}" srcId="{78FC7410-E913-5941-94F9-5324D5485B00}" destId="{4AEE787A-C04C-F142-830B-1CB85A7AAF07}" srcOrd="2" destOrd="0" parTransId="{7204C845-6A22-374F-86BD-CBEBA19DB1E2}" sibTransId="{9921B7B1-2C9D-DA46-833C-AC4CF586002A}"/>
    <dgm:cxn modelId="{40013461-9234-6542-9293-996194BE1931}" type="presOf" srcId="{D30FBBD7-0B3F-9B44-9CE8-D6BE4FE55F78}" destId="{AE5CA99D-4937-584E-899A-841D7C42D4A1}" srcOrd="1" destOrd="0" presId="urn:microsoft.com/office/officeart/2005/8/layout/hierarchy2"/>
    <dgm:cxn modelId="{AB799863-FB2E-4043-A427-A46F20951346}" type="presOf" srcId="{E4E22CB4-B2E9-A444-846F-1A74B94504A9}" destId="{0AA272B6-74E9-6D41-9E2E-B53BD3CD046A}" srcOrd="0" destOrd="0" presId="urn:microsoft.com/office/officeart/2005/8/layout/hierarchy2"/>
    <dgm:cxn modelId="{E8528964-A885-7B45-8617-625A4FF0F6C4}" type="presOf" srcId="{F76E8284-7A75-9440-BADF-E769B50B676F}" destId="{03E21AF4-C492-7044-AE3B-29B4CE7EC157}" srcOrd="1" destOrd="0" presId="urn:microsoft.com/office/officeart/2005/8/layout/hierarchy2"/>
    <dgm:cxn modelId="{9F52C364-FB76-6B4D-84F4-19AAE55E4417}" type="presOf" srcId="{63A27B14-DEBC-3448-9E50-3331152EF9DB}" destId="{90F211D7-5DE8-5240-AE73-9DC8D43A5A73}" srcOrd="0" destOrd="0" presId="urn:microsoft.com/office/officeart/2005/8/layout/hierarchy2"/>
    <dgm:cxn modelId="{ADC86B68-6869-844E-B6F4-39B517CEF680}" srcId="{ADCA107C-E144-C940-9ED9-89E01E4CCC21}" destId="{723DD7E2-18E0-3249-98C4-B8E261827E55}" srcOrd="0" destOrd="0" parTransId="{63A27B14-DEBC-3448-9E50-3331152EF9DB}" sibTransId="{F8FAC6A8-DF4F-7449-A763-959BC5E70DBD}"/>
    <dgm:cxn modelId="{ECABA876-EBE8-1244-9119-FF588C87B5C5}" type="presOf" srcId="{78FC7410-E913-5941-94F9-5324D5485B00}" destId="{73937C0B-ECE2-0348-86B2-5015AA3F5CFE}" srcOrd="0" destOrd="0" presId="urn:microsoft.com/office/officeart/2005/8/layout/hierarchy2"/>
    <dgm:cxn modelId="{C4C6EC77-BBB6-CF45-BE1E-E344ABF294A4}" type="presOf" srcId="{8A2EA5F1-C5E1-254D-8675-45901B1A90C5}" destId="{82176513-1F48-724C-BE92-E9CBB356028F}" srcOrd="0" destOrd="0" presId="urn:microsoft.com/office/officeart/2005/8/layout/hierarchy2"/>
    <dgm:cxn modelId="{58B53F79-7019-F347-B02D-AFBDC6251A39}" srcId="{ADCA107C-E144-C940-9ED9-89E01E4CCC21}" destId="{F0C75440-C600-F243-856E-C68C19BD1517}" srcOrd="1" destOrd="0" parTransId="{F76E8284-7A75-9440-BADF-E769B50B676F}" sibTransId="{28A7C517-0D13-384E-BD54-70788E47C7AD}"/>
    <dgm:cxn modelId="{F59C877B-EFB2-3448-8C93-CEFB9B326564}" type="presOf" srcId="{63A27B14-DEBC-3448-9E50-3331152EF9DB}" destId="{E922152D-EE73-8F45-B3AF-94B9E0BF61E6}" srcOrd="1" destOrd="0" presId="urn:microsoft.com/office/officeart/2005/8/layout/hierarchy2"/>
    <dgm:cxn modelId="{E16D8D87-E716-BD4B-ADAF-9E2012613630}" type="presOf" srcId="{F0C75440-C600-F243-856E-C68C19BD1517}" destId="{32713FFA-7C61-A74E-8A0C-83ADFEB76383}" srcOrd="0" destOrd="0" presId="urn:microsoft.com/office/officeart/2005/8/layout/hierarchy2"/>
    <dgm:cxn modelId="{A00E9A8A-54E7-2C4A-98E3-99602CD72E1D}" type="presOf" srcId="{723DD7E2-18E0-3249-98C4-B8E261827E55}" destId="{D489FF35-7205-C047-BAF8-50BA9FB5CA95}" srcOrd="0" destOrd="0" presId="urn:microsoft.com/office/officeart/2005/8/layout/hierarchy2"/>
    <dgm:cxn modelId="{370F5CA1-21A3-084A-90C4-E26C1A70BC7F}" type="presOf" srcId="{7204C845-6A22-374F-86BD-CBEBA19DB1E2}" destId="{5A7F827F-E05D-7446-A329-5B94E2791E96}" srcOrd="1" destOrd="0" presId="urn:microsoft.com/office/officeart/2005/8/layout/hierarchy2"/>
    <dgm:cxn modelId="{94CD6AAE-9BDA-8A4C-A6D9-CB341FD1C833}" type="presOf" srcId="{5BB09F99-B3F2-6C47-8B72-6A3B19755F65}" destId="{787FF621-2098-7443-BA96-BF33A3FE072C}" srcOrd="1" destOrd="0" presId="urn:microsoft.com/office/officeart/2005/8/layout/hierarchy2"/>
    <dgm:cxn modelId="{4B63DCB7-C0BD-ED42-B46F-5E25EE6154D1}" type="presOf" srcId="{68E5C8F0-6BFD-204F-9237-99CAEB6607B1}" destId="{756986E7-98BE-4E45-AC54-2699A3CB9D29}" srcOrd="0" destOrd="0" presId="urn:microsoft.com/office/officeart/2005/8/layout/hierarchy2"/>
    <dgm:cxn modelId="{B935C2B8-34D7-224E-8AA7-D20888CD320E}" type="presOf" srcId="{02451523-0A27-3345-9852-6405C5431B1B}" destId="{2C80F2C2-48E2-0246-A5C3-0190AF43BD57}" srcOrd="1" destOrd="0" presId="urn:microsoft.com/office/officeart/2005/8/layout/hierarchy2"/>
    <dgm:cxn modelId="{23EA66B9-3886-A74B-9963-0CC5C17A753E}" srcId="{68E5C8F0-6BFD-204F-9237-99CAEB6607B1}" destId="{376CC66B-0F23-4A4D-8C54-D0D016E4EB54}" srcOrd="0" destOrd="0" parTransId="{90157A74-6388-BE4D-97FA-E6DE49D03484}" sibTransId="{B1DAA860-9F47-CD4B-ABC1-93A7500FD922}"/>
    <dgm:cxn modelId="{6867D3C2-1FAA-B94A-93B6-1CBF257CC458}" type="presOf" srcId="{A9C262E0-5459-FB4D-8209-AC41A3ACC7B8}" destId="{D3B36487-FB65-AE45-B633-096F82213367}" srcOrd="0" destOrd="0" presId="urn:microsoft.com/office/officeart/2005/8/layout/hierarchy2"/>
    <dgm:cxn modelId="{BB3501C4-B098-EF43-900E-65B203C4A60A}" type="presOf" srcId="{4AEE787A-C04C-F142-830B-1CB85A7AAF07}" destId="{AC70617E-3DBD-F343-BB33-C86EB950C592}" srcOrd="0" destOrd="0" presId="urn:microsoft.com/office/officeart/2005/8/layout/hierarchy2"/>
    <dgm:cxn modelId="{7BF73DC5-455A-7147-A2AE-A923E7AF61B3}" type="presOf" srcId="{ADCA107C-E144-C940-9ED9-89E01E4CCC21}" destId="{CC17A459-F650-A04A-93B9-A65513970CEF}" srcOrd="0" destOrd="0" presId="urn:microsoft.com/office/officeart/2005/8/layout/hierarchy2"/>
    <dgm:cxn modelId="{33ABF7C6-7BBF-B74C-9278-1D48EAFB7CBA}" type="presOf" srcId="{F76E8284-7A75-9440-BADF-E769B50B676F}" destId="{D04950C4-0E8B-6A4C-86DF-D2D4CA61CB51}" srcOrd="0" destOrd="0" presId="urn:microsoft.com/office/officeart/2005/8/layout/hierarchy2"/>
    <dgm:cxn modelId="{B795A2C8-B264-854D-B2F8-E74209B0C333}" type="presOf" srcId="{41A59E1C-CA8F-D449-9C23-A799661C6A25}" destId="{EC71C35F-CE5F-9B4B-848F-FD53D7CA7DD0}" srcOrd="0" destOrd="0" presId="urn:microsoft.com/office/officeart/2005/8/layout/hierarchy2"/>
    <dgm:cxn modelId="{1CBB3BC9-A48E-1940-9E9A-BE6D2C52BDD9}" type="presOf" srcId="{5B750C2F-AB82-3B4B-9279-C817D883BC0B}" destId="{FC992617-4ECE-A148-A37D-82FF570223E5}" srcOrd="0" destOrd="0" presId="urn:microsoft.com/office/officeart/2005/8/layout/hierarchy2"/>
    <dgm:cxn modelId="{85310BD4-D253-E544-BF2A-4C0D7806B2C7}" srcId="{376CC66B-0F23-4A4D-8C54-D0D016E4EB54}" destId="{78FC7410-E913-5941-94F9-5324D5485B00}" srcOrd="0" destOrd="0" parTransId="{A9C262E0-5459-FB4D-8209-AC41A3ACC7B8}" sibTransId="{6D8B35BD-BF1D-7E44-9D43-1D50A7EFAD53}"/>
    <dgm:cxn modelId="{6A6124E1-E80A-FE4B-90ED-939CB05B7E11}" type="presOf" srcId="{422E6996-473D-2245-A8DD-051AC9653631}" destId="{E154FA4E-9CDC-EF42-B2DE-554D48F85627}" srcOrd="0" destOrd="0" presId="urn:microsoft.com/office/officeart/2005/8/layout/hierarchy2"/>
    <dgm:cxn modelId="{156323E4-6507-0748-8397-EDD30ACBD7C4}" type="presOf" srcId="{D30FBBD7-0B3F-9B44-9CE8-D6BE4FE55F78}" destId="{5DED3675-3128-574A-B191-3751091C035D}" srcOrd="0" destOrd="0" presId="urn:microsoft.com/office/officeart/2005/8/layout/hierarchy2"/>
    <dgm:cxn modelId="{4F8D2FE5-5005-A446-A72A-5B75565ABFD9}" type="presOf" srcId="{376CC66B-0F23-4A4D-8C54-D0D016E4EB54}" destId="{90322183-34B2-7B4C-A1F1-6062DA6BA052}" srcOrd="0" destOrd="0" presId="urn:microsoft.com/office/officeart/2005/8/layout/hierarchy2"/>
    <dgm:cxn modelId="{148802EA-A6C5-4C4E-85E0-6FA52F1EF85A}" type="presOf" srcId="{06464B95-8FB0-C548-B2B6-48021D8B0761}" destId="{3691651C-E39D-3D4E-B4B8-6A5FB8E0C28F}" srcOrd="0" destOrd="0" presId="urn:microsoft.com/office/officeart/2005/8/layout/hierarchy2"/>
    <dgm:cxn modelId="{B828B4FE-DD49-804D-A330-60EDEB184E6C}" type="presOf" srcId="{5BB09F99-B3F2-6C47-8B72-6A3B19755F65}" destId="{EEE16961-57B6-E14B-B217-2F32F2ADE770}" srcOrd="0" destOrd="0" presId="urn:microsoft.com/office/officeart/2005/8/layout/hierarchy2"/>
    <dgm:cxn modelId="{80468AC8-5C54-DF42-A211-41A19A3E7DD4}" type="presParOf" srcId="{756986E7-98BE-4E45-AC54-2699A3CB9D29}" destId="{BEAC7B37-C9A3-7D4F-B922-F7709FBFA505}" srcOrd="0" destOrd="0" presId="urn:microsoft.com/office/officeart/2005/8/layout/hierarchy2"/>
    <dgm:cxn modelId="{CF195E0F-19EE-4448-A27B-AE73F0B167DF}" type="presParOf" srcId="{BEAC7B37-C9A3-7D4F-B922-F7709FBFA505}" destId="{90322183-34B2-7B4C-A1F1-6062DA6BA052}" srcOrd="0" destOrd="0" presId="urn:microsoft.com/office/officeart/2005/8/layout/hierarchy2"/>
    <dgm:cxn modelId="{389FDBBF-7B0C-3C4F-A4F9-52F37E5F872D}" type="presParOf" srcId="{BEAC7B37-C9A3-7D4F-B922-F7709FBFA505}" destId="{7C83B696-D63A-FB4C-BCB9-ABDD872B7204}" srcOrd="1" destOrd="0" presId="urn:microsoft.com/office/officeart/2005/8/layout/hierarchy2"/>
    <dgm:cxn modelId="{DC385A21-47C4-0D47-9AB5-2AE472F6B6B9}" type="presParOf" srcId="{7C83B696-D63A-FB4C-BCB9-ABDD872B7204}" destId="{D3B36487-FB65-AE45-B633-096F82213367}" srcOrd="0" destOrd="0" presId="urn:microsoft.com/office/officeart/2005/8/layout/hierarchy2"/>
    <dgm:cxn modelId="{F9FE6364-C17F-8747-92E6-AB48DB23C7D2}" type="presParOf" srcId="{D3B36487-FB65-AE45-B633-096F82213367}" destId="{2BCD267A-A2BA-8248-87B1-737A6F89DF53}" srcOrd="0" destOrd="0" presId="urn:microsoft.com/office/officeart/2005/8/layout/hierarchy2"/>
    <dgm:cxn modelId="{8D2AB2F1-67CE-A34A-B9DF-84177453C001}" type="presParOf" srcId="{7C83B696-D63A-FB4C-BCB9-ABDD872B7204}" destId="{2771F6FC-C097-FD41-8F0E-D7102079DBFA}" srcOrd="1" destOrd="0" presId="urn:microsoft.com/office/officeart/2005/8/layout/hierarchy2"/>
    <dgm:cxn modelId="{7A9CA129-0276-014D-A6DB-7085906056EE}" type="presParOf" srcId="{2771F6FC-C097-FD41-8F0E-D7102079DBFA}" destId="{73937C0B-ECE2-0348-86B2-5015AA3F5CFE}" srcOrd="0" destOrd="0" presId="urn:microsoft.com/office/officeart/2005/8/layout/hierarchy2"/>
    <dgm:cxn modelId="{D83B06FE-4CEE-854B-AACC-8FF62DBC1C18}" type="presParOf" srcId="{2771F6FC-C097-FD41-8F0E-D7102079DBFA}" destId="{91F6BC0F-DD99-D747-8B19-AA2552200465}" srcOrd="1" destOrd="0" presId="urn:microsoft.com/office/officeart/2005/8/layout/hierarchy2"/>
    <dgm:cxn modelId="{F3ECE09E-9B53-424E-9BC9-A660E4873185}" type="presParOf" srcId="{91F6BC0F-DD99-D747-8B19-AA2552200465}" destId="{EEE16961-57B6-E14B-B217-2F32F2ADE770}" srcOrd="0" destOrd="0" presId="urn:microsoft.com/office/officeart/2005/8/layout/hierarchy2"/>
    <dgm:cxn modelId="{32A4013F-C865-8243-AA04-8000B210FF52}" type="presParOf" srcId="{EEE16961-57B6-E14B-B217-2F32F2ADE770}" destId="{787FF621-2098-7443-BA96-BF33A3FE072C}" srcOrd="0" destOrd="0" presId="urn:microsoft.com/office/officeart/2005/8/layout/hierarchy2"/>
    <dgm:cxn modelId="{2F028DA7-B488-6249-BA7C-C5B1776ABE8C}" type="presParOf" srcId="{91F6BC0F-DD99-D747-8B19-AA2552200465}" destId="{40F6C301-9945-E142-979C-F038EAD7D07A}" srcOrd="1" destOrd="0" presId="urn:microsoft.com/office/officeart/2005/8/layout/hierarchy2"/>
    <dgm:cxn modelId="{DD25B64E-EDAC-7149-A49E-E7F50E711E53}" type="presParOf" srcId="{40F6C301-9945-E142-979C-F038EAD7D07A}" destId="{0AA272B6-74E9-6D41-9E2E-B53BD3CD046A}" srcOrd="0" destOrd="0" presId="urn:microsoft.com/office/officeart/2005/8/layout/hierarchy2"/>
    <dgm:cxn modelId="{41992C32-6ECC-1842-9B8F-323301926A8D}" type="presParOf" srcId="{40F6C301-9945-E142-979C-F038EAD7D07A}" destId="{290EC1E8-5DCC-584F-943E-0F4D38927742}" srcOrd="1" destOrd="0" presId="urn:microsoft.com/office/officeart/2005/8/layout/hierarchy2"/>
    <dgm:cxn modelId="{13700AD6-05F9-D74B-BD57-01665701E42B}" type="presParOf" srcId="{91F6BC0F-DD99-D747-8B19-AA2552200465}" destId="{FC992617-4ECE-A148-A37D-82FF570223E5}" srcOrd="2" destOrd="0" presId="urn:microsoft.com/office/officeart/2005/8/layout/hierarchy2"/>
    <dgm:cxn modelId="{88110875-F475-3840-AE62-54A7BA71F016}" type="presParOf" srcId="{FC992617-4ECE-A148-A37D-82FF570223E5}" destId="{BEF1667E-64EB-A949-AA42-38E2BEF2793E}" srcOrd="0" destOrd="0" presId="urn:microsoft.com/office/officeart/2005/8/layout/hierarchy2"/>
    <dgm:cxn modelId="{0953CF90-5669-1044-B25A-1F17BA281063}" type="presParOf" srcId="{91F6BC0F-DD99-D747-8B19-AA2552200465}" destId="{8D766B5D-C2E2-484B-B74D-F3EC0A77D0E3}" srcOrd="3" destOrd="0" presId="urn:microsoft.com/office/officeart/2005/8/layout/hierarchy2"/>
    <dgm:cxn modelId="{59C92265-8DF4-AB48-8E53-A81B36DFF7F1}" type="presParOf" srcId="{8D766B5D-C2E2-484B-B74D-F3EC0A77D0E3}" destId="{3691651C-E39D-3D4E-B4B8-6A5FB8E0C28F}" srcOrd="0" destOrd="0" presId="urn:microsoft.com/office/officeart/2005/8/layout/hierarchy2"/>
    <dgm:cxn modelId="{7358DC16-A323-B443-A18E-649878818D81}" type="presParOf" srcId="{8D766B5D-C2E2-484B-B74D-F3EC0A77D0E3}" destId="{97A506FE-C6A7-1842-87C7-837F23EAE60B}" srcOrd="1" destOrd="0" presId="urn:microsoft.com/office/officeart/2005/8/layout/hierarchy2"/>
    <dgm:cxn modelId="{9DCE09BC-E8F7-B344-AFE0-C897C1FE162C}" type="presParOf" srcId="{91F6BC0F-DD99-D747-8B19-AA2552200465}" destId="{21D94351-E2C3-AC46-82BC-55A3AF587D82}" srcOrd="4" destOrd="0" presId="urn:microsoft.com/office/officeart/2005/8/layout/hierarchy2"/>
    <dgm:cxn modelId="{1864199D-87D7-AB44-95ED-DFBA579846B6}" type="presParOf" srcId="{21D94351-E2C3-AC46-82BC-55A3AF587D82}" destId="{5A7F827F-E05D-7446-A329-5B94E2791E96}" srcOrd="0" destOrd="0" presId="urn:microsoft.com/office/officeart/2005/8/layout/hierarchy2"/>
    <dgm:cxn modelId="{83258B61-F719-064C-8755-A86B0EBCD735}" type="presParOf" srcId="{91F6BC0F-DD99-D747-8B19-AA2552200465}" destId="{006F6F40-0C7E-8748-84A4-F11A75D600B5}" srcOrd="5" destOrd="0" presId="urn:microsoft.com/office/officeart/2005/8/layout/hierarchy2"/>
    <dgm:cxn modelId="{DB1568F7-0E80-EA40-AC86-EF4FD64E3141}" type="presParOf" srcId="{006F6F40-0C7E-8748-84A4-F11A75D600B5}" destId="{AC70617E-3DBD-F343-BB33-C86EB950C592}" srcOrd="0" destOrd="0" presId="urn:microsoft.com/office/officeart/2005/8/layout/hierarchy2"/>
    <dgm:cxn modelId="{EC6A3DE3-8C2D-3C44-A82F-6EAA352575FE}" type="presParOf" srcId="{006F6F40-0C7E-8748-84A4-F11A75D600B5}" destId="{535E4B80-1E7E-604B-AC1C-7839F44836F0}" srcOrd="1" destOrd="0" presId="urn:microsoft.com/office/officeart/2005/8/layout/hierarchy2"/>
    <dgm:cxn modelId="{EED036A2-AA77-C245-8198-1D1752012890}" type="presParOf" srcId="{7C83B696-D63A-FB4C-BCB9-ABDD872B7204}" destId="{5DED3675-3128-574A-B191-3751091C035D}" srcOrd="2" destOrd="0" presId="urn:microsoft.com/office/officeart/2005/8/layout/hierarchy2"/>
    <dgm:cxn modelId="{33B5CE19-D547-B446-AB51-E4098D106BB2}" type="presParOf" srcId="{5DED3675-3128-574A-B191-3751091C035D}" destId="{AE5CA99D-4937-584E-899A-841D7C42D4A1}" srcOrd="0" destOrd="0" presId="urn:microsoft.com/office/officeart/2005/8/layout/hierarchy2"/>
    <dgm:cxn modelId="{8B5C1244-02BD-F148-A8CF-ED14949D25B5}" type="presParOf" srcId="{7C83B696-D63A-FB4C-BCB9-ABDD872B7204}" destId="{83BA2ED5-BBC8-C34C-AAC9-E62F28F0A567}" srcOrd="3" destOrd="0" presId="urn:microsoft.com/office/officeart/2005/8/layout/hierarchy2"/>
    <dgm:cxn modelId="{6F616BDF-7095-434A-A774-E232EC4AA47D}" type="presParOf" srcId="{83BA2ED5-BBC8-C34C-AAC9-E62F28F0A567}" destId="{CC17A459-F650-A04A-93B9-A65513970CEF}" srcOrd="0" destOrd="0" presId="urn:microsoft.com/office/officeart/2005/8/layout/hierarchy2"/>
    <dgm:cxn modelId="{8F939C33-C14B-2E4C-BBC8-65BC4B34EC0F}" type="presParOf" srcId="{83BA2ED5-BBC8-C34C-AAC9-E62F28F0A567}" destId="{4A02746F-BA4B-1D4D-BACF-2C0817DA4F5F}" srcOrd="1" destOrd="0" presId="urn:microsoft.com/office/officeart/2005/8/layout/hierarchy2"/>
    <dgm:cxn modelId="{E4EC3CF8-3DF4-1341-9FFA-A28FEC6E53FE}" type="presParOf" srcId="{4A02746F-BA4B-1D4D-BACF-2C0817DA4F5F}" destId="{90F211D7-5DE8-5240-AE73-9DC8D43A5A73}" srcOrd="0" destOrd="0" presId="urn:microsoft.com/office/officeart/2005/8/layout/hierarchy2"/>
    <dgm:cxn modelId="{17EE2E1F-F69D-664F-B63D-920E106EC9FF}" type="presParOf" srcId="{90F211D7-5DE8-5240-AE73-9DC8D43A5A73}" destId="{E922152D-EE73-8F45-B3AF-94B9E0BF61E6}" srcOrd="0" destOrd="0" presId="urn:microsoft.com/office/officeart/2005/8/layout/hierarchy2"/>
    <dgm:cxn modelId="{1626DA86-AB83-5B4C-8CC8-08EB494B0DE0}" type="presParOf" srcId="{4A02746F-BA4B-1D4D-BACF-2C0817DA4F5F}" destId="{B92E09AC-EAC2-C844-8381-B1274A21855C}" srcOrd="1" destOrd="0" presId="urn:microsoft.com/office/officeart/2005/8/layout/hierarchy2"/>
    <dgm:cxn modelId="{F4E0498C-103D-BC49-9291-1153DEB6317B}" type="presParOf" srcId="{B92E09AC-EAC2-C844-8381-B1274A21855C}" destId="{D489FF35-7205-C047-BAF8-50BA9FB5CA95}" srcOrd="0" destOrd="0" presId="urn:microsoft.com/office/officeart/2005/8/layout/hierarchy2"/>
    <dgm:cxn modelId="{317E4C04-3211-EB42-8B4C-15A72F69F13A}" type="presParOf" srcId="{B92E09AC-EAC2-C844-8381-B1274A21855C}" destId="{FF71CC10-B252-C948-A533-7B8FF518B02C}" srcOrd="1" destOrd="0" presId="urn:microsoft.com/office/officeart/2005/8/layout/hierarchy2"/>
    <dgm:cxn modelId="{093606F4-57AB-C64B-AEB0-5D65C47E7257}" type="presParOf" srcId="{4A02746F-BA4B-1D4D-BACF-2C0817DA4F5F}" destId="{D04950C4-0E8B-6A4C-86DF-D2D4CA61CB51}" srcOrd="2" destOrd="0" presId="urn:microsoft.com/office/officeart/2005/8/layout/hierarchy2"/>
    <dgm:cxn modelId="{E15D521F-BCBC-6344-B39A-B388A6DC5F3A}" type="presParOf" srcId="{D04950C4-0E8B-6A4C-86DF-D2D4CA61CB51}" destId="{03E21AF4-C492-7044-AE3B-29B4CE7EC157}" srcOrd="0" destOrd="0" presId="urn:microsoft.com/office/officeart/2005/8/layout/hierarchy2"/>
    <dgm:cxn modelId="{0AE148F7-8400-3F4B-A5B6-67092AC24CF1}" type="presParOf" srcId="{4A02746F-BA4B-1D4D-BACF-2C0817DA4F5F}" destId="{32EC5B1B-1B62-0042-9C52-4CD7D863F535}" srcOrd="3" destOrd="0" presId="urn:microsoft.com/office/officeart/2005/8/layout/hierarchy2"/>
    <dgm:cxn modelId="{94E6B8B9-CEEA-D44D-BE20-3DAFAC387989}" type="presParOf" srcId="{32EC5B1B-1B62-0042-9C52-4CD7D863F535}" destId="{32713FFA-7C61-A74E-8A0C-83ADFEB76383}" srcOrd="0" destOrd="0" presId="urn:microsoft.com/office/officeart/2005/8/layout/hierarchy2"/>
    <dgm:cxn modelId="{366B3857-680C-4041-BE77-F4579B845CC6}" type="presParOf" srcId="{32EC5B1B-1B62-0042-9C52-4CD7D863F535}" destId="{AFBE60A5-C1FA-204B-8D5D-818DB26F1723}" srcOrd="1" destOrd="0" presId="urn:microsoft.com/office/officeart/2005/8/layout/hierarchy2"/>
    <dgm:cxn modelId="{0B7E5D8F-304F-8A4B-8AA0-26B99F7C41BA}" type="presParOf" srcId="{AFBE60A5-C1FA-204B-8D5D-818DB26F1723}" destId="{E154FA4E-9CDC-EF42-B2DE-554D48F85627}" srcOrd="0" destOrd="0" presId="urn:microsoft.com/office/officeart/2005/8/layout/hierarchy2"/>
    <dgm:cxn modelId="{431A3DAE-03ED-0B49-997B-009609E101FC}" type="presParOf" srcId="{E154FA4E-9CDC-EF42-B2DE-554D48F85627}" destId="{1F38E4D1-D87B-3144-ABEA-FC89FFB7AB8B}" srcOrd="0" destOrd="0" presId="urn:microsoft.com/office/officeart/2005/8/layout/hierarchy2"/>
    <dgm:cxn modelId="{328DAF18-1598-C845-80FC-F27C014CA648}" type="presParOf" srcId="{AFBE60A5-C1FA-204B-8D5D-818DB26F1723}" destId="{FBED66F0-95F4-4441-A71C-EA61091EAE6E}" srcOrd="1" destOrd="0" presId="urn:microsoft.com/office/officeart/2005/8/layout/hierarchy2"/>
    <dgm:cxn modelId="{087775FD-98B9-2B41-9DE8-076B40671718}" type="presParOf" srcId="{FBED66F0-95F4-4441-A71C-EA61091EAE6E}" destId="{EC71C35F-CE5F-9B4B-848F-FD53D7CA7DD0}" srcOrd="0" destOrd="0" presId="urn:microsoft.com/office/officeart/2005/8/layout/hierarchy2"/>
    <dgm:cxn modelId="{666A0F9C-9C32-214F-AC15-A805E2D84F42}" type="presParOf" srcId="{FBED66F0-95F4-4441-A71C-EA61091EAE6E}" destId="{F0CDD265-065E-FF48-8999-D50757CDC8D7}" srcOrd="1" destOrd="0" presId="urn:microsoft.com/office/officeart/2005/8/layout/hierarchy2"/>
    <dgm:cxn modelId="{028B888D-3D34-8645-8A6C-7837C37EF425}" type="presParOf" srcId="{AFBE60A5-C1FA-204B-8D5D-818DB26F1723}" destId="{C70C430B-E066-5646-9CA3-1F78FCBB789C}" srcOrd="2" destOrd="0" presId="urn:microsoft.com/office/officeart/2005/8/layout/hierarchy2"/>
    <dgm:cxn modelId="{CF146473-6CE9-CA49-AAA1-7549D079DDB0}" type="presParOf" srcId="{C70C430B-E066-5646-9CA3-1F78FCBB789C}" destId="{2C80F2C2-48E2-0246-A5C3-0190AF43BD57}" srcOrd="0" destOrd="0" presId="urn:microsoft.com/office/officeart/2005/8/layout/hierarchy2"/>
    <dgm:cxn modelId="{3F0E1B10-E5C5-134C-A3DD-886D9CA7256C}" type="presParOf" srcId="{AFBE60A5-C1FA-204B-8D5D-818DB26F1723}" destId="{57E85775-9B49-C346-8E30-A0F44916C08F}" srcOrd="3" destOrd="0" presId="urn:microsoft.com/office/officeart/2005/8/layout/hierarchy2"/>
    <dgm:cxn modelId="{F8A33DF9-40FF-0642-B6A4-F10FC8DDB1B6}" type="presParOf" srcId="{57E85775-9B49-C346-8E30-A0F44916C08F}" destId="{82176513-1F48-724C-BE92-E9CBB356028F}" srcOrd="0" destOrd="0" presId="urn:microsoft.com/office/officeart/2005/8/layout/hierarchy2"/>
    <dgm:cxn modelId="{46832C2E-7655-A141-9313-626ED9582563}" type="presParOf" srcId="{57E85775-9B49-C346-8E30-A0F44916C08F}" destId="{BB0B0E04-A637-C948-8A89-41DF8EC18E8F}" srcOrd="1" destOrd="0" presId="urn:microsoft.com/office/officeart/2005/8/layout/hierarchy2"/>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05AA0C0-9B83-1145-8C0B-1759906EF216}" type="doc">
      <dgm:prSet loTypeId="urn:microsoft.com/office/officeart/2005/8/layout/orgChart1" loCatId="process" qsTypeId="urn:microsoft.com/office/officeart/2005/8/quickstyle/simple1" qsCatId="simple" csTypeId="urn:microsoft.com/office/officeart/2005/8/colors/accent2_1" csCatId="accent2" phldr="1"/>
      <dgm:spPr/>
      <dgm:t>
        <a:bodyPr/>
        <a:lstStyle/>
        <a:p>
          <a:endParaRPr lang="en-US"/>
        </a:p>
      </dgm:t>
    </dgm:pt>
    <dgm:pt modelId="{66AA0760-CC8F-984B-86D9-E6F3B716B491}">
      <dgm:prSet/>
      <dgm:spPr>
        <a:ln>
          <a:solidFill>
            <a:srgbClr val="336699"/>
          </a:solidFill>
        </a:ln>
      </dgm:spPr>
      <dgm:t>
        <a:bodyPr/>
        <a:lstStyle/>
        <a:p>
          <a:r>
            <a:rPr lang="en-CA"/>
            <a:t>Model Extraction Attack</a:t>
          </a:r>
        </a:p>
      </dgm:t>
    </dgm:pt>
    <dgm:pt modelId="{9171443C-68C4-9843-A04E-54703189D3CB}" type="parTrans" cxnId="{F45CB89E-E046-234A-B6B4-25206FD9EDB4}">
      <dgm:prSet/>
      <dgm:spPr/>
      <dgm:t>
        <a:bodyPr/>
        <a:lstStyle/>
        <a:p>
          <a:endParaRPr lang="en-US"/>
        </a:p>
      </dgm:t>
    </dgm:pt>
    <dgm:pt modelId="{39B66247-D446-2044-93EB-DEC68A65F08A}" type="sibTrans" cxnId="{F45CB89E-E046-234A-B6B4-25206FD9EDB4}">
      <dgm:prSet/>
      <dgm:spPr/>
      <dgm:t>
        <a:bodyPr/>
        <a:lstStyle/>
        <a:p>
          <a:endParaRPr lang="en-US"/>
        </a:p>
      </dgm:t>
    </dgm:pt>
    <dgm:pt modelId="{2D39C5C6-1AE0-C54D-9515-0EB2492B5A7A}">
      <dgm:prSet/>
      <dgm:spPr>
        <a:ln>
          <a:solidFill>
            <a:srgbClr val="336699"/>
          </a:solidFill>
        </a:ln>
      </dgm:spPr>
      <dgm:t>
        <a:bodyPr/>
        <a:lstStyle/>
        <a:p>
          <a:r>
            <a:rPr lang="en-CA"/>
            <a:t>Query Based</a:t>
          </a:r>
        </a:p>
      </dgm:t>
    </dgm:pt>
    <dgm:pt modelId="{903B4AC3-A329-FA43-B828-3E5E57E45225}" type="parTrans" cxnId="{48DDF156-C2D6-2043-80D9-9A0BC00BFB9E}">
      <dgm:prSet/>
      <dgm:spPr>
        <a:ln>
          <a:solidFill>
            <a:srgbClr val="336699"/>
          </a:solidFill>
        </a:ln>
      </dgm:spPr>
      <dgm:t>
        <a:bodyPr/>
        <a:lstStyle/>
        <a:p>
          <a:endParaRPr lang="en-US"/>
        </a:p>
      </dgm:t>
    </dgm:pt>
    <dgm:pt modelId="{B3D9FFF4-8E62-2C47-BEC4-2246F8322E9A}" type="sibTrans" cxnId="{48DDF156-C2D6-2043-80D9-9A0BC00BFB9E}">
      <dgm:prSet/>
      <dgm:spPr/>
      <dgm:t>
        <a:bodyPr/>
        <a:lstStyle/>
        <a:p>
          <a:endParaRPr lang="en-US"/>
        </a:p>
      </dgm:t>
    </dgm:pt>
    <dgm:pt modelId="{7E8629E0-A90D-D645-B4FA-E83F9BA0CFEE}">
      <dgm:prSet/>
      <dgm:spPr>
        <a:ln>
          <a:solidFill>
            <a:srgbClr val="336699"/>
          </a:solidFill>
        </a:ln>
      </dgm:spPr>
      <dgm:t>
        <a:bodyPr/>
        <a:lstStyle/>
        <a:p>
          <a:r>
            <a:rPr lang="en-CA"/>
            <a:t>Substitute Model Training</a:t>
          </a:r>
        </a:p>
      </dgm:t>
    </dgm:pt>
    <dgm:pt modelId="{C1761864-837D-BE4C-B03B-A2171A711189}" type="parTrans" cxnId="{5B2CC739-8578-254D-9D80-12D2FDBF7736}">
      <dgm:prSet/>
      <dgm:spPr>
        <a:ln>
          <a:solidFill>
            <a:srgbClr val="336699"/>
          </a:solidFill>
        </a:ln>
      </dgm:spPr>
      <dgm:t>
        <a:bodyPr/>
        <a:lstStyle/>
        <a:p>
          <a:endParaRPr lang="en-US"/>
        </a:p>
      </dgm:t>
    </dgm:pt>
    <dgm:pt modelId="{A6B63FA2-9FD5-BD42-9846-D462774FD4E8}" type="sibTrans" cxnId="{5B2CC739-8578-254D-9D80-12D2FDBF7736}">
      <dgm:prSet/>
      <dgm:spPr/>
      <dgm:t>
        <a:bodyPr/>
        <a:lstStyle/>
        <a:p>
          <a:endParaRPr lang="en-US"/>
        </a:p>
      </dgm:t>
    </dgm:pt>
    <dgm:pt modelId="{57C8714B-F2F7-D947-BAD4-6538AC9B627D}">
      <dgm:prSet/>
      <dgm:spPr>
        <a:ln>
          <a:solidFill>
            <a:srgbClr val="336699"/>
          </a:solidFill>
        </a:ln>
      </dgm:spPr>
      <dgm:t>
        <a:bodyPr/>
        <a:lstStyle/>
        <a:p>
          <a:r>
            <a:rPr lang="en-CA" dirty="0"/>
            <a:t>Equation Solving</a:t>
          </a:r>
        </a:p>
      </dgm:t>
    </dgm:pt>
    <dgm:pt modelId="{B0FC22B9-05A5-0544-B5EB-FD731395F955}" type="parTrans" cxnId="{33C8E235-308C-794B-929E-AB6D534E3F5B}">
      <dgm:prSet/>
      <dgm:spPr>
        <a:ln>
          <a:solidFill>
            <a:srgbClr val="336699"/>
          </a:solidFill>
        </a:ln>
      </dgm:spPr>
      <dgm:t>
        <a:bodyPr/>
        <a:lstStyle/>
        <a:p>
          <a:endParaRPr lang="en-US"/>
        </a:p>
      </dgm:t>
    </dgm:pt>
    <dgm:pt modelId="{25006A07-3E9C-E54A-88E1-4B6D7E29D7DC}" type="sibTrans" cxnId="{33C8E235-308C-794B-929E-AB6D534E3F5B}">
      <dgm:prSet/>
      <dgm:spPr/>
      <dgm:t>
        <a:bodyPr/>
        <a:lstStyle/>
        <a:p>
          <a:endParaRPr lang="en-US"/>
        </a:p>
      </dgm:t>
    </dgm:pt>
    <dgm:pt modelId="{57607B6A-85C5-7D4A-92EB-AADF12A9FB40}">
      <dgm:prSet/>
      <dgm:spPr>
        <a:ln>
          <a:solidFill>
            <a:srgbClr val="336699"/>
          </a:solidFill>
        </a:ln>
      </dgm:spPr>
      <dgm:t>
        <a:bodyPr/>
        <a:lstStyle/>
        <a:p>
          <a:r>
            <a:rPr lang="en-CA"/>
            <a:t>Recovery</a:t>
          </a:r>
        </a:p>
      </dgm:t>
    </dgm:pt>
    <dgm:pt modelId="{52083237-A653-F740-96D5-0762D6732BD4}" type="parTrans" cxnId="{EC49ADC4-AA64-8841-9A17-5FA11831AD23}">
      <dgm:prSet/>
      <dgm:spPr>
        <a:ln>
          <a:solidFill>
            <a:srgbClr val="336699"/>
          </a:solidFill>
        </a:ln>
      </dgm:spPr>
      <dgm:t>
        <a:bodyPr/>
        <a:lstStyle/>
        <a:p>
          <a:endParaRPr lang="en-US"/>
        </a:p>
      </dgm:t>
    </dgm:pt>
    <dgm:pt modelId="{0E0A1088-1240-0040-AE8A-46BC41303258}" type="sibTrans" cxnId="{EC49ADC4-AA64-8841-9A17-5FA11831AD23}">
      <dgm:prSet/>
      <dgm:spPr/>
      <dgm:t>
        <a:bodyPr/>
        <a:lstStyle/>
        <a:p>
          <a:endParaRPr lang="en-US"/>
        </a:p>
      </dgm:t>
    </dgm:pt>
    <dgm:pt modelId="{EFF4D3E3-8A42-F246-B044-7CC33C55C0A4}">
      <dgm:prSet/>
      <dgm:spPr>
        <a:ln>
          <a:solidFill>
            <a:srgbClr val="336699"/>
          </a:solidFill>
        </a:ln>
      </dgm:spPr>
      <dgm:t>
        <a:bodyPr/>
        <a:lstStyle/>
        <a:p>
          <a:r>
            <a:rPr lang="en-CA"/>
            <a:t>Meta-model Training</a:t>
          </a:r>
        </a:p>
      </dgm:t>
    </dgm:pt>
    <dgm:pt modelId="{95F25BA8-B53D-8043-ABB1-ECFA02F08A8F}" type="parTrans" cxnId="{2771565C-5F12-D441-8A38-EE7333E63535}">
      <dgm:prSet/>
      <dgm:spPr>
        <a:ln>
          <a:solidFill>
            <a:srgbClr val="336699"/>
          </a:solidFill>
        </a:ln>
      </dgm:spPr>
      <dgm:t>
        <a:bodyPr/>
        <a:lstStyle/>
        <a:p>
          <a:endParaRPr lang="en-US"/>
        </a:p>
      </dgm:t>
    </dgm:pt>
    <dgm:pt modelId="{F542F676-EEC5-D348-A498-A2D73E85B9B4}" type="sibTrans" cxnId="{2771565C-5F12-D441-8A38-EE7333E63535}">
      <dgm:prSet/>
      <dgm:spPr/>
      <dgm:t>
        <a:bodyPr/>
        <a:lstStyle/>
        <a:p>
          <a:endParaRPr lang="en-US"/>
        </a:p>
      </dgm:t>
    </dgm:pt>
    <dgm:pt modelId="{F6C83F6B-D906-4945-974A-40AEDBB3378D}">
      <dgm:prSet/>
      <dgm:spPr>
        <a:ln>
          <a:solidFill>
            <a:srgbClr val="336699"/>
          </a:solidFill>
        </a:ln>
      </dgm:spPr>
      <dgm:t>
        <a:bodyPr/>
        <a:lstStyle/>
        <a:p>
          <a:r>
            <a:rPr lang="en-CA"/>
            <a:t>Explanation Guided</a:t>
          </a:r>
        </a:p>
      </dgm:t>
    </dgm:pt>
    <dgm:pt modelId="{4021B7EA-13D0-8645-BCE0-0CCC7E7B0B77}" type="parTrans" cxnId="{FB64C011-AD58-7846-BE49-F289BCC15C5D}">
      <dgm:prSet/>
      <dgm:spPr>
        <a:ln>
          <a:solidFill>
            <a:srgbClr val="336699"/>
          </a:solidFill>
        </a:ln>
      </dgm:spPr>
      <dgm:t>
        <a:bodyPr/>
        <a:lstStyle/>
        <a:p>
          <a:endParaRPr lang="en-US"/>
        </a:p>
      </dgm:t>
    </dgm:pt>
    <dgm:pt modelId="{7999DA4E-7006-7D43-9987-4B9137EE3BFD}" type="sibTrans" cxnId="{FB64C011-AD58-7846-BE49-F289BCC15C5D}">
      <dgm:prSet/>
      <dgm:spPr/>
      <dgm:t>
        <a:bodyPr/>
        <a:lstStyle/>
        <a:p>
          <a:endParaRPr lang="en-US"/>
        </a:p>
      </dgm:t>
    </dgm:pt>
    <dgm:pt modelId="{A9240AB4-977B-7849-B5ED-BA74B7D0A59F}">
      <dgm:prSet/>
      <dgm:spPr>
        <a:ln>
          <a:solidFill>
            <a:srgbClr val="336699"/>
          </a:solidFill>
        </a:ln>
      </dgm:spPr>
      <dgm:t>
        <a:bodyPr/>
        <a:lstStyle/>
        <a:p>
          <a:r>
            <a:rPr lang="en-CA"/>
            <a:t>Data-driven</a:t>
          </a:r>
        </a:p>
      </dgm:t>
    </dgm:pt>
    <dgm:pt modelId="{735A6196-67FD-CA47-A472-F646E1AD4AEA}" type="parTrans" cxnId="{F914E99C-25BA-594C-A9C4-20EA50FAAC80}">
      <dgm:prSet/>
      <dgm:spPr>
        <a:ln>
          <a:solidFill>
            <a:srgbClr val="336699"/>
          </a:solidFill>
        </a:ln>
      </dgm:spPr>
      <dgm:t>
        <a:bodyPr/>
        <a:lstStyle/>
        <a:p>
          <a:endParaRPr lang="en-US"/>
        </a:p>
      </dgm:t>
    </dgm:pt>
    <dgm:pt modelId="{520F6F52-D950-254E-9495-2FFD86298080}" type="sibTrans" cxnId="{F914E99C-25BA-594C-A9C4-20EA50FAAC80}">
      <dgm:prSet/>
      <dgm:spPr/>
      <dgm:t>
        <a:bodyPr/>
        <a:lstStyle/>
        <a:p>
          <a:endParaRPr lang="en-US"/>
        </a:p>
      </dgm:t>
    </dgm:pt>
    <dgm:pt modelId="{E9F12FBD-85D1-4E45-AD32-AF3F6196B300}">
      <dgm:prSet/>
      <dgm:spPr>
        <a:ln>
          <a:solidFill>
            <a:srgbClr val="336699"/>
          </a:solidFill>
        </a:ln>
      </dgm:spPr>
      <dgm:t>
        <a:bodyPr/>
        <a:lstStyle/>
        <a:p>
          <a:r>
            <a:rPr lang="en-CA"/>
            <a:t>Problem Domain</a:t>
          </a:r>
        </a:p>
      </dgm:t>
    </dgm:pt>
    <dgm:pt modelId="{CC694BEC-FF69-D644-8944-A9363C81C116}" type="parTrans" cxnId="{6DE24653-D335-5D49-BF1F-59B1808121C9}">
      <dgm:prSet/>
      <dgm:spPr>
        <a:ln>
          <a:solidFill>
            <a:srgbClr val="336699"/>
          </a:solidFill>
        </a:ln>
      </dgm:spPr>
      <dgm:t>
        <a:bodyPr/>
        <a:lstStyle/>
        <a:p>
          <a:endParaRPr lang="en-US"/>
        </a:p>
      </dgm:t>
    </dgm:pt>
    <dgm:pt modelId="{9122E2FF-125F-EA4A-A6D2-B21B0B1CFFD1}" type="sibTrans" cxnId="{6DE24653-D335-5D49-BF1F-59B1808121C9}">
      <dgm:prSet/>
      <dgm:spPr/>
      <dgm:t>
        <a:bodyPr/>
        <a:lstStyle/>
        <a:p>
          <a:endParaRPr lang="en-US"/>
        </a:p>
      </dgm:t>
    </dgm:pt>
    <dgm:pt modelId="{1FA78074-2A3E-4E47-96E3-7100E270EF4B}">
      <dgm:prSet/>
      <dgm:spPr>
        <a:ln>
          <a:solidFill>
            <a:srgbClr val="336699"/>
          </a:solidFill>
        </a:ln>
      </dgm:spPr>
      <dgm:t>
        <a:bodyPr/>
        <a:lstStyle/>
        <a:p>
          <a:r>
            <a:rPr lang="en-CA"/>
            <a:t>Non-problem Domain</a:t>
          </a:r>
        </a:p>
      </dgm:t>
    </dgm:pt>
    <dgm:pt modelId="{0BB1D194-EAAE-6F42-B40B-7EF2887ED881}" type="parTrans" cxnId="{317020C4-88B8-BB48-AA19-4DBF0F9395E7}">
      <dgm:prSet/>
      <dgm:spPr>
        <a:ln>
          <a:solidFill>
            <a:srgbClr val="336699"/>
          </a:solidFill>
        </a:ln>
      </dgm:spPr>
      <dgm:t>
        <a:bodyPr/>
        <a:lstStyle/>
        <a:p>
          <a:endParaRPr lang="en-US"/>
        </a:p>
      </dgm:t>
    </dgm:pt>
    <dgm:pt modelId="{5121091F-64D9-5E48-9BF7-C6A6EBD653C0}" type="sibTrans" cxnId="{317020C4-88B8-BB48-AA19-4DBF0F9395E7}">
      <dgm:prSet/>
      <dgm:spPr/>
      <dgm:t>
        <a:bodyPr/>
        <a:lstStyle/>
        <a:p>
          <a:endParaRPr lang="en-US"/>
        </a:p>
      </dgm:t>
    </dgm:pt>
    <dgm:pt modelId="{C93B69DD-F53B-DD42-8A54-E86501329B88}">
      <dgm:prSet/>
      <dgm:spPr>
        <a:ln>
          <a:solidFill>
            <a:srgbClr val="336699"/>
          </a:solidFill>
        </a:ln>
      </dgm:spPr>
      <dgm:t>
        <a:bodyPr/>
        <a:lstStyle/>
        <a:p>
          <a:r>
            <a:rPr lang="en-CA"/>
            <a:t>Data Free</a:t>
          </a:r>
        </a:p>
      </dgm:t>
    </dgm:pt>
    <dgm:pt modelId="{74DCC9F4-248B-9A45-A1F1-B8DDC95A689B}" type="parTrans" cxnId="{69484EA0-A3EE-AF40-BD36-89809FB357E3}">
      <dgm:prSet/>
      <dgm:spPr>
        <a:ln>
          <a:solidFill>
            <a:srgbClr val="336699"/>
          </a:solidFill>
        </a:ln>
      </dgm:spPr>
      <dgm:t>
        <a:bodyPr/>
        <a:lstStyle/>
        <a:p>
          <a:endParaRPr lang="en-US"/>
        </a:p>
      </dgm:t>
    </dgm:pt>
    <dgm:pt modelId="{1A10687C-CDDA-8A4E-AFCE-6F1699F0375A}" type="sibTrans" cxnId="{69484EA0-A3EE-AF40-BD36-89809FB357E3}">
      <dgm:prSet/>
      <dgm:spPr/>
      <dgm:t>
        <a:bodyPr/>
        <a:lstStyle/>
        <a:p>
          <a:endParaRPr lang="en-US"/>
        </a:p>
      </dgm:t>
    </dgm:pt>
    <dgm:pt modelId="{B089B24B-A44A-884A-8747-5CAD4FA742FA}">
      <dgm:prSet/>
      <dgm:spPr>
        <a:ln>
          <a:solidFill>
            <a:srgbClr val="336699"/>
          </a:solidFill>
        </a:ln>
      </dgm:spPr>
      <dgm:t>
        <a:bodyPr/>
        <a:lstStyle/>
        <a:p>
          <a:r>
            <a:rPr lang="en-CA"/>
            <a:t>Side-channel</a:t>
          </a:r>
        </a:p>
      </dgm:t>
    </dgm:pt>
    <dgm:pt modelId="{DC0022B6-48F0-A749-AAE0-81091E9B432A}" type="parTrans" cxnId="{73736E26-A2E3-9245-BA0C-5DB0E7624E75}">
      <dgm:prSet/>
      <dgm:spPr>
        <a:ln>
          <a:solidFill>
            <a:srgbClr val="336699"/>
          </a:solidFill>
        </a:ln>
      </dgm:spPr>
      <dgm:t>
        <a:bodyPr/>
        <a:lstStyle/>
        <a:p>
          <a:endParaRPr lang="en-US"/>
        </a:p>
      </dgm:t>
    </dgm:pt>
    <dgm:pt modelId="{E7FCA380-D2D3-E24E-B21B-E7724132AA70}" type="sibTrans" cxnId="{73736E26-A2E3-9245-BA0C-5DB0E7624E75}">
      <dgm:prSet/>
      <dgm:spPr/>
      <dgm:t>
        <a:bodyPr/>
        <a:lstStyle/>
        <a:p>
          <a:endParaRPr lang="en-US"/>
        </a:p>
      </dgm:t>
    </dgm:pt>
    <dgm:pt modelId="{FE3A1EB2-4A8F-344D-8637-5A4667820482}">
      <dgm:prSet/>
      <dgm:spPr>
        <a:ln>
          <a:solidFill>
            <a:srgbClr val="336699"/>
          </a:solidFill>
        </a:ln>
      </dgm:spPr>
      <dgm:t>
        <a:bodyPr/>
        <a:lstStyle/>
        <a:p>
          <a:r>
            <a:rPr lang="en-CA"/>
            <a:t>Software Side-channel</a:t>
          </a:r>
        </a:p>
      </dgm:t>
    </dgm:pt>
    <dgm:pt modelId="{D5C7249E-3402-A042-927D-85325DFD612A}" type="parTrans" cxnId="{B2074FEC-70CC-F340-A0C4-E73EB001CE12}">
      <dgm:prSet/>
      <dgm:spPr>
        <a:ln>
          <a:solidFill>
            <a:srgbClr val="336699"/>
          </a:solidFill>
        </a:ln>
      </dgm:spPr>
      <dgm:t>
        <a:bodyPr/>
        <a:lstStyle/>
        <a:p>
          <a:endParaRPr lang="en-US"/>
        </a:p>
      </dgm:t>
    </dgm:pt>
    <dgm:pt modelId="{1BBE1606-538A-6D49-BFCB-B12DD7F246AB}" type="sibTrans" cxnId="{B2074FEC-70CC-F340-A0C4-E73EB001CE12}">
      <dgm:prSet/>
      <dgm:spPr/>
      <dgm:t>
        <a:bodyPr/>
        <a:lstStyle/>
        <a:p>
          <a:endParaRPr lang="en-US"/>
        </a:p>
      </dgm:t>
    </dgm:pt>
    <dgm:pt modelId="{B7E6BB84-CE49-5944-850A-4BEA2D5FFF8F}">
      <dgm:prSet/>
      <dgm:spPr>
        <a:ln>
          <a:solidFill>
            <a:srgbClr val="336699"/>
          </a:solidFill>
        </a:ln>
      </dgm:spPr>
      <dgm:t>
        <a:bodyPr/>
        <a:lstStyle/>
        <a:p>
          <a:r>
            <a:rPr lang="en-CA"/>
            <a:t>Hardware Side-channel</a:t>
          </a:r>
        </a:p>
      </dgm:t>
    </dgm:pt>
    <dgm:pt modelId="{EC327F14-AC59-274E-9974-487344B352F4}" type="parTrans" cxnId="{F76B5E9F-3402-2B43-8D6C-2B8B8C5DFA50}">
      <dgm:prSet/>
      <dgm:spPr>
        <a:ln>
          <a:solidFill>
            <a:srgbClr val="336699"/>
          </a:solidFill>
        </a:ln>
      </dgm:spPr>
      <dgm:t>
        <a:bodyPr/>
        <a:lstStyle/>
        <a:p>
          <a:endParaRPr lang="en-US"/>
        </a:p>
      </dgm:t>
    </dgm:pt>
    <dgm:pt modelId="{46454126-5393-794C-B724-AAB91F191836}" type="sibTrans" cxnId="{F76B5E9F-3402-2B43-8D6C-2B8B8C5DFA50}">
      <dgm:prSet/>
      <dgm:spPr/>
      <dgm:t>
        <a:bodyPr/>
        <a:lstStyle/>
        <a:p>
          <a:endParaRPr lang="en-US"/>
        </a:p>
      </dgm:t>
    </dgm:pt>
    <dgm:pt modelId="{253B7F82-552E-8240-8EC3-437597AE18E9}">
      <dgm:prSet/>
      <dgm:spPr>
        <a:ln>
          <a:solidFill>
            <a:srgbClr val="336699"/>
          </a:solidFill>
        </a:ln>
      </dgm:spPr>
      <dgm:t>
        <a:bodyPr/>
        <a:lstStyle/>
        <a:p>
          <a:r>
            <a:rPr lang="en-CA"/>
            <a:t>Gradient-based</a:t>
          </a:r>
        </a:p>
      </dgm:t>
    </dgm:pt>
    <dgm:pt modelId="{D608939C-0BD3-3B47-9D6D-ADAD4ECA0EE3}" type="parTrans" cxnId="{66DB07D2-239F-7947-8B15-E6C0E94E5AC7}">
      <dgm:prSet/>
      <dgm:spPr>
        <a:ln>
          <a:solidFill>
            <a:srgbClr val="336699"/>
          </a:solidFill>
        </a:ln>
      </dgm:spPr>
      <dgm:t>
        <a:bodyPr/>
        <a:lstStyle/>
        <a:p>
          <a:endParaRPr lang="en-US"/>
        </a:p>
      </dgm:t>
    </dgm:pt>
    <dgm:pt modelId="{85901BE1-8154-5344-991F-38EF8B419242}" type="sibTrans" cxnId="{66DB07D2-239F-7947-8B15-E6C0E94E5AC7}">
      <dgm:prSet/>
      <dgm:spPr/>
      <dgm:t>
        <a:bodyPr/>
        <a:lstStyle/>
        <a:p>
          <a:endParaRPr lang="en-US"/>
        </a:p>
      </dgm:t>
    </dgm:pt>
    <dgm:pt modelId="{7E1C5B18-07FD-4644-ADDE-D1294FE39F1E}">
      <dgm:prSet/>
      <dgm:spPr>
        <a:ln>
          <a:solidFill>
            <a:srgbClr val="336699"/>
          </a:solidFill>
        </a:ln>
      </dgm:spPr>
      <dgm:t>
        <a:bodyPr/>
        <a:lstStyle/>
        <a:p>
          <a:r>
            <a:rPr lang="en-CA"/>
            <a:t>Direct Gradient Theft</a:t>
          </a:r>
        </a:p>
      </dgm:t>
    </dgm:pt>
    <dgm:pt modelId="{6464AA2B-B1D4-EF40-8193-D73240C9F9F8}" type="parTrans" cxnId="{52532974-4878-7243-ADC8-669255EDBA00}">
      <dgm:prSet/>
      <dgm:spPr>
        <a:ln>
          <a:solidFill>
            <a:srgbClr val="336699"/>
          </a:solidFill>
        </a:ln>
      </dgm:spPr>
      <dgm:t>
        <a:bodyPr/>
        <a:lstStyle/>
        <a:p>
          <a:endParaRPr lang="en-US"/>
        </a:p>
      </dgm:t>
    </dgm:pt>
    <dgm:pt modelId="{9E1B2FFF-3E3F-0B48-AF8D-BA45E5BF9662}" type="sibTrans" cxnId="{52532974-4878-7243-ADC8-669255EDBA00}">
      <dgm:prSet/>
      <dgm:spPr/>
      <dgm:t>
        <a:bodyPr/>
        <a:lstStyle/>
        <a:p>
          <a:endParaRPr lang="en-US"/>
        </a:p>
      </dgm:t>
    </dgm:pt>
    <dgm:pt modelId="{5FEC71A9-3DD0-A14E-B7E4-4005FB660528}">
      <dgm:prSet/>
      <dgm:spPr>
        <a:ln>
          <a:solidFill>
            <a:srgbClr val="336699"/>
          </a:solidFill>
        </a:ln>
      </dgm:spPr>
      <dgm:t>
        <a:bodyPr/>
        <a:lstStyle/>
        <a:p>
          <a:r>
            <a:rPr lang="en-CA"/>
            <a:t>Gradient Estimation</a:t>
          </a:r>
        </a:p>
      </dgm:t>
    </dgm:pt>
    <dgm:pt modelId="{557496A3-2481-414C-934B-2E7D8DAAD68B}" type="parTrans" cxnId="{9BEE182F-3FA5-2747-8FCF-6DAB94310ED2}">
      <dgm:prSet/>
      <dgm:spPr>
        <a:ln>
          <a:solidFill>
            <a:srgbClr val="336699"/>
          </a:solidFill>
        </a:ln>
      </dgm:spPr>
      <dgm:t>
        <a:bodyPr/>
        <a:lstStyle/>
        <a:p>
          <a:endParaRPr lang="en-US"/>
        </a:p>
      </dgm:t>
    </dgm:pt>
    <dgm:pt modelId="{69F955F7-8DD4-2348-A3DD-A7681633DFA5}" type="sibTrans" cxnId="{9BEE182F-3FA5-2747-8FCF-6DAB94310ED2}">
      <dgm:prSet/>
      <dgm:spPr/>
      <dgm:t>
        <a:bodyPr/>
        <a:lstStyle/>
        <a:p>
          <a:endParaRPr lang="en-US"/>
        </a:p>
      </dgm:t>
    </dgm:pt>
    <dgm:pt modelId="{F709C667-1057-E643-BCE6-6D32B6C29CE2}">
      <dgm:prSet/>
      <dgm:spPr>
        <a:ln>
          <a:solidFill>
            <a:srgbClr val="336699"/>
          </a:solidFill>
        </a:ln>
      </dgm:spPr>
      <dgm:t>
        <a:bodyPr/>
        <a:lstStyle/>
        <a:p>
          <a:r>
            <a:rPr lang="en-CA"/>
            <a:t>Other Data Modalities</a:t>
          </a:r>
        </a:p>
      </dgm:t>
    </dgm:pt>
    <dgm:pt modelId="{9794709C-9D07-8940-A7E6-6A27A5EF0010}" type="parTrans" cxnId="{13971285-9F9A-DB47-A947-ADED2B417A88}">
      <dgm:prSet/>
      <dgm:spPr>
        <a:ln>
          <a:solidFill>
            <a:srgbClr val="336699"/>
          </a:solidFill>
        </a:ln>
      </dgm:spPr>
      <dgm:t>
        <a:bodyPr/>
        <a:lstStyle/>
        <a:p>
          <a:endParaRPr lang="en-US"/>
        </a:p>
      </dgm:t>
    </dgm:pt>
    <dgm:pt modelId="{93C77EEA-155F-E14C-8026-3AA1D9EF3E96}" type="sibTrans" cxnId="{13971285-9F9A-DB47-A947-ADED2B417A88}">
      <dgm:prSet/>
      <dgm:spPr/>
      <dgm:t>
        <a:bodyPr/>
        <a:lstStyle/>
        <a:p>
          <a:endParaRPr lang="en-US"/>
        </a:p>
      </dgm:t>
    </dgm:pt>
    <dgm:pt modelId="{A35D40D1-BC09-0440-A51B-B4F42B0156E0}">
      <dgm:prSet/>
      <dgm:spPr>
        <a:ln>
          <a:solidFill>
            <a:srgbClr val="336699"/>
          </a:solidFill>
        </a:ln>
      </dgm:spPr>
      <dgm:t>
        <a:bodyPr/>
        <a:lstStyle/>
        <a:p>
          <a:r>
            <a:rPr lang="en-CA"/>
            <a:t>Attacks On Text Models</a:t>
          </a:r>
        </a:p>
      </dgm:t>
    </dgm:pt>
    <dgm:pt modelId="{7E1250EB-F63F-014B-8AB9-CB173CC56659}" type="parTrans" cxnId="{0A0B4FD8-8BB8-F040-9A62-C62C462BE222}">
      <dgm:prSet/>
      <dgm:spPr>
        <a:ln>
          <a:solidFill>
            <a:srgbClr val="336699"/>
          </a:solidFill>
        </a:ln>
      </dgm:spPr>
      <dgm:t>
        <a:bodyPr/>
        <a:lstStyle/>
        <a:p>
          <a:endParaRPr lang="en-US"/>
        </a:p>
      </dgm:t>
    </dgm:pt>
    <dgm:pt modelId="{92E90C47-04CD-2D44-9385-1CE1B05DD1C8}" type="sibTrans" cxnId="{0A0B4FD8-8BB8-F040-9A62-C62C462BE222}">
      <dgm:prSet/>
      <dgm:spPr/>
      <dgm:t>
        <a:bodyPr/>
        <a:lstStyle/>
        <a:p>
          <a:endParaRPr lang="en-US"/>
        </a:p>
      </dgm:t>
    </dgm:pt>
    <dgm:pt modelId="{34030A5E-E469-0A4D-89F9-CD52D5C85368}">
      <dgm:prSet/>
      <dgm:spPr>
        <a:ln>
          <a:solidFill>
            <a:srgbClr val="336699"/>
          </a:solidFill>
        </a:ln>
      </dgm:spPr>
      <dgm:t>
        <a:bodyPr/>
        <a:lstStyle/>
        <a:p>
          <a:r>
            <a:rPr lang="en-CA"/>
            <a:t>Attacks On Vision Models</a:t>
          </a:r>
        </a:p>
      </dgm:t>
    </dgm:pt>
    <dgm:pt modelId="{50B1AB8E-3077-014D-9816-13D04454D5D6}" type="parTrans" cxnId="{E1168781-624C-DC4A-8428-8AE04DEFA485}">
      <dgm:prSet/>
      <dgm:spPr>
        <a:ln>
          <a:solidFill>
            <a:srgbClr val="336699"/>
          </a:solidFill>
        </a:ln>
      </dgm:spPr>
      <dgm:t>
        <a:bodyPr/>
        <a:lstStyle/>
        <a:p>
          <a:endParaRPr lang="en-US"/>
        </a:p>
      </dgm:t>
    </dgm:pt>
    <dgm:pt modelId="{9F26D98A-4DAE-4248-A261-692A60D91319}" type="sibTrans" cxnId="{E1168781-624C-DC4A-8428-8AE04DEFA485}">
      <dgm:prSet/>
      <dgm:spPr/>
      <dgm:t>
        <a:bodyPr/>
        <a:lstStyle/>
        <a:p>
          <a:endParaRPr lang="en-US"/>
        </a:p>
      </dgm:t>
    </dgm:pt>
    <dgm:pt modelId="{F932EE65-0372-3C4A-938A-C8549AC9A0B1}">
      <dgm:prSet/>
      <dgm:spPr>
        <a:ln>
          <a:solidFill>
            <a:srgbClr val="336699"/>
          </a:solidFill>
        </a:ln>
      </dgm:spPr>
      <dgm:t>
        <a:bodyPr/>
        <a:lstStyle/>
        <a:p>
          <a:r>
            <a:rPr lang="en-CA"/>
            <a:t>Attacks On Graph Models</a:t>
          </a:r>
        </a:p>
      </dgm:t>
    </dgm:pt>
    <dgm:pt modelId="{39D386EE-AB68-5646-A001-623E27A76E28}" type="parTrans" cxnId="{FB0F3F4C-502E-1C4D-9F5A-351082BA47D6}">
      <dgm:prSet/>
      <dgm:spPr>
        <a:ln>
          <a:solidFill>
            <a:srgbClr val="336699"/>
          </a:solidFill>
        </a:ln>
      </dgm:spPr>
      <dgm:t>
        <a:bodyPr/>
        <a:lstStyle/>
        <a:p>
          <a:endParaRPr lang="en-US"/>
        </a:p>
      </dgm:t>
    </dgm:pt>
    <dgm:pt modelId="{1616C35C-3F0E-314C-95E1-62A58348E90A}" type="sibTrans" cxnId="{FB0F3F4C-502E-1C4D-9F5A-351082BA47D6}">
      <dgm:prSet/>
      <dgm:spPr/>
      <dgm:t>
        <a:bodyPr/>
        <a:lstStyle/>
        <a:p>
          <a:endParaRPr lang="en-US"/>
        </a:p>
      </dgm:t>
    </dgm:pt>
    <dgm:pt modelId="{041EB817-8379-034F-90C3-73A2C4A29EAC}" type="pres">
      <dgm:prSet presAssocID="{005AA0C0-9B83-1145-8C0B-1759906EF216}" presName="hierChild1" presStyleCnt="0">
        <dgm:presLayoutVars>
          <dgm:orgChart val="1"/>
          <dgm:chPref val="1"/>
          <dgm:dir/>
          <dgm:animOne val="branch"/>
          <dgm:animLvl val="lvl"/>
          <dgm:resizeHandles/>
        </dgm:presLayoutVars>
      </dgm:prSet>
      <dgm:spPr/>
    </dgm:pt>
    <dgm:pt modelId="{D7B014B9-7930-5847-83CB-26AF4DF80555}" type="pres">
      <dgm:prSet presAssocID="{66AA0760-CC8F-984B-86D9-E6F3B716B491}" presName="hierRoot1" presStyleCnt="0">
        <dgm:presLayoutVars>
          <dgm:hierBranch val="init"/>
        </dgm:presLayoutVars>
      </dgm:prSet>
      <dgm:spPr/>
    </dgm:pt>
    <dgm:pt modelId="{3C1A7518-3D11-8347-A110-085E76176F21}" type="pres">
      <dgm:prSet presAssocID="{66AA0760-CC8F-984B-86D9-E6F3B716B491}" presName="rootComposite1" presStyleCnt="0"/>
      <dgm:spPr/>
    </dgm:pt>
    <dgm:pt modelId="{A3412C8F-557E-A447-BCDB-5B235E9EB1E6}" type="pres">
      <dgm:prSet presAssocID="{66AA0760-CC8F-984B-86D9-E6F3B716B491}" presName="rootText1" presStyleLbl="node0" presStyleIdx="0" presStyleCnt="1">
        <dgm:presLayoutVars>
          <dgm:chPref val="3"/>
        </dgm:presLayoutVars>
      </dgm:prSet>
      <dgm:spPr/>
    </dgm:pt>
    <dgm:pt modelId="{B8F45F80-0245-2542-A127-B2582CCAC605}" type="pres">
      <dgm:prSet presAssocID="{66AA0760-CC8F-984B-86D9-E6F3B716B491}" presName="rootConnector1" presStyleLbl="node1" presStyleIdx="0" presStyleCnt="0"/>
      <dgm:spPr/>
    </dgm:pt>
    <dgm:pt modelId="{70FD1832-EAB3-D543-ACE2-DB2C82573A5E}" type="pres">
      <dgm:prSet presAssocID="{66AA0760-CC8F-984B-86D9-E6F3B716B491}" presName="hierChild2" presStyleCnt="0"/>
      <dgm:spPr/>
    </dgm:pt>
    <dgm:pt modelId="{33E36895-E359-2549-8F70-7CFDEF75055C}" type="pres">
      <dgm:prSet presAssocID="{903B4AC3-A329-FA43-B828-3E5E57E45225}" presName="Name37" presStyleLbl="parChTrans1D2" presStyleIdx="0" presStyleCnt="5"/>
      <dgm:spPr/>
    </dgm:pt>
    <dgm:pt modelId="{459C1B9C-E38A-5745-AF0F-950C83CD05B2}" type="pres">
      <dgm:prSet presAssocID="{2D39C5C6-1AE0-C54D-9515-0EB2492B5A7A}" presName="hierRoot2" presStyleCnt="0">
        <dgm:presLayoutVars>
          <dgm:hierBranch val="init"/>
        </dgm:presLayoutVars>
      </dgm:prSet>
      <dgm:spPr/>
    </dgm:pt>
    <dgm:pt modelId="{5229F6D9-F982-A341-86FC-7920E23727DF}" type="pres">
      <dgm:prSet presAssocID="{2D39C5C6-1AE0-C54D-9515-0EB2492B5A7A}" presName="rootComposite" presStyleCnt="0"/>
      <dgm:spPr/>
    </dgm:pt>
    <dgm:pt modelId="{8499F723-FA7F-9743-AE62-CC5AE45B8FF4}" type="pres">
      <dgm:prSet presAssocID="{2D39C5C6-1AE0-C54D-9515-0EB2492B5A7A}" presName="rootText" presStyleLbl="node2" presStyleIdx="0" presStyleCnt="5">
        <dgm:presLayoutVars>
          <dgm:chPref val="3"/>
        </dgm:presLayoutVars>
      </dgm:prSet>
      <dgm:spPr/>
    </dgm:pt>
    <dgm:pt modelId="{3448C547-684D-AA4B-8E19-5D9E739CE794}" type="pres">
      <dgm:prSet presAssocID="{2D39C5C6-1AE0-C54D-9515-0EB2492B5A7A}" presName="rootConnector" presStyleLbl="node2" presStyleIdx="0" presStyleCnt="5"/>
      <dgm:spPr/>
    </dgm:pt>
    <dgm:pt modelId="{C037D16E-C357-7544-AD15-C4A316A57E2B}" type="pres">
      <dgm:prSet presAssocID="{2D39C5C6-1AE0-C54D-9515-0EB2492B5A7A}" presName="hierChild4" presStyleCnt="0"/>
      <dgm:spPr/>
    </dgm:pt>
    <dgm:pt modelId="{00C836CD-083B-3A47-822E-6A9E7507F2AD}" type="pres">
      <dgm:prSet presAssocID="{C1761864-837D-BE4C-B03B-A2171A711189}" presName="Name37" presStyleLbl="parChTrans1D3" presStyleIdx="0" presStyleCnt="15"/>
      <dgm:spPr/>
    </dgm:pt>
    <dgm:pt modelId="{750E57E1-E0B3-024C-BDAD-FBD6EA57CCF2}" type="pres">
      <dgm:prSet presAssocID="{7E8629E0-A90D-D645-B4FA-E83F9BA0CFEE}" presName="hierRoot2" presStyleCnt="0">
        <dgm:presLayoutVars>
          <dgm:hierBranch val="init"/>
        </dgm:presLayoutVars>
      </dgm:prSet>
      <dgm:spPr/>
    </dgm:pt>
    <dgm:pt modelId="{5134AF82-B965-D249-BFAD-10B10CB90E20}" type="pres">
      <dgm:prSet presAssocID="{7E8629E0-A90D-D645-B4FA-E83F9BA0CFEE}" presName="rootComposite" presStyleCnt="0"/>
      <dgm:spPr/>
    </dgm:pt>
    <dgm:pt modelId="{E046685D-8E49-2941-B1F2-211A2B7E45D7}" type="pres">
      <dgm:prSet presAssocID="{7E8629E0-A90D-D645-B4FA-E83F9BA0CFEE}" presName="rootText" presStyleLbl="node3" presStyleIdx="0" presStyleCnt="15">
        <dgm:presLayoutVars>
          <dgm:chPref val="3"/>
        </dgm:presLayoutVars>
      </dgm:prSet>
      <dgm:spPr/>
    </dgm:pt>
    <dgm:pt modelId="{DB7DF2A1-E612-7648-96EE-CA5DC498C639}" type="pres">
      <dgm:prSet presAssocID="{7E8629E0-A90D-D645-B4FA-E83F9BA0CFEE}" presName="rootConnector" presStyleLbl="node3" presStyleIdx="0" presStyleCnt="15"/>
      <dgm:spPr/>
    </dgm:pt>
    <dgm:pt modelId="{12C295ED-31F1-D94B-B3DB-F7C98D2205A6}" type="pres">
      <dgm:prSet presAssocID="{7E8629E0-A90D-D645-B4FA-E83F9BA0CFEE}" presName="hierChild4" presStyleCnt="0"/>
      <dgm:spPr/>
    </dgm:pt>
    <dgm:pt modelId="{383F9208-A5E4-0D4D-B563-D716CE10C315}" type="pres">
      <dgm:prSet presAssocID="{7E8629E0-A90D-D645-B4FA-E83F9BA0CFEE}" presName="hierChild5" presStyleCnt="0"/>
      <dgm:spPr/>
    </dgm:pt>
    <dgm:pt modelId="{C8EB33DE-BACB-FC41-9C94-7787C321F8B3}" type="pres">
      <dgm:prSet presAssocID="{B0FC22B9-05A5-0544-B5EB-FD731395F955}" presName="Name37" presStyleLbl="parChTrans1D3" presStyleIdx="1" presStyleCnt="15"/>
      <dgm:spPr/>
    </dgm:pt>
    <dgm:pt modelId="{8351ABD7-E93D-4441-B7D6-45528E2AAA73}" type="pres">
      <dgm:prSet presAssocID="{57C8714B-F2F7-D947-BAD4-6538AC9B627D}" presName="hierRoot2" presStyleCnt="0">
        <dgm:presLayoutVars>
          <dgm:hierBranch val="init"/>
        </dgm:presLayoutVars>
      </dgm:prSet>
      <dgm:spPr/>
    </dgm:pt>
    <dgm:pt modelId="{9BADB169-90CF-3E47-82A0-9E007B9A3BCD}" type="pres">
      <dgm:prSet presAssocID="{57C8714B-F2F7-D947-BAD4-6538AC9B627D}" presName="rootComposite" presStyleCnt="0"/>
      <dgm:spPr/>
    </dgm:pt>
    <dgm:pt modelId="{1C043B9E-544C-F645-834D-CFB07EA54FB3}" type="pres">
      <dgm:prSet presAssocID="{57C8714B-F2F7-D947-BAD4-6538AC9B627D}" presName="rootText" presStyleLbl="node3" presStyleIdx="1" presStyleCnt="15">
        <dgm:presLayoutVars>
          <dgm:chPref val="3"/>
        </dgm:presLayoutVars>
      </dgm:prSet>
      <dgm:spPr/>
    </dgm:pt>
    <dgm:pt modelId="{F1FC9CFE-8C7B-664C-9A77-1420C22BE0AB}" type="pres">
      <dgm:prSet presAssocID="{57C8714B-F2F7-D947-BAD4-6538AC9B627D}" presName="rootConnector" presStyleLbl="node3" presStyleIdx="1" presStyleCnt="15"/>
      <dgm:spPr/>
    </dgm:pt>
    <dgm:pt modelId="{A1F9BD20-97BE-6F44-9D15-1BC05D2C1015}" type="pres">
      <dgm:prSet presAssocID="{57C8714B-F2F7-D947-BAD4-6538AC9B627D}" presName="hierChild4" presStyleCnt="0"/>
      <dgm:spPr/>
    </dgm:pt>
    <dgm:pt modelId="{FF5DE599-3D21-ED4E-86CB-0CF5A9EBD9BC}" type="pres">
      <dgm:prSet presAssocID="{57C8714B-F2F7-D947-BAD4-6538AC9B627D}" presName="hierChild5" presStyleCnt="0"/>
      <dgm:spPr/>
    </dgm:pt>
    <dgm:pt modelId="{04F3F00E-58C0-B740-A0CC-878FF14C0712}" type="pres">
      <dgm:prSet presAssocID="{52083237-A653-F740-96D5-0762D6732BD4}" presName="Name37" presStyleLbl="parChTrans1D3" presStyleIdx="2" presStyleCnt="15"/>
      <dgm:spPr/>
    </dgm:pt>
    <dgm:pt modelId="{5254FFDD-7E79-AD4C-8C16-4BFBF6C18324}" type="pres">
      <dgm:prSet presAssocID="{57607B6A-85C5-7D4A-92EB-AADF12A9FB40}" presName="hierRoot2" presStyleCnt="0">
        <dgm:presLayoutVars>
          <dgm:hierBranch val="init"/>
        </dgm:presLayoutVars>
      </dgm:prSet>
      <dgm:spPr/>
    </dgm:pt>
    <dgm:pt modelId="{88088368-2FCC-384C-97FD-1250D1D727EF}" type="pres">
      <dgm:prSet presAssocID="{57607B6A-85C5-7D4A-92EB-AADF12A9FB40}" presName="rootComposite" presStyleCnt="0"/>
      <dgm:spPr/>
    </dgm:pt>
    <dgm:pt modelId="{21CE3F2D-10AA-C742-8262-0B44888783C7}" type="pres">
      <dgm:prSet presAssocID="{57607B6A-85C5-7D4A-92EB-AADF12A9FB40}" presName="rootText" presStyleLbl="node3" presStyleIdx="2" presStyleCnt="15">
        <dgm:presLayoutVars>
          <dgm:chPref val="3"/>
        </dgm:presLayoutVars>
      </dgm:prSet>
      <dgm:spPr/>
    </dgm:pt>
    <dgm:pt modelId="{3BD8A71B-56B4-4847-8105-B335FFBCDA06}" type="pres">
      <dgm:prSet presAssocID="{57607B6A-85C5-7D4A-92EB-AADF12A9FB40}" presName="rootConnector" presStyleLbl="node3" presStyleIdx="2" presStyleCnt="15"/>
      <dgm:spPr/>
    </dgm:pt>
    <dgm:pt modelId="{7CD963BF-6061-0A4B-ADE2-05CD798B7E44}" type="pres">
      <dgm:prSet presAssocID="{57607B6A-85C5-7D4A-92EB-AADF12A9FB40}" presName="hierChild4" presStyleCnt="0"/>
      <dgm:spPr/>
    </dgm:pt>
    <dgm:pt modelId="{668C1707-EA29-C645-B780-F816A582E084}" type="pres">
      <dgm:prSet presAssocID="{57607B6A-85C5-7D4A-92EB-AADF12A9FB40}" presName="hierChild5" presStyleCnt="0"/>
      <dgm:spPr/>
    </dgm:pt>
    <dgm:pt modelId="{DC10F37E-7046-0048-A79B-6D6CD6B15069}" type="pres">
      <dgm:prSet presAssocID="{95F25BA8-B53D-8043-ABB1-ECFA02F08A8F}" presName="Name37" presStyleLbl="parChTrans1D3" presStyleIdx="3" presStyleCnt="15"/>
      <dgm:spPr/>
    </dgm:pt>
    <dgm:pt modelId="{ED37A4A6-97F6-F544-8E51-82C4E02A249D}" type="pres">
      <dgm:prSet presAssocID="{EFF4D3E3-8A42-F246-B044-7CC33C55C0A4}" presName="hierRoot2" presStyleCnt="0">
        <dgm:presLayoutVars>
          <dgm:hierBranch val="init"/>
        </dgm:presLayoutVars>
      </dgm:prSet>
      <dgm:spPr/>
    </dgm:pt>
    <dgm:pt modelId="{0CFCF46A-C92E-CC48-9746-1C829D61A478}" type="pres">
      <dgm:prSet presAssocID="{EFF4D3E3-8A42-F246-B044-7CC33C55C0A4}" presName="rootComposite" presStyleCnt="0"/>
      <dgm:spPr/>
    </dgm:pt>
    <dgm:pt modelId="{CAEEC929-C614-2B4D-8DB4-D86B6ED1F367}" type="pres">
      <dgm:prSet presAssocID="{EFF4D3E3-8A42-F246-B044-7CC33C55C0A4}" presName="rootText" presStyleLbl="node3" presStyleIdx="3" presStyleCnt="15">
        <dgm:presLayoutVars>
          <dgm:chPref val="3"/>
        </dgm:presLayoutVars>
      </dgm:prSet>
      <dgm:spPr/>
    </dgm:pt>
    <dgm:pt modelId="{308F7616-6796-D94D-B228-4778E696DD00}" type="pres">
      <dgm:prSet presAssocID="{EFF4D3E3-8A42-F246-B044-7CC33C55C0A4}" presName="rootConnector" presStyleLbl="node3" presStyleIdx="3" presStyleCnt="15"/>
      <dgm:spPr/>
    </dgm:pt>
    <dgm:pt modelId="{F84539A9-DA9E-924C-A8C3-545126B04A3D}" type="pres">
      <dgm:prSet presAssocID="{EFF4D3E3-8A42-F246-B044-7CC33C55C0A4}" presName="hierChild4" presStyleCnt="0"/>
      <dgm:spPr/>
    </dgm:pt>
    <dgm:pt modelId="{8C89524A-627F-2245-BFB3-1AE00564EC79}" type="pres">
      <dgm:prSet presAssocID="{EFF4D3E3-8A42-F246-B044-7CC33C55C0A4}" presName="hierChild5" presStyleCnt="0"/>
      <dgm:spPr/>
    </dgm:pt>
    <dgm:pt modelId="{42ECD851-D69E-4245-B95C-DCF1A01366DE}" type="pres">
      <dgm:prSet presAssocID="{4021B7EA-13D0-8645-BCE0-0CCC7E7B0B77}" presName="Name37" presStyleLbl="parChTrans1D3" presStyleIdx="4" presStyleCnt="15"/>
      <dgm:spPr/>
    </dgm:pt>
    <dgm:pt modelId="{88145A17-F620-1747-8D16-00A432E3F60C}" type="pres">
      <dgm:prSet presAssocID="{F6C83F6B-D906-4945-974A-40AEDBB3378D}" presName="hierRoot2" presStyleCnt="0">
        <dgm:presLayoutVars>
          <dgm:hierBranch val="init"/>
        </dgm:presLayoutVars>
      </dgm:prSet>
      <dgm:spPr/>
    </dgm:pt>
    <dgm:pt modelId="{F5679896-815D-874E-B1F3-840D6038CC0B}" type="pres">
      <dgm:prSet presAssocID="{F6C83F6B-D906-4945-974A-40AEDBB3378D}" presName="rootComposite" presStyleCnt="0"/>
      <dgm:spPr/>
    </dgm:pt>
    <dgm:pt modelId="{F11EC092-A0AA-1342-9017-578290F75EB8}" type="pres">
      <dgm:prSet presAssocID="{F6C83F6B-D906-4945-974A-40AEDBB3378D}" presName="rootText" presStyleLbl="node3" presStyleIdx="4" presStyleCnt="15">
        <dgm:presLayoutVars>
          <dgm:chPref val="3"/>
        </dgm:presLayoutVars>
      </dgm:prSet>
      <dgm:spPr/>
    </dgm:pt>
    <dgm:pt modelId="{0BE4764B-0818-6E4D-9DE0-167AA6A0747B}" type="pres">
      <dgm:prSet presAssocID="{F6C83F6B-D906-4945-974A-40AEDBB3378D}" presName="rootConnector" presStyleLbl="node3" presStyleIdx="4" presStyleCnt="15"/>
      <dgm:spPr/>
    </dgm:pt>
    <dgm:pt modelId="{065BA3C3-ED89-9F4A-B5F0-D58BE3CBF1B3}" type="pres">
      <dgm:prSet presAssocID="{F6C83F6B-D906-4945-974A-40AEDBB3378D}" presName="hierChild4" presStyleCnt="0"/>
      <dgm:spPr/>
    </dgm:pt>
    <dgm:pt modelId="{105B93AD-0F4E-CB42-B3A3-DD473FE51314}" type="pres">
      <dgm:prSet presAssocID="{F6C83F6B-D906-4945-974A-40AEDBB3378D}" presName="hierChild5" presStyleCnt="0"/>
      <dgm:spPr/>
    </dgm:pt>
    <dgm:pt modelId="{A8B21DCC-7C83-C544-8CDA-25E948F7E883}" type="pres">
      <dgm:prSet presAssocID="{2D39C5C6-1AE0-C54D-9515-0EB2492B5A7A}" presName="hierChild5" presStyleCnt="0"/>
      <dgm:spPr/>
    </dgm:pt>
    <dgm:pt modelId="{7EE79800-1706-144D-857E-3E9F64FA6E77}" type="pres">
      <dgm:prSet presAssocID="{735A6196-67FD-CA47-A472-F646E1AD4AEA}" presName="Name37" presStyleLbl="parChTrans1D2" presStyleIdx="1" presStyleCnt="5"/>
      <dgm:spPr/>
    </dgm:pt>
    <dgm:pt modelId="{F0768B5C-5572-8549-A2C1-D72050524856}" type="pres">
      <dgm:prSet presAssocID="{A9240AB4-977B-7849-B5ED-BA74B7D0A59F}" presName="hierRoot2" presStyleCnt="0">
        <dgm:presLayoutVars>
          <dgm:hierBranch val="init"/>
        </dgm:presLayoutVars>
      </dgm:prSet>
      <dgm:spPr/>
    </dgm:pt>
    <dgm:pt modelId="{402FF64B-C1DB-8E4A-A8AD-070194E13624}" type="pres">
      <dgm:prSet presAssocID="{A9240AB4-977B-7849-B5ED-BA74B7D0A59F}" presName="rootComposite" presStyleCnt="0"/>
      <dgm:spPr/>
    </dgm:pt>
    <dgm:pt modelId="{A9567F79-07AF-1A4D-8BCE-4DF1AD8689E6}" type="pres">
      <dgm:prSet presAssocID="{A9240AB4-977B-7849-B5ED-BA74B7D0A59F}" presName="rootText" presStyleLbl="node2" presStyleIdx="1" presStyleCnt="5">
        <dgm:presLayoutVars>
          <dgm:chPref val="3"/>
        </dgm:presLayoutVars>
      </dgm:prSet>
      <dgm:spPr/>
    </dgm:pt>
    <dgm:pt modelId="{919C898E-6DEA-BC42-A3FA-7DF6EA084C11}" type="pres">
      <dgm:prSet presAssocID="{A9240AB4-977B-7849-B5ED-BA74B7D0A59F}" presName="rootConnector" presStyleLbl="node2" presStyleIdx="1" presStyleCnt="5"/>
      <dgm:spPr/>
    </dgm:pt>
    <dgm:pt modelId="{09676746-8153-A348-BCF2-03D84FE76F85}" type="pres">
      <dgm:prSet presAssocID="{A9240AB4-977B-7849-B5ED-BA74B7D0A59F}" presName="hierChild4" presStyleCnt="0"/>
      <dgm:spPr/>
    </dgm:pt>
    <dgm:pt modelId="{A7140375-FAAC-7C4F-8CC5-5C12D8F8B66F}" type="pres">
      <dgm:prSet presAssocID="{CC694BEC-FF69-D644-8944-A9363C81C116}" presName="Name37" presStyleLbl="parChTrans1D3" presStyleIdx="5" presStyleCnt="15"/>
      <dgm:spPr/>
    </dgm:pt>
    <dgm:pt modelId="{EC6868C1-573C-F248-970F-CC0DE5FECB62}" type="pres">
      <dgm:prSet presAssocID="{E9F12FBD-85D1-4E45-AD32-AF3F6196B300}" presName="hierRoot2" presStyleCnt="0">
        <dgm:presLayoutVars>
          <dgm:hierBranch val="init"/>
        </dgm:presLayoutVars>
      </dgm:prSet>
      <dgm:spPr/>
    </dgm:pt>
    <dgm:pt modelId="{9C2C2D53-7D16-EE4A-AC44-939D5861E395}" type="pres">
      <dgm:prSet presAssocID="{E9F12FBD-85D1-4E45-AD32-AF3F6196B300}" presName="rootComposite" presStyleCnt="0"/>
      <dgm:spPr/>
    </dgm:pt>
    <dgm:pt modelId="{DFF81FC7-3448-7B41-BDC0-9945D04847CC}" type="pres">
      <dgm:prSet presAssocID="{E9F12FBD-85D1-4E45-AD32-AF3F6196B300}" presName="rootText" presStyleLbl="node3" presStyleIdx="5" presStyleCnt="15">
        <dgm:presLayoutVars>
          <dgm:chPref val="3"/>
        </dgm:presLayoutVars>
      </dgm:prSet>
      <dgm:spPr/>
    </dgm:pt>
    <dgm:pt modelId="{995A17C4-EBA6-2C43-A412-C214CB596A1D}" type="pres">
      <dgm:prSet presAssocID="{E9F12FBD-85D1-4E45-AD32-AF3F6196B300}" presName="rootConnector" presStyleLbl="node3" presStyleIdx="5" presStyleCnt="15"/>
      <dgm:spPr/>
    </dgm:pt>
    <dgm:pt modelId="{36207A1C-52DB-5C4B-A8AA-64BD9F38951C}" type="pres">
      <dgm:prSet presAssocID="{E9F12FBD-85D1-4E45-AD32-AF3F6196B300}" presName="hierChild4" presStyleCnt="0"/>
      <dgm:spPr/>
    </dgm:pt>
    <dgm:pt modelId="{6526881C-6306-084E-A3B9-C45A6650E595}" type="pres">
      <dgm:prSet presAssocID="{E9F12FBD-85D1-4E45-AD32-AF3F6196B300}" presName="hierChild5" presStyleCnt="0"/>
      <dgm:spPr/>
    </dgm:pt>
    <dgm:pt modelId="{9EE899DD-6A1D-9F4B-B2E8-8508F69F90F0}" type="pres">
      <dgm:prSet presAssocID="{0BB1D194-EAAE-6F42-B40B-7EF2887ED881}" presName="Name37" presStyleLbl="parChTrans1D3" presStyleIdx="6" presStyleCnt="15"/>
      <dgm:spPr/>
    </dgm:pt>
    <dgm:pt modelId="{6F953E2A-3DEB-2E4E-A55E-B717568B6127}" type="pres">
      <dgm:prSet presAssocID="{1FA78074-2A3E-4E47-96E3-7100E270EF4B}" presName="hierRoot2" presStyleCnt="0">
        <dgm:presLayoutVars>
          <dgm:hierBranch val="init"/>
        </dgm:presLayoutVars>
      </dgm:prSet>
      <dgm:spPr/>
    </dgm:pt>
    <dgm:pt modelId="{EB421D68-88DF-7B47-85A0-88277B4A13E6}" type="pres">
      <dgm:prSet presAssocID="{1FA78074-2A3E-4E47-96E3-7100E270EF4B}" presName="rootComposite" presStyleCnt="0"/>
      <dgm:spPr/>
    </dgm:pt>
    <dgm:pt modelId="{177DC597-0FEC-5348-A6BD-7F223C8C7182}" type="pres">
      <dgm:prSet presAssocID="{1FA78074-2A3E-4E47-96E3-7100E270EF4B}" presName="rootText" presStyleLbl="node3" presStyleIdx="6" presStyleCnt="15">
        <dgm:presLayoutVars>
          <dgm:chPref val="3"/>
        </dgm:presLayoutVars>
      </dgm:prSet>
      <dgm:spPr/>
    </dgm:pt>
    <dgm:pt modelId="{DD1D99CC-2C20-884E-9E98-38DF8EF664BA}" type="pres">
      <dgm:prSet presAssocID="{1FA78074-2A3E-4E47-96E3-7100E270EF4B}" presName="rootConnector" presStyleLbl="node3" presStyleIdx="6" presStyleCnt="15"/>
      <dgm:spPr/>
    </dgm:pt>
    <dgm:pt modelId="{24F913D8-51CC-DD40-84FF-5E73EB0DDE6F}" type="pres">
      <dgm:prSet presAssocID="{1FA78074-2A3E-4E47-96E3-7100E270EF4B}" presName="hierChild4" presStyleCnt="0"/>
      <dgm:spPr/>
    </dgm:pt>
    <dgm:pt modelId="{F7243EF4-A988-E44F-86D8-12F55C469EB3}" type="pres">
      <dgm:prSet presAssocID="{1FA78074-2A3E-4E47-96E3-7100E270EF4B}" presName="hierChild5" presStyleCnt="0"/>
      <dgm:spPr/>
    </dgm:pt>
    <dgm:pt modelId="{21CCD0F2-B040-6C41-8233-DEAB0C8EAEC2}" type="pres">
      <dgm:prSet presAssocID="{74DCC9F4-248B-9A45-A1F1-B8DDC95A689B}" presName="Name37" presStyleLbl="parChTrans1D3" presStyleIdx="7" presStyleCnt="15"/>
      <dgm:spPr/>
    </dgm:pt>
    <dgm:pt modelId="{0507C4CE-3C4A-7E41-A64D-78062F5A5587}" type="pres">
      <dgm:prSet presAssocID="{C93B69DD-F53B-DD42-8A54-E86501329B88}" presName="hierRoot2" presStyleCnt="0">
        <dgm:presLayoutVars>
          <dgm:hierBranch val="init"/>
        </dgm:presLayoutVars>
      </dgm:prSet>
      <dgm:spPr/>
    </dgm:pt>
    <dgm:pt modelId="{B12EFE7C-F90C-0F43-95DA-11E5FC66BAF2}" type="pres">
      <dgm:prSet presAssocID="{C93B69DD-F53B-DD42-8A54-E86501329B88}" presName="rootComposite" presStyleCnt="0"/>
      <dgm:spPr/>
    </dgm:pt>
    <dgm:pt modelId="{A5211366-5319-D945-94E2-4188D54F90ED}" type="pres">
      <dgm:prSet presAssocID="{C93B69DD-F53B-DD42-8A54-E86501329B88}" presName="rootText" presStyleLbl="node3" presStyleIdx="7" presStyleCnt="15">
        <dgm:presLayoutVars>
          <dgm:chPref val="3"/>
        </dgm:presLayoutVars>
      </dgm:prSet>
      <dgm:spPr/>
    </dgm:pt>
    <dgm:pt modelId="{B837E991-B617-4A49-8EB2-DA568307A921}" type="pres">
      <dgm:prSet presAssocID="{C93B69DD-F53B-DD42-8A54-E86501329B88}" presName="rootConnector" presStyleLbl="node3" presStyleIdx="7" presStyleCnt="15"/>
      <dgm:spPr/>
    </dgm:pt>
    <dgm:pt modelId="{FD1088BF-2F31-F74A-9A65-1AFA740905FC}" type="pres">
      <dgm:prSet presAssocID="{C93B69DD-F53B-DD42-8A54-E86501329B88}" presName="hierChild4" presStyleCnt="0"/>
      <dgm:spPr/>
    </dgm:pt>
    <dgm:pt modelId="{67921FB7-297B-504F-9F60-523B9BAE981A}" type="pres">
      <dgm:prSet presAssocID="{C93B69DD-F53B-DD42-8A54-E86501329B88}" presName="hierChild5" presStyleCnt="0"/>
      <dgm:spPr/>
    </dgm:pt>
    <dgm:pt modelId="{8C1B1D1D-44D1-9140-BAAE-9F4F53526F04}" type="pres">
      <dgm:prSet presAssocID="{A9240AB4-977B-7849-B5ED-BA74B7D0A59F}" presName="hierChild5" presStyleCnt="0"/>
      <dgm:spPr/>
    </dgm:pt>
    <dgm:pt modelId="{55FDA3F1-CD68-4943-B36C-1B9DE39DA975}" type="pres">
      <dgm:prSet presAssocID="{DC0022B6-48F0-A749-AAE0-81091E9B432A}" presName="Name37" presStyleLbl="parChTrans1D2" presStyleIdx="2" presStyleCnt="5"/>
      <dgm:spPr/>
    </dgm:pt>
    <dgm:pt modelId="{433CF359-F0FA-5441-9907-FA9EF68E2921}" type="pres">
      <dgm:prSet presAssocID="{B089B24B-A44A-884A-8747-5CAD4FA742FA}" presName="hierRoot2" presStyleCnt="0">
        <dgm:presLayoutVars>
          <dgm:hierBranch val="init"/>
        </dgm:presLayoutVars>
      </dgm:prSet>
      <dgm:spPr/>
    </dgm:pt>
    <dgm:pt modelId="{F40A6936-1185-1A44-9FC4-D3CC529A7845}" type="pres">
      <dgm:prSet presAssocID="{B089B24B-A44A-884A-8747-5CAD4FA742FA}" presName="rootComposite" presStyleCnt="0"/>
      <dgm:spPr/>
    </dgm:pt>
    <dgm:pt modelId="{7513F272-71E2-FB4C-936B-B29263C1BFDA}" type="pres">
      <dgm:prSet presAssocID="{B089B24B-A44A-884A-8747-5CAD4FA742FA}" presName="rootText" presStyleLbl="node2" presStyleIdx="2" presStyleCnt="5">
        <dgm:presLayoutVars>
          <dgm:chPref val="3"/>
        </dgm:presLayoutVars>
      </dgm:prSet>
      <dgm:spPr/>
    </dgm:pt>
    <dgm:pt modelId="{BEE42C68-22DD-5E45-B243-6BA4A3124CBC}" type="pres">
      <dgm:prSet presAssocID="{B089B24B-A44A-884A-8747-5CAD4FA742FA}" presName="rootConnector" presStyleLbl="node2" presStyleIdx="2" presStyleCnt="5"/>
      <dgm:spPr/>
    </dgm:pt>
    <dgm:pt modelId="{592D6398-75E7-F247-8696-E4DFBEB79C35}" type="pres">
      <dgm:prSet presAssocID="{B089B24B-A44A-884A-8747-5CAD4FA742FA}" presName="hierChild4" presStyleCnt="0"/>
      <dgm:spPr/>
    </dgm:pt>
    <dgm:pt modelId="{204CF2BD-EBDC-884C-B2FE-DB235083A556}" type="pres">
      <dgm:prSet presAssocID="{D5C7249E-3402-A042-927D-85325DFD612A}" presName="Name37" presStyleLbl="parChTrans1D3" presStyleIdx="8" presStyleCnt="15"/>
      <dgm:spPr/>
    </dgm:pt>
    <dgm:pt modelId="{20C232EE-F078-214D-AA80-9AAC08D20E09}" type="pres">
      <dgm:prSet presAssocID="{FE3A1EB2-4A8F-344D-8637-5A4667820482}" presName="hierRoot2" presStyleCnt="0">
        <dgm:presLayoutVars>
          <dgm:hierBranch val="init"/>
        </dgm:presLayoutVars>
      </dgm:prSet>
      <dgm:spPr/>
    </dgm:pt>
    <dgm:pt modelId="{C265C845-886A-E14B-806E-9BB9025DD0DE}" type="pres">
      <dgm:prSet presAssocID="{FE3A1EB2-4A8F-344D-8637-5A4667820482}" presName="rootComposite" presStyleCnt="0"/>
      <dgm:spPr/>
    </dgm:pt>
    <dgm:pt modelId="{233B8E4D-2F37-7643-B129-C51C6012DE86}" type="pres">
      <dgm:prSet presAssocID="{FE3A1EB2-4A8F-344D-8637-5A4667820482}" presName="rootText" presStyleLbl="node3" presStyleIdx="8" presStyleCnt="15">
        <dgm:presLayoutVars>
          <dgm:chPref val="3"/>
        </dgm:presLayoutVars>
      </dgm:prSet>
      <dgm:spPr/>
    </dgm:pt>
    <dgm:pt modelId="{62715E9C-2E8B-EA4C-9F86-FE2CBB9C1AFB}" type="pres">
      <dgm:prSet presAssocID="{FE3A1EB2-4A8F-344D-8637-5A4667820482}" presName="rootConnector" presStyleLbl="node3" presStyleIdx="8" presStyleCnt="15"/>
      <dgm:spPr/>
    </dgm:pt>
    <dgm:pt modelId="{86C6839E-C200-1A4A-B7E9-B1515E1A25E6}" type="pres">
      <dgm:prSet presAssocID="{FE3A1EB2-4A8F-344D-8637-5A4667820482}" presName="hierChild4" presStyleCnt="0"/>
      <dgm:spPr/>
    </dgm:pt>
    <dgm:pt modelId="{9BE6A133-5183-334C-BDC6-3DF7608B76B8}" type="pres">
      <dgm:prSet presAssocID="{FE3A1EB2-4A8F-344D-8637-5A4667820482}" presName="hierChild5" presStyleCnt="0"/>
      <dgm:spPr/>
    </dgm:pt>
    <dgm:pt modelId="{F8E16041-E69E-5A40-989E-9D470EC13C18}" type="pres">
      <dgm:prSet presAssocID="{EC327F14-AC59-274E-9974-487344B352F4}" presName="Name37" presStyleLbl="parChTrans1D3" presStyleIdx="9" presStyleCnt="15"/>
      <dgm:spPr/>
    </dgm:pt>
    <dgm:pt modelId="{5FA7FDE0-70C2-9B43-A5A0-F1AE583EFBF2}" type="pres">
      <dgm:prSet presAssocID="{B7E6BB84-CE49-5944-850A-4BEA2D5FFF8F}" presName="hierRoot2" presStyleCnt="0">
        <dgm:presLayoutVars>
          <dgm:hierBranch val="init"/>
        </dgm:presLayoutVars>
      </dgm:prSet>
      <dgm:spPr/>
    </dgm:pt>
    <dgm:pt modelId="{DD90C642-0F38-384F-83DC-91287AA4BB53}" type="pres">
      <dgm:prSet presAssocID="{B7E6BB84-CE49-5944-850A-4BEA2D5FFF8F}" presName="rootComposite" presStyleCnt="0"/>
      <dgm:spPr/>
    </dgm:pt>
    <dgm:pt modelId="{9D427553-480E-DB45-ACF0-6AA1D2E68157}" type="pres">
      <dgm:prSet presAssocID="{B7E6BB84-CE49-5944-850A-4BEA2D5FFF8F}" presName="rootText" presStyleLbl="node3" presStyleIdx="9" presStyleCnt="15">
        <dgm:presLayoutVars>
          <dgm:chPref val="3"/>
        </dgm:presLayoutVars>
      </dgm:prSet>
      <dgm:spPr/>
    </dgm:pt>
    <dgm:pt modelId="{1E345365-F941-D24D-8D06-E4CCEB0B626A}" type="pres">
      <dgm:prSet presAssocID="{B7E6BB84-CE49-5944-850A-4BEA2D5FFF8F}" presName="rootConnector" presStyleLbl="node3" presStyleIdx="9" presStyleCnt="15"/>
      <dgm:spPr/>
    </dgm:pt>
    <dgm:pt modelId="{BEA4B4A7-7E50-DD46-991F-598BB03B49C8}" type="pres">
      <dgm:prSet presAssocID="{B7E6BB84-CE49-5944-850A-4BEA2D5FFF8F}" presName="hierChild4" presStyleCnt="0"/>
      <dgm:spPr/>
    </dgm:pt>
    <dgm:pt modelId="{AF64C846-0C26-2B47-BB0C-34D5C997FA9C}" type="pres">
      <dgm:prSet presAssocID="{B7E6BB84-CE49-5944-850A-4BEA2D5FFF8F}" presName="hierChild5" presStyleCnt="0"/>
      <dgm:spPr/>
    </dgm:pt>
    <dgm:pt modelId="{01C91541-A300-7342-97D1-5EC10D389CE0}" type="pres">
      <dgm:prSet presAssocID="{B089B24B-A44A-884A-8747-5CAD4FA742FA}" presName="hierChild5" presStyleCnt="0"/>
      <dgm:spPr/>
    </dgm:pt>
    <dgm:pt modelId="{56DD473F-51DA-5647-ACC1-5F4A3781B37E}" type="pres">
      <dgm:prSet presAssocID="{D608939C-0BD3-3B47-9D6D-ADAD4ECA0EE3}" presName="Name37" presStyleLbl="parChTrans1D2" presStyleIdx="3" presStyleCnt="5"/>
      <dgm:spPr/>
    </dgm:pt>
    <dgm:pt modelId="{CC11797A-3C18-7A40-AF80-2DD4967E8761}" type="pres">
      <dgm:prSet presAssocID="{253B7F82-552E-8240-8EC3-437597AE18E9}" presName="hierRoot2" presStyleCnt="0">
        <dgm:presLayoutVars>
          <dgm:hierBranch val="init"/>
        </dgm:presLayoutVars>
      </dgm:prSet>
      <dgm:spPr/>
    </dgm:pt>
    <dgm:pt modelId="{D5275C91-1ABE-7C4A-84EA-E5E4308C764E}" type="pres">
      <dgm:prSet presAssocID="{253B7F82-552E-8240-8EC3-437597AE18E9}" presName="rootComposite" presStyleCnt="0"/>
      <dgm:spPr/>
    </dgm:pt>
    <dgm:pt modelId="{111820FF-7C67-5548-90A1-D22687C85040}" type="pres">
      <dgm:prSet presAssocID="{253B7F82-552E-8240-8EC3-437597AE18E9}" presName="rootText" presStyleLbl="node2" presStyleIdx="3" presStyleCnt="5">
        <dgm:presLayoutVars>
          <dgm:chPref val="3"/>
        </dgm:presLayoutVars>
      </dgm:prSet>
      <dgm:spPr/>
    </dgm:pt>
    <dgm:pt modelId="{92FE02DF-6BD5-4145-BCF9-86AEB46172B6}" type="pres">
      <dgm:prSet presAssocID="{253B7F82-552E-8240-8EC3-437597AE18E9}" presName="rootConnector" presStyleLbl="node2" presStyleIdx="3" presStyleCnt="5"/>
      <dgm:spPr/>
    </dgm:pt>
    <dgm:pt modelId="{5792DE94-CEFC-EC4D-B209-DE2345E39D74}" type="pres">
      <dgm:prSet presAssocID="{253B7F82-552E-8240-8EC3-437597AE18E9}" presName="hierChild4" presStyleCnt="0"/>
      <dgm:spPr/>
    </dgm:pt>
    <dgm:pt modelId="{E2321F11-A7B4-604D-AFDB-2B33440AF466}" type="pres">
      <dgm:prSet presAssocID="{6464AA2B-B1D4-EF40-8193-D73240C9F9F8}" presName="Name37" presStyleLbl="parChTrans1D3" presStyleIdx="10" presStyleCnt="15"/>
      <dgm:spPr/>
    </dgm:pt>
    <dgm:pt modelId="{3C79367B-0E9E-FC4B-8969-E23C763D3F14}" type="pres">
      <dgm:prSet presAssocID="{7E1C5B18-07FD-4644-ADDE-D1294FE39F1E}" presName="hierRoot2" presStyleCnt="0">
        <dgm:presLayoutVars>
          <dgm:hierBranch val="init"/>
        </dgm:presLayoutVars>
      </dgm:prSet>
      <dgm:spPr/>
    </dgm:pt>
    <dgm:pt modelId="{AC5C1293-DB56-A346-909E-80DD13F22348}" type="pres">
      <dgm:prSet presAssocID="{7E1C5B18-07FD-4644-ADDE-D1294FE39F1E}" presName="rootComposite" presStyleCnt="0"/>
      <dgm:spPr/>
    </dgm:pt>
    <dgm:pt modelId="{297AD816-BCDE-E140-8B56-56BE127D612E}" type="pres">
      <dgm:prSet presAssocID="{7E1C5B18-07FD-4644-ADDE-D1294FE39F1E}" presName="rootText" presStyleLbl="node3" presStyleIdx="10" presStyleCnt="15">
        <dgm:presLayoutVars>
          <dgm:chPref val="3"/>
        </dgm:presLayoutVars>
      </dgm:prSet>
      <dgm:spPr/>
    </dgm:pt>
    <dgm:pt modelId="{83003C75-02C2-DB46-9BC0-6DBD7FD1D761}" type="pres">
      <dgm:prSet presAssocID="{7E1C5B18-07FD-4644-ADDE-D1294FE39F1E}" presName="rootConnector" presStyleLbl="node3" presStyleIdx="10" presStyleCnt="15"/>
      <dgm:spPr/>
    </dgm:pt>
    <dgm:pt modelId="{EA1481D9-460D-9C41-88A4-328B46F64FB8}" type="pres">
      <dgm:prSet presAssocID="{7E1C5B18-07FD-4644-ADDE-D1294FE39F1E}" presName="hierChild4" presStyleCnt="0"/>
      <dgm:spPr/>
    </dgm:pt>
    <dgm:pt modelId="{7D11738A-4709-C64B-8D1D-43D62622DEDB}" type="pres">
      <dgm:prSet presAssocID="{7E1C5B18-07FD-4644-ADDE-D1294FE39F1E}" presName="hierChild5" presStyleCnt="0"/>
      <dgm:spPr/>
    </dgm:pt>
    <dgm:pt modelId="{2450300C-2536-D24B-A364-80E277BC7BD8}" type="pres">
      <dgm:prSet presAssocID="{557496A3-2481-414C-934B-2E7D8DAAD68B}" presName="Name37" presStyleLbl="parChTrans1D3" presStyleIdx="11" presStyleCnt="15"/>
      <dgm:spPr/>
    </dgm:pt>
    <dgm:pt modelId="{4198A879-6424-D841-B9AA-EED1B09D6215}" type="pres">
      <dgm:prSet presAssocID="{5FEC71A9-3DD0-A14E-B7E4-4005FB660528}" presName="hierRoot2" presStyleCnt="0">
        <dgm:presLayoutVars>
          <dgm:hierBranch val="init"/>
        </dgm:presLayoutVars>
      </dgm:prSet>
      <dgm:spPr/>
    </dgm:pt>
    <dgm:pt modelId="{8D8DC5E6-9CA7-8C4B-93C9-8EF91B11CEFB}" type="pres">
      <dgm:prSet presAssocID="{5FEC71A9-3DD0-A14E-B7E4-4005FB660528}" presName="rootComposite" presStyleCnt="0"/>
      <dgm:spPr/>
    </dgm:pt>
    <dgm:pt modelId="{EA601F8F-3401-D34A-8316-BDD00E90A5FE}" type="pres">
      <dgm:prSet presAssocID="{5FEC71A9-3DD0-A14E-B7E4-4005FB660528}" presName="rootText" presStyleLbl="node3" presStyleIdx="11" presStyleCnt="15">
        <dgm:presLayoutVars>
          <dgm:chPref val="3"/>
        </dgm:presLayoutVars>
      </dgm:prSet>
      <dgm:spPr/>
    </dgm:pt>
    <dgm:pt modelId="{18E3EF26-7190-3B49-85EA-7669BA9899DE}" type="pres">
      <dgm:prSet presAssocID="{5FEC71A9-3DD0-A14E-B7E4-4005FB660528}" presName="rootConnector" presStyleLbl="node3" presStyleIdx="11" presStyleCnt="15"/>
      <dgm:spPr/>
    </dgm:pt>
    <dgm:pt modelId="{02B0775D-A948-E148-92FE-2BD20EAFFB7D}" type="pres">
      <dgm:prSet presAssocID="{5FEC71A9-3DD0-A14E-B7E4-4005FB660528}" presName="hierChild4" presStyleCnt="0"/>
      <dgm:spPr/>
    </dgm:pt>
    <dgm:pt modelId="{B6502DCF-5CB4-D74D-8950-B6050DED23CD}" type="pres">
      <dgm:prSet presAssocID="{5FEC71A9-3DD0-A14E-B7E4-4005FB660528}" presName="hierChild5" presStyleCnt="0"/>
      <dgm:spPr/>
    </dgm:pt>
    <dgm:pt modelId="{6E6CAAD7-FB03-C847-A868-218618670963}" type="pres">
      <dgm:prSet presAssocID="{253B7F82-552E-8240-8EC3-437597AE18E9}" presName="hierChild5" presStyleCnt="0"/>
      <dgm:spPr/>
    </dgm:pt>
    <dgm:pt modelId="{FC8FFAA7-6DDC-A64F-B928-72B89E59DB2B}" type="pres">
      <dgm:prSet presAssocID="{9794709C-9D07-8940-A7E6-6A27A5EF0010}" presName="Name37" presStyleLbl="parChTrans1D2" presStyleIdx="4" presStyleCnt="5"/>
      <dgm:spPr/>
    </dgm:pt>
    <dgm:pt modelId="{EFEFD863-5398-8646-BCB7-FA61EA5DE85E}" type="pres">
      <dgm:prSet presAssocID="{F709C667-1057-E643-BCE6-6D32B6C29CE2}" presName="hierRoot2" presStyleCnt="0">
        <dgm:presLayoutVars>
          <dgm:hierBranch val="init"/>
        </dgm:presLayoutVars>
      </dgm:prSet>
      <dgm:spPr/>
    </dgm:pt>
    <dgm:pt modelId="{2EE620C6-23D9-294B-A993-C419E7FD8391}" type="pres">
      <dgm:prSet presAssocID="{F709C667-1057-E643-BCE6-6D32B6C29CE2}" presName="rootComposite" presStyleCnt="0"/>
      <dgm:spPr/>
    </dgm:pt>
    <dgm:pt modelId="{A162C72F-5E49-1F46-9DEE-F3557FB86B90}" type="pres">
      <dgm:prSet presAssocID="{F709C667-1057-E643-BCE6-6D32B6C29CE2}" presName="rootText" presStyleLbl="node2" presStyleIdx="4" presStyleCnt="5">
        <dgm:presLayoutVars>
          <dgm:chPref val="3"/>
        </dgm:presLayoutVars>
      </dgm:prSet>
      <dgm:spPr/>
    </dgm:pt>
    <dgm:pt modelId="{52502524-37EA-214E-954D-5C04DBA52274}" type="pres">
      <dgm:prSet presAssocID="{F709C667-1057-E643-BCE6-6D32B6C29CE2}" presName="rootConnector" presStyleLbl="node2" presStyleIdx="4" presStyleCnt="5"/>
      <dgm:spPr/>
    </dgm:pt>
    <dgm:pt modelId="{7940189F-41B4-4843-868C-EE55D83EBDEC}" type="pres">
      <dgm:prSet presAssocID="{F709C667-1057-E643-BCE6-6D32B6C29CE2}" presName="hierChild4" presStyleCnt="0"/>
      <dgm:spPr/>
    </dgm:pt>
    <dgm:pt modelId="{7E9D4166-6E17-924E-B009-2119B88541F4}" type="pres">
      <dgm:prSet presAssocID="{7E1250EB-F63F-014B-8AB9-CB173CC56659}" presName="Name37" presStyleLbl="parChTrans1D3" presStyleIdx="12" presStyleCnt="15"/>
      <dgm:spPr/>
    </dgm:pt>
    <dgm:pt modelId="{C637447F-1271-3F46-9B8A-082523586B7B}" type="pres">
      <dgm:prSet presAssocID="{A35D40D1-BC09-0440-A51B-B4F42B0156E0}" presName="hierRoot2" presStyleCnt="0">
        <dgm:presLayoutVars>
          <dgm:hierBranch val="init"/>
        </dgm:presLayoutVars>
      </dgm:prSet>
      <dgm:spPr/>
    </dgm:pt>
    <dgm:pt modelId="{FF6F405B-A7A1-7B47-AB34-0829D70CB3E8}" type="pres">
      <dgm:prSet presAssocID="{A35D40D1-BC09-0440-A51B-B4F42B0156E0}" presName="rootComposite" presStyleCnt="0"/>
      <dgm:spPr/>
    </dgm:pt>
    <dgm:pt modelId="{C7263F49-60CC-1C41-9F8D-31F8F0B0EF9C}" type="pres">
      <dgm:prSet presAssocID="{A35D40D1-BC09-0440-A51B-B4F42B0156E0}" presName="rootText" presStyleLbl="node3" presStyleIdx="12" presStyleCnt="15">
        <dgm:presLayoutVars>
          <dgm:chPref val="3"/>
        </dgm:presLayoutVars>
      </dgm:prSet>
      <dgm:spPr/>
    </dgm:pt>
    <dgm:pt modelId="{7595DC5F-C085-CC44-B776-491E7DEC055D}" type="pres">
      <dgm:prSet presAssocID="{A35D40D1-BC09-0440-A51B-B4F42B0156E0}" presName="rootConnector" presStyleLbl="node3" presStyleIdx="12" presStyleCnt="15"/>
      <dgm:spPr/>
    </dgm:pt>
    <dgm:pt modelId="{E71F5FA0-9559-1844-9467-5723C132FA5C}" type="pres">
      <dgm:prSet presAssocID="{A35D40D1-BC09-0440-A51B-B4F42B0156E0}" presName="hierChild4" presStyleCnt="0"/>
      <dgm:spPr/>
    </dgm:pt>
    <dgm:pt modelId="{B0A9CBD8-466C-A041-8B37-D7DA6551F494}" type="pres">
      <dgm:prSet presAssocID="{A35D40D1-BC09-0440-A51B-B4F42B0156E0}" presName="hierChild5" presStyleCnt="0"/>
      <dgm:spPr/>
    </dgm:pt>
    <dgm:pt modelId="{26835F6C-10D1-B641-8468-FF25BBFC810B}" type="pres">
      <dgm:prSet presAssocID="{50B1AB8E-3077-014D-9816-13D04454D5D6}" presName="Name37" presStyleLbl="parChTrans1D3" presStyleIdx="13" presStyleCnt="15"/>
      <dgm:spPr/>
    </dgm:pt>
    <dgm:pt modelId="{EEA1F1B7-F4E3-DD4B-B41A-DBA6EA4D1323}" type="pres">
      <dgm:prSet presAssocID="{34030A5E-E469-0A4D-89F9-CD52D5C85368}" presName="hierRoot2" presStyleCnt="0">
        <dgm:presLayoutVars>
          <dgm:hierBranch val="init"/>
        </dgm:presLayoutVars>
      </dgm:prSet>
      <dgm:spPr/>
    </dgm:pt>
    <dgm:pt modelId="{EA8103AE-CFF5-D34A-80EB-5CA6A93CF53B}" type="pres">
      <dgm:prSet presAssocID="{34030A5E-E469-0A4D-89F9-CD52D5C85368}" presName="rootComposite" presStyleCnt="0"/>
      <dgm:spPr/>
    </dgm:pt>
    <dgm:pt modelId="{CB276759-E98A-2747-80AF-E07951737D90}" type="pres">
      <dgm:prSet presAssocID="{34030A5E-E469-0A4D-89F9-CD52D5C85368}" presName="rootText" presStyleLbl="node3" presStyleIdx="13" presStyleCnt="15">
        <dgm:presLayoutVars>
          <dgm:chPref val="3"/>
        </dgm:presLayoutVars>
      </dgm:prSet>
      <dgm:spPr/>
    </dgm:pt>
    <dgm:pt modelId="{01998E47-281B-D84D-8AA8-64D9BBB43052}" type="pres">
      <dgm:prSet presAssocID="{34030A5E-E469-0A4D-89F9-CD52D5C85368}" presName="rootConnector" presStyleLbl="node3" presStyleIdx="13" presStyleCnt="15"/>
      <dgm:spPr/>
    </dgm:pt>
    <dgm:pt modelId="{B3D81C56-AD5E-0445-AAC7-979159D995E7}" type="pres">
      <dgm:prSet presAssocID="{34030A5E-E469-0A4D-89F9-CD52D5C85368}" presName="hierChild4" presStyleCnt="0"/>
      <dgm:spPr/>
    </dgm:pt>
    <dgm:pt modelId="{EC039589-70E9-204A-9497-B52120AEBA0C}" type="pres">
      <dgm:prSet presAssocID="{34030A5E-E469-0A4D-89F9-CD52D5C85368}" presName="hierChild5" presStyleCnt="0"/>
      <dgm:spPr/>
    </dgm:pt>
    <dgm:pt modelId="{E6E2CBF0-104A-7A4B-A8A3-320832B684A8}" type="pres">
      <dgm:prSet presAssocID="{39D386EE-AB68-5646-A001-623E27A76E28}" presName="Name37" presStyleLbl="parChTrans1D3" presStyleIdx="14" presStyleCnt="15"/>
      <dgm:spPr/>
    </dgm:pt>
    <dgm:pt modelId="{68FB97B2-430F-9E4B-92A7-8B2D1FDB6F39}" type="pres">
      <dgm:prSet presAssocID="{F932EE65-0372-3C4A-938A-C8549AC9A0B1}" presName="hierRoot2" presStyleCnt="0">
        <dgm:presLayoutVars>
          <dgm:hierBranch val="init"/>
        </dgm:presLayoutVars>
      </dgm:prSet>
      <dgm:spPr/>
    </dgm:pt>
    <dgm:pt modelId="{7A2DC867-1377-B84D-9E03-6288D23FA894}" type="pres">
      <dgm:prSet presAssocID="{F932EE65-0372-3C4A-938A-C8549AC9A0B1}" presName="rootComposite" presStyleCnt="0"/>
      <dgm:spPr/>
    </dgm:pt>
    <dgm:pt modelId="{97A8728B-3244-0148-BDB4-5A4C4E25ED70}" type="pres">
      <dgm:prSet presAssocID="{F932EE65-0372-3C4A-938A-C8549AC9A0B1}" presName="rootText" presStyleLbl="node3" presStyleIdx="14" presStyleCnt="15">
        <dgm:presLayoutVars>
          <dgm:chPref val="3"/>
        </dgm:presLayoutVars>
      </dgm:prSet>
      <dgm:spPr/>
    </dgm:pt>
    <dgm:pt modelId="{472D0F91-C2C6-7A40-BC47-83F15576CEF6}" type="pres">
      <dgm:prSet presAssocID="{F932EE65-0372-3C4A-938A-C8549AC9A0B1}" presName="rootConnector" presStyleLbl="node3" presStyleIdx="14" presStyleCnt="15"/>
      <dgm:spPr/>
    </dgm:pt>
    <dgm:pt modelId="{61CB3137-8C10-2B44-A91F-7643C62B996F}" type="pres">
      <dgm:prSet presAssocID="{F932EE65-0372-3C4A-938A-C8549AC9A0B1}" presName="hierChild4" presStyleCnt="0"/>
      <dgm:spPr/>
    </dgm:pt>
    <dgm:pt modelId="{47E0139C-8355-094D-8907-4CC70655FE1A}" type="pres">
      <dgm:prSet presAssocID="{F932EE65-0372-3C4A-938A-C8549AC9A0B1}" presName="hierChild5" presStyleCnt="0"/>
      <dgm:spPr/>
    </dgm:pt>
    <dgm:pt modelId="{4B66E543-D90D-DF43-BB18-0E6F0F1E75EF}" type="pres">
      <dgm:prSet presAssocID="{F709C667-1057-E643-BCE6-6D32B6C29CE2}" presName="hierChild5" presStyleCnt="0"/>
      <dgm:spPr/>
    </dgm:pt>
    <dgm:pt modelId="{59A0ECCF-7C10-1243-992A-69AD630EB4A7}" type="pres">
      <dgm:prSet presAssocID="{66AA0760-CC8F-984B-86D9-E6F3B716B491}" presName="hierChild3" presStyleCnt="0"/>
      <dgm:spPr/>
    </dgm:pt>
  </dgm:ptLst>
  <dgm:cxnLst>
    <dgm:cxn modelId="{A2C75800-1480-A84B-AFA5-6149D33F12C7}" type="presOf" srcId="{EC327F14-AC59-274E-9974-487344B352F4}" destId="{F8E16041-E69E-5A40-989E-9D470EC13C18}" srcOrd="0" destOrd="0" presId="urn:microsoft.com/office/officeart/2005/8/layout/orgChart1"/>
    <dgm:cxn modelId="{F4A3370C-3A68-6445-8876-102E86C7120F}" type="presOf" srcId="{F932EE65-0372-3C4A-938A-C8549AC9A0B1}" destId="{97A8728B-3244-0148-BDB4-5A4C4E25ED70}" srcOrd="0" destOrd="0" presId="urn:microsoft.com/office/officeart/2005/8/layout/orgChart1"/>
    <dgm:cxn modelId="{6F70F40C-EAAE-3F44-9C53-7D1E13AAB3F8}" type="presOf" srcId="{B7E6BB84-CE49-5944-850A-4BEA2D5FFF8F}" destId="{9D427553-480E-DB45-ACF0-6AA1D2E68157}" srcOrd="0" destOrd="0" presId="urn:microsoft.com/office/officeart/2005/8/layout/orgChart1"/>
    <dgm:cxn modelId="{FB64C011-AD58-7846-BE49-F289BCC15C5D}" srcId="{2D39C5C6-1AE0-C54D-9515-0EB2492B5A7A}" destId="{F6C83F6B-D906-4945-974A-40AEDBB3378D}" srcOrd="4" destOrd="0" parTransId="{4021B7EA-13D0-8645-BCE0-0CCC7E7B0B77}" sibTransId="{7999DA4E-7006-7D43-9987-4B9137EE3BFD}"/>
    <dgm:cxn modelId="{08847D13-5C63-2A4E-98B5-3156A697155A}" type="presOf" srcId="{7E8629E0-A90D-D645-B4FA-E83F9BA0CFEE}" destId="{E046685D-8E49-2941-B1F2-211A2B7E45D7}" srcOrd="0" destOrd="0" presId="urn:microsoft.com/office/officeart/2005/8/layout/orgChart1"/>
    <dgm:cxn modelId="{84DD5616-42E9-5A48-830C-F451EEB20D64}" type="presOf" srcId="{7E1250EB-F63F-014B-8AB9-CB173CC56659}" destId="{7E9D4166-6E17-924E-B009-2119B88541F4}" srcOrd="0" destOrd="0" presId="urn:microsoft.com/office/officeart/2005/8/layout/orgChart1"/>
    <dgm:cxn modelId="{9037B418-E57E-B642-9995-D3E7AB8724C6}" type="presOf" srcId="{CC694BEC-FF69-D644-8944-A9363C81C116}" destId="{A7140375-FAAC-7C4F-8CC5-5C12D8F8B66F}" srcOrd="0" destOrd="0" presId="urn:microsoft.com/office/officeart/2005/8/layout/orgChart1"/>
    <dgm:cxn modelId="{8A248D21-CE39-9244-BBA9-E2B7388F1E24}" type="presOf" srcId="{50B1AB8E-3077-014D-9816-13D04454D5D6}" destId="{26835F6C-10D1-B641-8468-FF25BBFC810B}" srcOrd="0" destOrd="0" presId="urn:microsoft.com/office/officeart/2005/8/layout/orgChart1"/>
    <dgm:cxn modelId="{3597A323-E8E7-8441-A6DF-DE9B169CF1A3}" type="presOf" srcId="{E9F12FBD-85D1-4E45-AD32-AF3F6196B300}" destId="{995A17C4-EBA6-2C43-A412-C214CB596A1D}" srcOrd="1" destOrd="0" presId="urn:microsoft.com/office/officeart/2005/8/layout/orgChart1"/>
    <dgm:cxn modelId="{B4651A25-D10F-B048-AF5B-F9A1DC967A67}" type="presOf" srcId="{D5C7249E-3402-A042-927D-85325DFD612A}" destId="{204CF2BD-EBDC-884C-B2FE-DB235083A556}" srcOrd="0" destOrd="0" presId="urn:microsoft.com/office/officeart/2005/8/layout/orgChart1"/>
    <dgm:cxn modelId="{1D34C525-6534-1447-A717-76D3EBB9FDD3}" type="presOf" srcId="{2D39C5C6-1AE0-C54D-9515-0EB2492B5A7A}" destId="{3448C547-684D-AA4B-8E19-5D9E739CE794}" srcOrd="1" destOrd="0" presId="urn:microsoft.com/office/officeart/2005/8/layout/orgChart1"/>
    <dgm:cxn modelId="{73736E26-A2E3-9245-BA0C-5DB0E7624E75}" srcId="{66AA0760-CC8F-984B-86D9-E6F3B716B491}" destId="{B089B24B-A44A-884A-8747-5CAD4FA742FA}" srcOrd="2" destOrd="0" parTransId="{DC0022B6-48F0-A749-AAE0-81091E9B432A}" sibTransId="{E7FCA380-D2D3-E24E-B21B-E7724132AA70}"/>
    <dgm:cxn modelId="{CA000428-70AC-2140-B014-4720218F6609}" type="presOf" srcId="{34030A5E-E469-0A4D-89F9-CD52D5C85368}" destId="{CB276759-E98A-2747-80AF-E07951737D90}" srcOrd="0" destOrd="0" presId="urn:microsoft.com/office/officeart/2005/8/layout/orgChart1"/>
    <dgm:cxn modelId="{F66E5C29-509D-044A-A412-844E328664A2}" type="presOf" srcId="{66AA0760-CC8F-984B-86D9-E6F3B716B491}" destId="{B8F45F80-0245-2542-A127-B2582CCAC605}" srcOrd="1" destOrd="0" presId="urn:microsoft.com/office/officeart/2005/8/layout/orgChart1"/>
    <dgm:cxn modelId="{2606432A-9EA2-274C-90F8-D86E74FEBF9E}" type="presOf" srcId="{57C8714B-F2F7-D947-BAD4-6538AC9B627D}" destId="{F1FC9CFE-8C7B-664C-9A77-1420C22BE0AB}" srcOrd="1" destOrd="0" presId="urn:microsoft.com/office/officeart/2005/8/layout/orgChart1"/>
    <dgm:cxn modelId="{7678292C-F134-774F-ACE4-DB2A86719B0A}" type="presOf" srcId="{F709C667-1057-E643-BCE6-6D32B6C29CE2}" destId="{52502524-37EA-214E-954D-5C04DBA52274}" srcOrd="1" destOrd="0" presId="urn:microsoft.com/office/officeart/2005/8/layout/orgChart1"/>
    <dgm:cxn modelId="{3265E22C-5A05-2B45-A231-4689CCA0B507}" type="presOf" srcId="{F932EE65-0372-3C4A-938A-C8549AC9A0B1}" destId="{472D0F91-C2C6-7A40-BC47-83F15576CEF6}" srcOrd="1" destOrd="0" presId="urn:microsoft.com/office/officeart/2005/8/layout/orgChart1"/>
    <dgm:cxn modelId="{9BEE182F-3FA5-2747-8FCF-6DAB94310ED2}" srcId="{253B7F82-552E-8240-8EC3-437597AE18E9}" destId="{5FEC71A9-3DD0-A14E-B7E4-4005FB660528}" srcOrd="1" destOrd="0" parTransId="{557496A3-2481-414C-934B-2E7D8DAAD68B}" sibTransId="{69F955F7-8DD4-2348-A3DD-A7681633DFA5}"/>
    <dgm:cxn modelId="{E7585835-6E01-EF42-8DF1-61D2A751E158}" type="presOf" srcId="{57C8714B-F2F7-D947-BAD4-6538AC9B627D}" destId="{1C043B9E-544C-F645-834D-CFB07EA54FB3}" srcOrd="0" destOrd="0" presId="urn:microsoft.com/office/officeart/2005/8/layout/orgChart1"/>
    <dgm:cxn modelId="{33C8E235-308C-794B-929E-AB6D534E3F5B}" srcId="{2D39C5C6-1AE0-C54D-9515-0EB2492B5A7A}" destId="{57C8714B-F2F7-D947-BAD4-6538AC9B627D}" srcOrd="1" destOrd="0" parTransId="{B0FC22B9-05A5-0544-B5EB-FD731395F955}" sibTransId="{25006A07-3E9C-E54A-88E1-4B6D7E29D7DC}"/>
    <dgm:cxn modelId="{5B2CC739-8578-254D-9D80-12D2FDBF7736}" srcId="{2D39C5C6-1AE0-C54D-9515-0EB2492B5A7A}" destId="{7E8629E0-A90D-D645-B4FA-E83F9BA0CFEE}" srcOrd="0" destOrd="0" parTransId="{C1761864-837D-BE4C-B03B-A2171A711189}" sibTransId="{A6B63FA2-9FD5-BD42-9846-D462774FD4E8}"/>
    <dgm:cxn modelId="{CD5A0C3F-D36A-3849-80E0-F70F8694F4C4}" type="presOf" srcId="{A35D40D1-BC09-0440-A51B-B4F42B0156E0}" destId="{C7263F49-60CC-1C41-9F8D-31F8F0B0EF9C}" srcOrd="0" destOrd="0" presId="urn:microsoft.com/office/officeart/2005/8/layout/orgChart1"/>
    <dgm:cxn modelId="{8D7A4B40-F97B-7040-88AD-8718F5E84D9D}" type="presOf" srcId="{C93B69DD-F53B-DD42-8A54-E86501329B88}" destId="{B837E991-B617-4A49-8EB2-DA568307A921}" srcOrd="1" destOrd="0" presId="urn:microsoft.com/office/officeart/2005/8/layout/orgChart1"/>
    <dgm:cxn modelId="{994BED44-6CA5-8246-8050-FF8B8E150784}" type="presOf" srcId="{253B7F82-552E-8240-8EC3-437597AE18E9}" destId="{111820FF-7C67-5548-90A1-D22687C85040}" srcOrd="0" destOrd="0" presId="urn:microsoft.com/office/officeart/2005/8/layout/orgChart1"/>
    <dgm:cxn modelId="{8D55AC49-846A-0040-B2C6-BD3AFFFD246E}" type="presOf" srcId="{DC0022B6-48F0-A749-AAE0-81091E9B432A}" destId="{55FDA3F1-CD68-4943-B36C-1B9DE39DA975}" srcOrd="0" destOrd="0" presId="urn:microsoft.com/office/officeart/2005/8/layout/orgChart1"/>
    <dgm:cxn modelId="{A5B4764B-7748-4547-AA5A-30FB3C386F7A}" type="presOf" srcId="{52083237-A653-F740-96D5-0762D6732BD4}" destId="{04F3F00E-58C0-B740-A0CC-878FF14C0712}" srcOrd="0" destOrd="0" presId="urn:microsoft.com/office/officeart/2005/8/layout/orgChart1"/>
    <dgm:cxn modelId="{FB0F3F4C-502E-1C4D-9F5A-351082BA47D6}" srcId="{F709C667-1057-E643-BCE6-6D32B6C29CE2}" destId="{F932EE65-0372-3C4A-938A-C8549AC9A0B1}" srcOrd="2" destOrd="0" parTransId="{39D386EE-AB68-5646-A001-623E27A76E28}" sibTransId="{1616C35C-3F0E-314C-95E1-62A58348E90A}"/>
    <dgm:cxn modelId="{AEB1C24E-F52F-E544-9EE5-EF235B4103F2}" type="presOf" srcId="{EFF4D3E3-8A42-F246-B044-7CC33C55C0A4}" destId="{308F7616-6796-D94D-B228-4778E696DD00}" srcOrd="1" destOrd="0" presId="urn:microsoft.com/office/officeart/2005/8/layout/orgChart1"/>
    <dgm:cxn modelId="{E5592C50-9445-3549-8115-F30BEDD294A8}" type="presOf" srcId="{D608939C-0BD3-3B47-9D6D-ADAD4ECA0EE3}" destId="{56DD473F-51DA-5647-ACC1-5F4A3781B37E}" srcOrd="0" destOrd="0" presId="urn:microsoft.com/office/officeart/2005/8/layout/orgChart1"/>
    <dgm:cxn modelId="{EFDFDF50-845A-FC44-A52C-3486A7CA0C29}" type="presOf" srcId="{A9240AB4-977B-7849-B5ED-BA74B7D0A59F}" destId="{A9567F79-07AF-1A4D-8BCE-4DF1AD8689E6}" srcOrd="0" destOrd="0" presId="urn:microsoft.com/office/officeart/2005/8/layout/orgChart1"/>
    <dgm:cxn modelId="{6DE24653-D335-5D49-BF1F-59B1808121C9}" srcId="{A9240AB4-977B-7849-B5ED-BA74B7D0A59F}" destId="{E9F12FBD-85D1-4E45-AD32-AF3F6196B300}" srcOrd="0" destOrd="0" parTransId="{CC694BEC-FF69-D644-8944-A9363C81C116}" sibTransId="{9122E2FF-125F-EA4A-A6D2-B21B0B1CFFD1}"/>
    <dgm:cxn modelId="{125E6F53-DFDC-B14E-84E5-4B5A1DA0F116}" type="presOf" srcId="{F709C667-1057-E643-BCE6-6D32B6C29CE2}" destId="{A162C72F-5E49-1F46-9DEE-F3557FB86B90}" srcOrd="0" destOrd="0" presId="urn:microsoft.com/office/officeart/2005/8/layout/orgChart1"/>
    <dgm:cxn modelId="{E1A8C155-7A8D-7149-9376-AEF653498F71}" type="presOf" srcId="{B7E6BB84-CE49-5944-850A-4BEA2D5FFF8F}" destId="{1E345365-F941-D24D-8D06-E4CCEB0B626A}" srcOrd="1" destOrd="0" presId="urn:microsoft.com/office/officeart/2005/8/layout/orgChart1"/>
    <dgm:cxn modelId="{48DDF156-C2D6-2043-80D9-9A0BC00BFB9E}" srcId="{66AA0760-CC8F-984B-86D9-E6F3B716B491}" destId="{2D39C5C6-1AE0-C54D-9515-0EB2492B5A7A}" srcOrd="0" destOrd="0" parTransId="{903B4AC3-A329-FA43-B828-3E5E57E45225}" sibTransId="{B3D9FFF4-8E62-2C47-BEC4-2246F8322E9A}"/>
    <dgm:cxn modelId="{9B7E2559-4802-BC49-AC77-92EF9C5E5FF1}" type="presOf" srcId="{57607B6A-85C5-7D4A-92EB-AADF12A9FB40}" destId="{3BD8A71B-56B4-4847-8105-B335FFBCDA06}" srcOrd="1" destOrd="0" presId="urn:microsoft.com/office/officeart/2005/8/layout/orgChart1"/>
    <dgm:cxn modelId="{9BEC5B5A-B773-AC4D-BDC5-317D1B6F685C}" type="presOf" srcId="{FE3A1EB2-4A8F-344D-8637-5A4667820482}" destId="{233B8E4D-2F37-7643-B129-C51C6012DE86}" srcOrd="0" destOrd="0" presId="urn:microsoft.com/office/officeart/2005/8/layout/orgChart1"/>
    <dgm:cxn modelId="{2771565C-5F12-D441-8A38-EE7333E63535}" srcId="{2D39C5C6-1AE0-C54D-9515-0EB2492B5A7A}" destId="{EFF4D3E3-8A42-F246-B044-7CC33C55C0A4}" srcOrd="3" destOrd="0" parTransId="{95F25BA8-B53D-8043-ABB1-ECFA02F08A8F}" sibTransId="{F542F676-EEC5-D348-A498-A2D73E85B9B4}"/>
    <dgm:cxn modelId="{208A485E-6237-D34B-9050-696910744219}" type="presOf" srcId="{B0FC22B9-05A5-0544-B5EB-FD731395F955}" destId="{C8EB33DE-BACB-FC41-9C94-7787C321F8B3}" srcOrd="0" destOrd="0" presId="urn:microsoft.com/office/officeart/2005/8/layout/orgChart1"/>
    <dgm:cxn modelId="{2F734B61-8B4E-0848-9F8E-7323E7973836}" type="presOf" srcId="{1FA78074-2A3E-4E47-96E3-7100E270EF4B}" destId="{DD1D99CC-2C20-884E-9E98-38DF8EF664BA}" srcOrd="1" destOrd="0" presId="urn:microsoft.com/office/officeart/2005/8/layout/orgChart1"/>
    <dgm:cxn modelId="{CB80EA73-AF68-3F43-9EB1-1B2A0FD77C1B}" type="presOf" srcId="{4021B7EA-13D0-8645-BCE0-0CCC7E7B0B77}" destId="{42ECD851-D69E-4245-B95C-DCF1A01366DE}" srcOrd="0" destOrd="0" presId="urn:microsoft.com/office/officeart/2005/8/layout/orgChart1"/>
    <dgm:cxn modelId="{52532974-4878-7243-ADC8-669255EDBA00}" srcId="{253B7F82-552E-8240-8EC3-437597AE18E9}" destId="{7E1C5B18-07FD-4644-ADDE-D1294FE39F1E}" srcOrd="0" destOrd="0" parTransId="{6464AA2B-B1D4-EF40-8193-D73240C9F9F8}" sibTransId="{9E1B2FFF-3E3F-0B48-AF8D-BA45E5BF9662}"/>
    <dgm:cxn modelId="{0866EE74-F034-9242-AD90-90E308AB347A}" type="presOf" srcId="{B089B24B-A44A-884A-8747-5CAD4FA742FA}" destId="{7513F272-71E2-FB4C-936B-B29263C1BFDA}" srcOrd="0" destOrd="0" presId="urn:microsoft.com/office/officeart/2005/8/layout/orgChart1"/>
    <dgm:cxn modelId="{7E9C077A-0656-6047-A77F-74899708CE58}" type="presOf" srcId="{C1761864-837D-BE4C-B03B-A2171A711189}" destId="{00C836CD-083B-3A47-822E-6A9E7507F2AD}" srcOrd="0" destOrd="0" presId="urn:microsoft.com/office/officeart/2005/8/layout/orgChart1"/>
    <dgm:cxn modelId="{75EA697A-D3BD-4E4A-AA16-643BC47161BA}" type="presOf" srcId="{EFF4D3E3-8A42-F246-B044-7CC33C55C0A4}" destId="{CAEEC929-C614-2B4D-8DB4-D86B6ED1F367}" srcOrd="0" destOrd="0" presId="urn:microsoft.com/office/officeart/2005/8/layout/orgChart1"/>
    <dgm:cxn modelId="{E1168781-624C-DC4A-8428-8AE04DEFA485}" srcId="{F709C667-1057-E643-BCE6-6D32B6C29CE2}" destId="{34030A5E-E469-0A4D-89F9-CD52D5C85368}" srcOrd="1" destOrd="0" parTransId="{50B1AB8E-3077-014D-9816-13D04454D5D6}" sibTransId="{9F26D98A-4DAE-4248-A261-692A60D91319}"/>
    <dgm:cxn modelId="{1D74EF81-E4AC-A84F-B45F-4FB2328ACBBE}" type="presOf" srcId="{557496A3-2481-414C-934B-2E7D8DAAD68B}" destId="{2450300C-2536-D24B-A364-80E277BC7BD8}" srcOrd="0" destOrd="0" presId="urn:microsoft.com/office/officeart/2005/8/layout/orgChart1"/>
    <dgm:cxn modelId="{13971285-9F9A-DB47-A947-ADED2B417A88}" srcId="{66AA0760-CC8F-984B-86D9-E6F3B716B491}" destId="{F709C667-1057-E643-BCE6-6D32B6C29CE2}" srcOrd="4" destOrd="0" parTransId="{9794709C-9D07-8940-A7E6-6A27A5EF0010}" sibTransId="{93C77EEA-155F-E14C-8026-3AA1D9EF3E96}"/>
    <dgm:cxn modelId="{2B8D3386-005A-9F44-ABD1-A27C021851DD}" type="presOf" srcId="{66AA0760-CC8F-984B-86D9-E6F3B716B491}" destId="{A3412C8F-557E-A447-BCDB-5B235E9EB1E6}" srcOrd="0" destOrd="0" presId="urn:microsoft.com/office/officeart/2005/8/layout/orgChart1"/>
    <dgm:cxn modelId="{6BA9D88F-F226-E148-81E8-2F8FDDD0783C}" type="presOf" srcId="{1FA78074-2A3E-4E47-96E3-7100E270EF4B}" destId="{177DC597-0FEC-5348-A6BD-7F223C8C7182}" srcOrd="0" destOrd="0" presId="urn:microsoft.com/office/officeart/2005/8/layout/orgChart1"/>
    <dgm:cxn modelId="{AB372593-4854-F041-AF1B-7489FE9A8DAC}" type="presOf" srcId="{5FEC71A9-3DD0-A14E-B7E4-4005FB660528}" destId="{18E3EF26-7190-3B49-85EA-7669BA9899DE}" srcOrd="1" destOrd="0" presId="urn:microsoft.com/office/officeart/2005/8/layout/orgChart1"/>
    <dgm:cxn modelId="{F914E99C-25BA-594C-A9C4-20EA50FAAC80}" srcId="{66AA0760-CC8F-984B-86D9-E6F3B716B491}" destId="{A9240AB4-977B-7849-B5ED-BA74B7D0A59F}" srcOrd="1" destOrd="0" parTransId="{735A6196-67FD-CA47-A472-F646E1AD4AEA}" sibTransId="{520F6F52-D950-254E-9495-2FFD86298080}"/>
    <dgm:cxn modelId="{3972659D-FF64-C24C-9F38-C7F76B86C584}" type="presOf" srcId="{2D39C5C6-1AE0-C54D-9515-0EB2492B5A7A}" destId="{8499F723-FA7F-9743-AE62-CC5AE45B8FF4}" srcOrd="0" destOrd="0" presId="urn:microsoft.com/office/officeart/2005/8/layout/orgChart1"/>
    <dgm:cxn modelId="{F45CB89E-E046-234A-B6B4-25206FD9EDB4}" srcId="{005AA0C0-9B83-1145-8C0B-1759906EF216}" destId="{66AA0760-CC8F-984B-86D9-E6F3B716B491}" srcOrd="0" destOrd="0" parTransId="{9171443C-68C4-9843-A04E-54703189D3CB}" sibTransId="{39B66247-D446-2044-93EB-DEC68A65F08A}"/>
    <dgm:cxn modelId="{F76B5E9F-3402-2B43-8D6C-2B8B8C5DFA50}" srcId="{B089B24B-A44A-884A-8747-5CAD4FA742FA}" destId="{B7E6BB84-CE49-5944-850A-4BEA2D5FFF8F}" srcOrd="1" destOrd="0" parTransId="{EC327F14-AC59-274E-9974-487344B352F4}" sibTransId="{46454126-5393-794C-B724-AAB91F191836}"/>
    <dgm:cxn modelId="{69484EA0-A3EE-AF40-BD36-89809FB357E3}" srcId="{A9240AB4-977B-7849-B5ED-BA74B7D0A59F}" destId="{C93B69DD-F53B-DD42-8A54-E86501329B88}" srcOrd="2" destOrd="0" parTransId="{74DCC9F4-248B-9A45-A1F1-B8DDC95A689B}" sibTransId="{1A10687C-CDDA-8A4E-AFCE-6F1699F0375A}"/>
    <dgm:cxn modelId="{CB8603A4-197A-EA41-BDAF-15A317AA2856}" type="presOf" srcId="{A35D40D1-BC09-0440-A51B-B4F42B0156E0}" destId="{7595DC5F-C085-CC44-B776-491E7DEC055D}" srcOrd="1" destOrd="0" presId="urn:microsoft.com/office/officeart/2005/8/layout/orgChart1"/>
    <dgm:cxn modelId="{FEE059AE-6F6A-D948-AB00-2C68876E37A1}" type="presOf" srcId="{7E1C5B18-07FD-4644-ADDE-D1294FE39F1E}" destId="{83003C75-02C2-DB46-9BC0-6DBD7FD1D761}" srcOrd="1" destOrd="0" presId="urn:microsoft.com/office/officeart/2005/8/layout/orgChart1"/>
    <dgm:cxn modelId="{8D682EAF-47C4-6349-BE7E-BC2B3377E4C1}" type="presOf" srcId="{FE3A1EB2-4A8F-344D-8637-5A4667820482}" destId="{62715E9C-2E8B-EA4C-9F86-FE2CBB9C1AFB}" srcOrd="1" destOrd="0" presId="urn:microsoft.com/office/officeart/2005/8/layout/orgChart1"/>
    <dgm:cxn modelId="{F70231B2-8B1D-A146-9494-0BBA83FB3F3F}" type="presOf" srcId="{F6C83F6B-D906-4945-974A-40AEDBB3378D}" destId="{F11EC092-A0AA-1342-9017-578290F75EB8}" srcOrd="0" destOrd="0" presId="urn:microsoft.com/office/officeart/2005/8/layout/orgChart1"/>
    <dgm:cxn modelId="{4EA68AB2-F00B-F44A-ACE6-771AAD796A76}" type="presOf" srcId="{7E8629E0-A90D-D645-B4FA-E83F9BA0CFEE}" destId="{DB7DF2A1-E612-7648-96EE-CA5DC498C639}" srcOrd="1" destOrd="0" presId="urn:microsoft.com/office/officeart/2005/8/layout/orgChart1"/>
    <dgm:cxn modelId="{7AEEB3B6-5BA1-D64B-874B-CF18DBB06493}" type="presOf" srcId="{0BB1D194-EAAE-6F42-B40B-7EF2887ED881}" destId="{9EE899DD-6A1D-9F4B-B2E8-8508F69F90F0}" srcOrd="0" destOrd="0" presId="urn:microsoft.com/office/officeart/2005/8/layout/orgChart1"/>
    <dgm:cxn modelId="{A79434BA-F658-A24E-B4A2-0FA3E84150A2}" type="presOf" srcId="{95F25BA8-B53D-8043-ABB1-ECFA02F08A8F}" destId="{DC10F37E-7046-0048-A79B-6D6CD6B15069}" srcOrd="0" destOrd="0" presId="urn:microsoft.com/office/officeart/2005/8/layout/orgChart1"/>
    <dgm:cxn modelId="{302EE2BC-B6D0-5849-9769-BF540337C3EF}" type="presOf" srcId="{253B7F82-552E-8240-8EC3-437597AE18E9}" destId="{92FE02DF-6BD5-4145-BCF9-86AEB46172B6}" srcOrd="1" destOrd="0" presId="urn:microsoft.com/office/officeart/2005/8/layout/orgChart1"/>
    <dgm:cxn modelId="{317020C4-88B8-BB48-AA19-4DBF0F9395E7}" srcId="{A9240AB4-977B-7849-B5ED-BA74B7D0A59F}" destId="{1FA78074-2A3E-4E47-96E3-7100E270EF4B}" srcOrd="1" destOrd="0" parTransId="{0BB1D194-EAAE-6F42-B40B-7EF2887ED881}" sibTransId="{5121091F-64D9-5E48-9BF7-C6A6EBD653C0}"/>
    <dgm:cxn modelId="{EC49ADC4-AA64-8841-9A17-5FA11831AD23}" srcId="{2D39C5C6-1AE0-C54D-9515-0EB2492B5A7A}" destId="{57607B6A-85C5-7D4A-92EB-AADF12A9FB40}" srcOrd="2" destOrd="0" parTransId="{52083237-A653-F740-96D5-0762D6732BD4}" sibTransId="{0E0A1088-1240-0040-AE8A-46BC41303258}"/>
    <dgm:cxn modelId="{3AA058C7-ED03-6E44-968E-F0ED73FE0822}" type="presOf" srcId="{57607B6A-85C5-7D4A-92EB-AADF12A9FB40}" destId="{21CE3F2D-10AA-C742-8262-0B44888783C7}" srcOrd="0" destOrd="0" presId="urn:microsoft.com/office/officeart/2005/8/layout/orgChart1"/>
    <dgm:cxn modelId="{1AF62AC8-C068-9344-92B1-EF0B4946454C}" type="presOf" srcId="{74DCC9F4-248B-9A45-A1F1-B8DDC95A689B}" destId="{21CCD0F2-B040-6C41-8233-DEAB0C8EAEC2}" srcOrd="0" destOrd="0" presId="urn:microsoft.com/office/officeart/2005/8/layout/orgChart1"/>
    <dgm:cxn modelId="{B94447CA-A273-2C46-B6D7-F66AFF2DC8C8}" type="presOf" srcId="{A9240AB4-977B-7849-B5ED-BA74B7D0A59F}" destId="{919C898E-6DEA-BC42-A3FA-7DF6EA084C11}" srcOrd="1" destOrd="0" presId="urn:microsoft.com/office/officeart/2005/8/layout/orgChart1"/>
    <dgm:cxn modelId="{267012CC-9BBE-A249-BB1C-848CD9397DBC}" type="presOf" srcId="{C93B69DD-F53B-DD42-8A54-E86501329B88}" destId="{A5211366-5319-D945-94E2-4188D54F90ED}" srcOrd="0" destOrd="0" presId="urn:microsoft.com/office/officeart/2005/8/layout/orgChart1"/>
    <dgm:cxn modelId="{66DB07D2-239F-7947-8B15-E6C0E94E5AC7}" srcId="{66AA0760-CC8F-984B-86D9-E6F3B716B491}" destId="{253B7F82-552E-8240-8EC3-437597AE18E9}" srcOrd="3" destOrd="0" parTransId="{D608939C-0BD3-3B47-9D6D-ADAD4ECA0EE3}" sibTransId="{85901BE1-8154-5344-991F-38EF8B419242}"/>
    <dgm:cxn modelId="{766ED3D2-BB36-A140-AE43-70BCA997B388}" type="presOf" srcId="{F6C83F6B-D906-4945-974A-40AEDBB3378D}" destId="{0BE4764B-0818-6E4D-9DE0-167AA6A0747B}" srcOrd="1" destOrd="0" presId="urn:microsoft.com/office/officeart/2005/8/layout/orgChart1"/>
    <dgm:cxn modelId="{1662F7D5-2D0E-8B4D-91D2-58CD2F076EE1}" type="presOf" srcId="{005AA0C0-9B83-1145-8C0B-1759906EF216}" destId="{041EB817-8379-034F-90C3-73A2C4A29EAC}" srcOrd="0" destOrd="0" presId="urn:microsoft.com/office/officeart/2005/8/layout/orgChart1"/>
    <dgm:cxn modelId="{0A0B4FD8-8BB8-F040-9A62-C62C462BE222}" srcId="{F709C667-1057-E643-BCE6-6D32B6C29CE2}" destId="{A35D40D1-BC09-0440-A51B-B4F42B0156E0}" srcOrd="0" destOrd="0" parTransId="{7E1250EB-F63F-014B-8AB9-CB173CC56659}" sibTransId="{92E90C47-04CD-2D44-9385-1CE1B05DD1C8}"/>
    <dgm:cxn modelId="{6586F1D8-10AF-5644-83D6-97E644F0D669}" type="presOf" srcId="{5FEC71A9-3DD0-A14E-B7E4-4005FB660528}" destId="{EA601F8F-3401-D34A-8316-BDD00E90A5FE}" srcOrd="0" destOrd="0" presId="urn:microsoft.com/office/officeart/2005/8/layout/orgChart1"/>
    <dgm:cxn modelId="{D6F1ECD9-0CDE-AF4C-A6FB-3AA9079DD1AE}" type="presOf" srcId="{34030A5E-E469-0A4D-89F9-CD52D5C85368}" destId="{01998E47-281B-D84D-8AA8-64D9BBB43052}" srcOrd="1" destOrd="0" presId="urn:microsoft.com/office/officeart/2005/8/layout/orgChart1"/>
    <dgm:cxn modelId="{7F82ECDB-1BAB-9A4E-A660-A9EF6E14633D}" type="presOf" srcId="{735A6196-67FD-CA47-A472-F646E1AD4AEA}" destId="{7EE79800-1706-144D-857E-3E9F64FA6E77}" srcOrd="0" destOrd="0" presId="urn:microsoft.com/office/officeart/2005/8/layout/orgChart1"/>
    <dgm:cxn modelId="{1A1E25DE-9634-7B48-A4BB-E5372EC22DC4}" type="presOf" srcId="{6464AA2B-B1D4-EF40-8193-D73240C9F9F8}" destId="{E2321F11-A7B4-604D-AFDB-2B33440AF466}" srcOrd="0" destOrd="0" presId="urn:microsoft.com/office/officeart/2005/8/layout/orgChart1"/>
    <dgm:cxn modelId="{B4EAFBE0-B225-884C-A9FB-1AC8AE7695AE}" type="presOf" srcId="{903B4AC3-A329-FA43-B828-3E5E57E45225}" destId="{33E36895-E359-2549-8F70-7CFDEF75055C}" srcOrd="0" destOrd="0" presId="urn:microsoft.com/office/officeart/2005/8/layout/orgChart1"/>
    <dgm:cxn modelId="{436C0BE7-7390-294E-AADD-302C33968B99}" type="presOf" srcId="{7E1C5B18-07FD-4644-ADDE-D1294FE39F1E}" destId="{297AD816-BCDE-E140-8B56-56BE127D612E}" srcOrd="0" destOrd="0" presId="urn:microsoft.com/office/officeart/2005/8/layout/orgChart1"/>
    <dgm:cxn modelId="{4FBFA2E9-4FE8-D142-928A-0BB34AF2C510}" type="presOf" srcId="{9794709C-9D07-8940-A7E6-6A27A5EF0010}" destId="{FC8FFAA7-6DDC-A64F-B928-72B89E59DB2B}" srcOrd="0" destOrd="0" presId="urn:microsoft.com/office/officeart/2005/8/layout/orgChart1"/>
    <dgm:cxn modelId="{C4BE1FEB-ADCB-C24B-9EA7-1F580CEF1A1C}" type="presOf" srcId="{B089B24B-A44A-884A-8747-5CAD4FA742FA}" destId="{BEE42C68-22DD-5E45-B243-6BA4A3124CBC}" srcOrd="1" destOrd="0" presId="urn:microsoft.com/office/officeart/2005/8/layout/orgChart1"/>
    <dgm:cxn modelId="{B2074FEC-70CC-F340-A0C4-E73EB001CE12}" srcId="{B089B24B-A44A-884A-8747-5CAD4FA742FA}" destId="{FE3A1EB2-4A8F-344D-8637-5A4667820482}" srcOrd="0" destOrd="0" parTransId="{D5C7249E-3402-A042-927D-85325DFD612A}" sibTransId="{1BBE1606-538A-6D49-BFCB-B12DD7F246AB}"/>
    <dgm:cxn modelId="{937146F8-8555-8545-80F5-9B3A8E6E465C}" type="presOf" srcId="{E9F12FBD-85D1-4E45-AD32-AF3F6196B300}" destId="{DFF81FC7-3448-7B41-BDC0-9945D04847CC}" srcOrd="0" destOrd="0" presId="urn:microsoft.com/office/officeart/2005/8/layout/orgChart1"/>
    <dgm:cxn modelId="{971319FA-B3E9-274E-A1CC-50D483B4762E}" type="presOf" srcId="{39D386EE-AB68-5646-A001-623E27A76E28}" destId="{E6E2CBF0-104A-7A4B-A8A3-320832B684A8}" srcOrd="0" destOrd="0" presId="urn:microsoft.com/office/officeart/2005/8/layout/orgChart1"/>
    <dgm:cxn modelId="{D5BD5B75-A138-284F-B67D-7E0D6E4994C0}" type="presParOf" srcId="{041EB817-8379-034F-90C3-73A2C4A29EAC}" destId="{D7B014B9-7930-5847-83CB-26AF4DF80555}" srcOrd="0" destOrd="0" presId="urn:microsoft.com/office/officeart/2005/8/layout/orgChart1"/>
    <dgm:cxn modelId="{E34FC87F-8CFF-FB4C-B092-141FBD56650B}" type="presParOf" srcId="{D7B014B9-7930-5847-83CB-26AF4DF80555}" destId="{3C1A7518-3D11-8347-A110-085E76176F21}" srcOrd="0" destOrd="0" presId="urn:microsoft.com/office/officeart/2005/8/layout/orgChart1"/>
    <dgm:cxn modelId="{FF271AC4-7FF8-6944-AC7F-29490A81E684}" type="presParOf" srcId="{3C1A7518-3D11-8347-A110-085E76176F21}" destId="{A3412C8F-557E-A447-BCDB-5B235E9EB1E6}" srcOrd="0" destOrd="0" presId="urn:microsoft.com/office/officeart/2005/8/layout/orgChart1"/>
    <dgm:cxn modelId="{A1BE781D-1E22-944E-92C9-0696CF1FC4CA}" type="presParOf" srcId="{3C1A7518-3D11-8347-A110-085E76176F21}" destId="{B8F45F80-0245-2542-A127-B2582CCAC605}" srcOrd="1" destOrd="0" presId="urn:microsoft.com/office/officeart/2005/8/layout/orgChart1"/>
    <dgm:cxn modelId="{32CC3A41-0D3B-1B4B-97B2-3EFA2F8C1A9F}" type="presParOf" srcId="{D7B014B9-7930-5847-83CB-26AF4DF80555}" destId="{70FD1832-EAB3-D543-ACE2-DB2C82573A5E}" srcOrd="1" destOrd="0" presId="urn:microsoft.com/office/officeart/2005/8/layout/orgChart1"/>
    <dgm:cxn modelId="{16B9603D-D0C3-3545-AE06-FFA86A949D6B}" type="presParOf" srcId="{70FD1832-EAB3-D543-ACE2-DB2C82573A5E}" destId="{33E36895-E359-2549-8F70-7CFDEF75055C}" srcOrd="0" destOrd="0" presId="urn:microsoft.com/office/officeart/2005/8/layout/orgChart1"/>
    <dgm:cxn modelId="{CA92C30A-516B-FC45-A0F1-ABB9BDEBA19A}" type="presParOf" srcId="{70FD1832-EAB3-D543-ACE2-DB2C82573A5E}" destId="{459C1B9C-E38A-5745-AF0F-950C83CD05B2}" srcOrd="1" destOrd="0" presId="urn:microsoft.com/office/officeart/2005/8/layout/orgChart1"/>
    <dgm:cxn modelId="{06A00E6A-67EA-FC4A-A420-FC914B153D11}" type="presParOf" srcId="{459C1B9C-E38A-5745-AF0F-950C83CD05B2}" destId="{5229F6D9-F982-A341-86FC-7920E23727DF}" srcOrd="0" destOrd="0" presId="urn:microsoft.com/office/officeart/2005/8/layout/orgChart1"/>
    <dgm:cxn modelId="{C904E5A9-44B3-9E49-8FA5-292C270FF854}" type="presParOf" srcId="{5229F6D9-F982-A341-86FC-7920E23727DF}" destId="{8499F723-FA7F-9743-AE62-CC5AE45B8FF4}" srcOrd="0" destOrd="0" presId="urn:microsoft.com/office/officeart/2005/8/layout/orgChart1"/>
    <dgm:cxn modelId="{B3E9136A-8D78-4041-980A-6499ACC2047F}" type="presParOf" srcId="{5229F6D9-F982-A341-86FC-7920E23727DF}" destId="{3448C547-684D-AA4B-8E19-5D9E739CE794}" srcOrd="1" destOrd="0" presId="urn:microsoft.com/office/officeart/2005/8/layout/orgChart1"/>
    <dgm:cxn modelId="{6A1E26EF-DDD8-8840-8699-78E33B347566}" type="presParOf" srcId="{459C1B9C-E38A-5745-AF0F-950C83CD05B2}" destId="{C037D16E-C357-7544-AD15-C4A316A57E2B}" srcOrd="1" destOrd="0" presId="urn:microsoft.com/office/officeart/2005/8/layout/orgChart1"/>
    <dgm:cxn modelId="{CB482B2E-549D-244B-8E8A-30C62285C661}" type="presParOf" srcId="{C037D16E-C357-7544-AD15-C4A316A57E2B}" destId="{00C836CD-083B-3A47-822E-6A9E7507F2AD}" srcOrd="0" destOrd="0" presId="urn:microsoft.com/office/officeart/2005/8/layout/orgChart1"/>
    <dgm:cxn modelId="{932CF535-3EB6-194F-9F75-ECAAC9AFFA66}" type="presParOf" srcId="{C037D16E-C357-7544-AD15-C4A316A57E2B}" destId="{750E57E1-E0B3-024C-BDAD-FBD6EA57CCF2}" srcOrd="1" destOrd="0" presId="urn:microsoft.com/office/officeart/2005/8/layout/orgChart1"/>
    <dgm:cxn modelId="{6C3E447A-28AB-CA48-B8F9-24AD81359BB1}" type="presParOf" srcId="{750E57E1-E0B3-024C-BDAD-FBD6EA57CCF2}" destId="{5134AF82-B965-D249-BFAD-10B10CB90E20}" srcOrd="0" destOrd="0" presId="urn:microsoft.com/office/officeart/2005/8/layout/orgChart1"/>
    <dgm:cxn modelId="{C208926D-408E-B547-8D3D-1751C505A62C}" type="presParOf" srcId="{5134AF82-B965-D249-BFAD-10B10CB90E20}" destId="{E046685D-8E49-2941-B1F2-211A2B7E45D7}" srcOrd="0" destOrd="0" presId="urn:microsoft.com/office/officeart/2005/8/layout/orgChart1"/>
    <dgm:cxn modelId="{34AF6BFF-DBB0-A849-9605-339916776631}" type="presParOf" srcId="{5134AF82-B965-D249-BFAD-10B10CB90E20}" destId="{DB7DF2A1-E612-7648-96EE-CA5DC498C639}" srcOrd="1" destOrd="0" presId="urn:microsoft.com/office/officeart/2005/8/layout/orgChart1"/>
    <dgm:cxn modelId="{BC6AC505-8033-374A-8B77-1B63DF0CC44A}" type="presParOf" srcId="{750E57E1-E0B3-024C-BDAD-FBD6EA57CCF2}" destId="{12C295ED-31F1-D94B-B3DB-F7C98D2205A6}" srcOrd="1" destOrd="0" presId="urn:microsoft.com/office/officeart/2005/8/layout/orgChart1"/>
    <dgm:cxn modelId="{FECC204B-229A-3A4C-A874-7042DA7F304E}" type="presParOf" srcId="{750E57E1-E0B3-024C-BDAD-FBD6EA57CCF2}" destId="{383F9208-A5E4-0D4D-B563-D716CE10C315}" srcOrd="2" destOrd="0" presId="urn:microsoft.com/office/officeart/2005/8/layout/orgChart1"/>
    <dgm:cxn modelId="{5CC7165E-248E-AF4A-A327-ED9FED0CF30A}" type="presParOf" srcId="{C037D16E-C357-7544-AD15-C4A316A57E2B}" destId="{C8EB33DE-BACB-FC41-9C94-7787C321F8B3}" srcOrd="2" destOrd="0" presId="urn:microsoft.com/office/officeart/2005/8/layout/orgChart1"/>
    <dgm:cxn modelId="{B8948B02-7201-2A4A-B431-A8157540E82B}" type="presParOf" srcId="{C037D16E-C357-7544-AD15-C4A316A57E2B}" destId="{8351ABD7-E93D-4441-B7D6-45528E2AAA73}" srcOrd="3" destOrd="0" presId="urn:microsoft.com/office/officeart/2005/8/layout/orgChart1"/>
    <dgm:cxn modelId="{179A58CD-8CB3-DA42-B54B-CF304306E3AE}" type="presParOf" srcId="{8351ABD7-E93D-4441-B7D6-45528E2AAA73}" destId="{9BADB169-90CF-3E47-82A0-9E007B9A3BCD}" srcOrd="0" destOrd="0" presId="urn:microsoft.com/office/officeart/2005/8/layout/orgChart1"/>
    <dgm:cxn modelId="{35CC59B1-DC82-D841-98D3-9048D4540264}" type="presParOf" srcId="{9BADB169-90CF-3E47-82A0-9E007B9A3BCD}" destId="{1C043B9E-544C-F645-834D-CFB07EA54FB3}" srcOrd="0" destOrd="0" presId="urn:microsoft.com/office/officeart/2005/8/layout/orgChart1"/>
    <dgm:cxn modelId="{BBCECF98-A00F-7D43-8C51-B5EF62C620FB}" type="presParOf" srcId="{9BADB169-90CF-3E47-82A0-9E007B9A3BCD}" destId="{F1FC9CFE-8C7B-664C-9A77-1420C22BE0AB}" srcOrd="1" destOrd="0" presId="urn:microsoft.com/office/officeart/2005/8/layout/orgChart1"/>
    <dgm:cxn modelId="{1E06A2CC-8937-7E4D-AB59-C2A32555F3A2}" type="presParOf" srcId="{8351ABD7-E93D-4441-B7D6-45528E2AAA73}" destId="{A1F9BD20-97BE-6F44-9D15-1BC05D2C1015}" srcOrd="1" destOrd="0" presId="urn:microsoft.com/office/officeart/2005/8/layout/orgChart1"/>
    <dgm:cxn modelId="{6C241035-8DCC-6D47-9522-1A7B8BB4E8C4}" type="presParOf" srcId="{8351ABD7-E93D-4441-B7D6-45528E2AAA73}" destId="{FF5DE599-3D21-ED4E-86CB-0CF5A9EBD9BC}" srcOrd="2" destOrd="0" presId="urn:microsoft.com/office/officeart/2005/8/layout/orgChart1"/>
    <dgm:cxn modelId="{2EF3B983-E4D3-234C-A454-428A79DA22EB}" type="presParOf" srcId="{C037D16E-C357-7544-AD15-C4A316A57E2B}" destId="{04F3F00E-58C0-B740-A0CC-878FF14C0712}" srcOrd="4" destOrd="0" presId="urn:microsoft.com/office/officeart/2005/8/layout/orgChart1"/>
    <dgm:cxn modelId="{0C91A6E7-28B5-E643-A178-91F165A9F5BD}" type="presParOf" srcId="{C037D16E-C357-7544-AD15-C4A316A57E2B}" destId="{5254FFDD-7E79-AD4C-8C16-4BFBF6C18324}" srcOrd="5" destOrd="0" presId="urn:microsoft.com/office/officeart/2005/8/layout/orgChart1"/>
    <dgm:cxn modelId="{3544EA5B-0192-A949-9F70-3838B879565D}" type="presParOf" srcId="{5254FFDD-7E79-AD4C-8C16-4BFBF6C18324}" destId="{88088368-2FCC-384C-97FD-1250D1D727EF}" srcOrd="0" destOrd="0" presId="urn:microsoft.com/office/officeart/2005/8/layout/orgChart1"/>
    <dgm:cxn modelId="{ADA9E7D8-DFC1-8F41-B1C5-364F64A7B84E}" type="presParOf" srcId="{88088368-2FCC-384C-97FD-1250D1D727EF}" destId="{21CE3F2D-10AA-C742-8262-0B44888783C7}" srcOrd="0" destOrd="0" presId="urn:microsoft.com/office/officeart/2005/8/layout/orgChart1"/>
    <dgm:cxn modelId="{6A761173-4B0A-BD4C-92C3-1E4359FB605E}" type="presParOf" srcId="{88088368-2FCC-384C-97FD-1250D1D727EF}" destId="{3BD8A71B-56B4-4847-8105-B335FFBCDA06}" srcOrd="1" destOrd="0" presId="urn:microsoft.com/office/officeart/2005/8/layout/orgChart1"/>
    <dgm:cxn modelId="{26F17CBC-0440-C34B-9D64-65A644E46B31}" type="presParOf" srcId="{5254FFDD-7E79-AD4C-8C16-4BFBF6C18324}" destId="{7CD963BF-6061-0A4B-ADE2-05CD798B7E44}" srcOrd="1" destOrd="0" presId="urn:microsoft.com/office/officeart/2005/8/layout/orgChart1"/>
    <dgm:cxn modelId="{E71FC01F-E870-EA4D-8DE0-D3678DF24440}" type="presParOf" srcId="{5254FFDD-7E79-AD4C-8C16-4BFBF6C18324}" destId="{668C1707-EA29-C645-B780-F816A582E084}" srcOrd="2" destOrd="0" presId="urn:microsoft.com/office/officeart/2005/8/layout/orgChart1"/>
    <dgm:cxn modelId="{AA0B9915-FE14-0C44-A09B-915BE81EF846}" type="presParOf" srcId="{C037D16E-C357-7544-AD15-C4A316A57E2B}" destId="{DC10F37E-7046-0048-A79B-6D6CD6B15069}" srcOrd="6" destOrd="0" presId="urn:microsoft.com/office/officeart/2005/8/layout/orgChart1"/>
    <dgm:cxn modelId="{8E4D497F-CB12-8942-A995-D06334247C3B}" type="presParOf" srcId="{C037D16E-C357-7544-AD15-C4A316A57E2B}" destId="{ED37A4A6-97F6-F544-8E51-82C4E02A249D}" srcOrd="7" destOrd="0" presId="urn:microsoft.com/office/officeart/2005/8/layout/orgChart1"/>
    <dgm:cxn modelId="{D8DC69B6-A6FB-C449-8662-8EB3B7212896}" type="presParOf" srcId="{ED37A4A6-97F6-F544-8E51-82C4E02A249D}" destId="{0CFCF46A-C92E-CC48-9746-1C829D61A478}" srcOrd="0" destOrd="0" presId="urn:microsoft.com/office/officeart/2005/8/layout/orgChart1"/>
    <dgm:cxn modelId="{6C78200E-4DCE-2748-B755-FE8F3BA9CA1F}" type="presParOf" srcId="{0CFCF46A-C92E-CC48-9746-1C829D61A478}" destId="{CAEEC929-C614-2B4D-8DB4-D86B6ED1F367}" srcOrd="0" destOrd="0" presId="urn:microsoft.com/office/officeart/2005/8/layout/orgChart1"/>
    <dgm:cxn modelId="{3228C9AF-3A67-854E-9781-861D2E4700E5}" type="presParOf" srcId="{0CFCF46A-C92E-CC48-9746-1C829D61A478}" destId="{308F7616-6796-D94D-B228-4778E696DD00}" srcOrd="1" destOrd="0" presId="urn:microsoft.com/office/officeart/2005/8/layout/orgChart1"/>
    <dgm:cxn modelId="{EEDBD5C3-75CC-C64B-BA9C-7FE8C7C93B3C}" type="presParOf" srcId="{ED37A4A6-97F6-F544-8E51-82C4E02A249D}" destId="{F84539A9-DA9E-924C-A8C3-545126B04A3D}" srcOrd="1" destOrd="0" presId="urn:microsoft.com/office/officeart/2005/8/layout/orgChart1"/>
    <dgm:cxn modelId="{615496F9-7188-3749-8566-A80E089033E7}" type="presParOf" srcId="{ED37A4A6-97F6-F544-8E51-82C4E02A249D}" destId="{8C89524A-627F-2245-BFB3-1AE00564EC79}" srcOrd="2" destOrd="0" presId="urn:microsoft.com/office/officeart/2005/8/layout/orgChart1"/>
    <dgm:cxn modelId="{A249B62D-D8F7-C640-8A50-D902D60976B0}" type="presParOf" srcId="{C037D16E-C357-7544-AD15-C4A316A57E2B}" destId="{42ECD851-D69E-4245-B95C-DCF1A01366DE}" srcOrd="8" destOrd="0" presId="urn:microsoft.com/office/officeart/2005/8/layout/orgChart1"/>
    <dgm:cxn modelId="{32A9B6EE-8339-4D46-A5C4-630C7E7DA9CE}" type="presParOf" srcId="{C037D16E-C357-7544-AD15-C4A316A57E2B}" destId="{88145A17-F620-1747-8D16-00A432E3F60C}" srcOrd="9" destOrd="0" presId="urn:microsoft.com/office/officeart/2005/8/layout/orgChart1"/>
    <dgm:cxn modelId="{A99D7304-F069-3145-A62A-410544F375B0}" type="presParOf" srcId="{88145A17-F620-1747-8D16-00A432E3F60C}" destId="{F5679896-815D-874E-B1F3-840D6038CC0B}" srcOrd="0" destOrd="0" presId="urn:microsoft.com/office/officeart/2005/8/layout/orgChart1"/>
    <dgm:cxn modelId="{2C8360FF-C244-134E-88AD-AAB6C6F6105A}" type="presParOf" srcId="{F5679896-815D-874E-B1F3-840D6038CC0B}" destId="{F11EC092-A0AA-1342-9017-578290F75EB8}" srcOrd="0" destOrd="0" presId="urn:microsoft.com/office/officeart/2005/8/layout/orgChart1"/>
    <dgm:cxn modelId="{FF992F7A-23D3-6A48-AACB-4BABA60A77DA}" type="presParOf" srcId="{F5679896-815D-874E-B1F3-840D6038CC0B}" destId="{0BE4764B-0818-6E4D-9DE0-167AA6A0747B}" srcOrd="1" destOrd="0" presId="urn:microsoft.com/office/officeart/2005/8/layout/orgChart1"/>
    <dgm:cxn modelId="{4D06310B-8F35-4C4F-B8DC-A657B87EE7B7}" type="presParOf" srcId="{88145A17-F620-1747-8D16-00A432E3F60C}" destId="{065BA3C3-ED89-9F4A-B5F0-D58BE3CBF1B3}" srcOrd="1" destOrd="0" presId="urn:microsoft.com/office/officeart/2005/8/layout/orgChart1"/>
    <dgm:cxn modelId="{FF812BD6-7690-1547-AADC-1653E18C19E1}" type="presParOf" srcId="{88145A17-F620-1747-8D16-00A432E3F60C}" destId="{105B93AD-0F4E-CB42-B3A3-DD473FE51314}" srcOrd="2" destOrd="0" presId="urn:microsoft.com/office/officeart/2005/8/layout/orgChart1"/>
    <dgm:cxn modelId="{303BE6C4-4EF7-4C47-87C2-162B34A68A2F}" type="presParOf" srcId="{459C1B9C-E38A-5745-AF0F-950C83CD05B2}" destId="{A8B21DCC-7C83-C544-8CDA-25E948F7E883}" srcOrd="2" destOrd="0" presId="urn:microsoft.com/office/officeart/2005/8/layout/orgChart1"/>
    <dgm:cxn modelId="{4A26EE9B-859D-6947-AEF2-E3C0EB140689}" type="presParOf" srcId="{70FD1832-EAB3-D543-ACE2-DB2C82573A5E}" destId="{7EE79800-1706-144D-857E-3E9F64FA6E77}" srcOrd="2" destOrd="0" presId="urn:microsoft.com/office/officeart/2005/8/layout/orgChart1"/>
    <dgm:cxn modelId="{E77DFB6C-DB43-9D44-B5BE-6EE19590826D}" type="presParOf" srcId="{70FD1832-EAB3-D543-ACE2-DB2C82573A5E}" destId="{F0768B5C-5572-8549-A2C1-D72050524856}" srcOrd="3" destOrd="0" presId="urn:microsoft.com/office/officeart/2005/8/layout/orgChart1"/>
    <dgm:cxn modelId="{D6D78EEF-352B-2447-A2D3-EA2D371F1FE8}" type="presParOf" srcId="{F0768B5C-5572-8549-A2C1-D72050524856}" destId="{402FF64B-C1DB-8E4A-A8AD-070194E13624}" srcOrd="0" destOrd="0" presId="urn:microsoft.com/office/officeart/2005/8/layout/orgChart1"/>
    <dgm:cxn modelId="{188F9E10-D883-A646-96BE-F5006648B32D}" type="presParOf" srcId="{402FF64B-C1DB-8E4A-A8AD-070194E13624}" destId="{A9567F79-07AF-1A4D-8BCE-4DF1AD8689E6}" srcOrd="0" destOrd="0" presId="urn:microsoft.com/office/officeart/2005/8/layout/orgChart1"/>
    <dgm:cxn modelId="{D964504E-9936-B843-A984-FB71E1E4A86B}" type="presParOf" srcId="{402FF64B-C1DB-8E4A-A8AD-070194E13624}" destId="{919C898E-6DEA-BC42-A3FA-7DF6EA084C11}" srcOrd="1" destOrd="0" presId="urn:microsoft.com/office/officeart/2005/8/layout/orgChart1"/>
    <dgm:cxn modelId="{0F29A761-047C-534A-9832-989780DC1850}" type="presParOf" srcId="{F0768B5C-5572-8549-A2C1-D72050524856}" destId="{09676746-8153-A348-BCF2-03D84FE76F85}" srcOrd="1" destOrd="0" presId="urn:microsoft.com/office/officeart/2005/8/layout/orgChart1"/>
    <dgm:cxn modelId="{B8B742E2-4FAF-C14F-9EBA-D07F94EA6A3F}" type="presParOf" srcId="{09676746-8153-A348-BCF2-03D84FE76F85}" destId="{A7140375-FAAC-7C4F-8CC5-5C12D8F8B66F}" srcOrd="0" destOrd="0" presId="urn:microsoft.com/office/officeart/2005/8/layout/orgChart1"/>
    <dgm:cxn modelId="{2CC8FA11-EFCE-DD48-A122-4FB5FF86B086}" type="presParOf" srcId="{09676746-8153-A348-BCF2-03D84FE76F85}" destId="{EC6868C1-573C-F248-970F-CC0DE5FECB62}" srcOrd="1" destOrd="0" presId="urn:microsoft.com/office/officeart/2005/8/layout/orgChart1"/>
    <dgm:cxn modelId="{27470AED-4B40-5F45-93EA-0A3CC774592C}" type="presParOf" srcId="{EC6868C1-573C-F248-970F-CC0DE5FECB62}" destId="{9C2C2D53-7D16-EE4A-AC44-939D5861E395}" srcOrd="0" destOrd="0" presId="urn:microsoft.com/office/officeart/2005/8/layout/orgChart1"/>
    <dgm:cxn modelId="{997CFBB5-1F9E-224A-9A5D-95DC020D5B97}" type="presParOf" srcId="{9C2C2D53-7D16-EE4A-AC44-939D5861E395}" destId="{DFF81FC7-3448-7B41-BDC0-9945D04847CC}" srcOrd="0" destOrd="0" presId="urn:microsoft.com/office/officeart/2005/8/layout/orgChart1"/>
    <dgm:cxn modelId="{317CC2EB-413C-DA47-9BFC-2DE7A9547B65}" type="presParOf" srcId="{9C2C2D53-7D16-EE4A-AC44-939D5861E395}" destId="{995A17C4-EBA6-2C43-A412-C214CB596A1D}" srcOrd="1" destOrd="0" presId="urn:microsoft.com/office/officeart/2005/8/layout/orgChart1"/>
    <dgm:cxn modelId="{794A26B1-6B89-314D-8B59-7BED9463BF76}" type="presParOf" srcId="{EC6868C1-573C-F248-970F-CC0DE5FECB62}" destId="{36207A1C-52DB-5C4B-A8AA-64BD9F38951C}" srcOrd="1" destOrd="0" presId="urn:microsoft.com/office/officeart/2005/8/layout/orgChart1"/>
    <dgm:cxn modelId="{DEC63E46-8A44-AF49-A073-2FD9FAC9A3BC}" type="presParOf" srcId="{EC6868C1-573C-F248-970F-CC0DE5FECB62}" destId="{6526881C-6306-084E-A3B9-C45A6650E595}" srcOrd="2" destOrd="0" presId="urn:microsoft.com/office/officeart/2005/8/layout/orgChart1"/>
    <dgm:cxn modelId="{752E29A3-DD70-4F48-B63D-B44DAAB88E44}" type="presParOf" srcId="{09676746-8153-A348-BCF2-03D84FE76F85}" destId="{9EE899DD-6A1D-9F4B-B2E8-8508F69F90F0}" srcOrd="2" destOrd="0" presId="urn:microsoft.com/office/officeart/2005/8/layout/orgChart1"/>
    <dgm:cxn modelId="{A19E479A-CAEB-EC46-B9C5-7988D92A7E89}" type="presParOf" srcId="{09676746-8153-A348-BCF2-03D84FE76F85}" destId="{6F953E2A-3DEB-2E4E-A55E-B717568B6127}" srcOrd="3" destOrd="0" presId="urn:microsoft.com/office/officeart/2005/8/layout/orgChart1"/>
    <dgm:cxn modelId="{A1C9749E-B3ED-C14B-A56C-3699682FACC5}" type="presParOf" srcId="{6F953E2A-3DEB-2E4E-A55E-B717568B6127}" destId="{EB421D68-88DF-7B47-85A0-88277B4A13E6}" srcOrd="0" destOrd="0" presId="urn:microsoft.com/office/officeart/2005/8/layout/orgChart1"/>
    <dgm:cxn modelId="{7644F96D-61F1-DA40-9F93-1E20617D23CF}" type="presParOf" srcId="{EB421D68-88DF-7B47-85A0-88277B4A13E6}" destId="{177DC597-0FEC-5348-A6BD-7F223C8C7182}" srcOrd="0" destOrd="0" presId="urn:microsoft.com/office/officeart/2005/8/layout/orgChart1"/>
    <dgm:cxn modelId="{2A675990-018A-7F43-8E89-A229FA429783}" type="presParOf" srcId="{EB421D68-88DF-7B47-85A0-88277B4A13E6}" destId="{DD1D99CC-2C20-884E-9E98-38DF8EF664BA}" srcOrd="1" destOrd="0" presId="urn:microsoft.com/office/officeart/2005/8/layout/orgChart1"/>
    <dgm:cxn modelId="{80B55D31-D99C-9B47-8C18-A28A52B173BE}" type="presParOf" srcId="{6F953E2A-3DEB-2E4E-A55E-B717568B6127}" destId="{24F913D8-51CC-DD40-84FF-5E73EB0DDE6F}" srcOrd="1" destOrd="0" presId="urn:microsoft.com/office/officeart/2005/8/layout/orgChart1"/>
    <dgm:cxn modelId="{56F5FBE0-702B-DB45-943E-E7AB546BFCF3}" type="presParOf" srcId="{6F953E2A-3DEB-2E4E-A55E-B717568B6127}" destId="{F7243EF4-A988-E44F-86D8-12F55C469EB3}" srcOrd="2" destOrd="0" presId="urn:microsoft.com/office/officeart/2005/8/layout/orgChart1"/>
    <dgm:cxn modelId="{15FD1FC7-4047-624E-8894-A59000DF78A9}" type="presParOf" srcId="{09676746-8153-A348-BCF2-03D84FE76F85}" destId="{21CCD0F2-B040-6C41-8233-DEAB0C8EAEC2}" srcOrd="4" destOrd="0" presId="urn:microsoft.com/office/officeart/2005/8/layout/orgChart1"/>
    <dgm:cxn modelId="{A2DC1611-1F0E-3948-B9EE-613F20E4EAA3}" type="presParOf" srcId="{09676746-8153-A348-BCF2-03D84FE76F85}" destId="{0507C4CE-3C4A-7E41-A64D-78062F5A5587}" srcOrd="5" destOrd="0" presId="urn:microsoft.com/office/officeart/2005/8/layout/orgChart1"/>
    <dgm:cxn modelId="{073E457E-ADC0-7C4F-BDD4-64844B90D3E7}" type="presParOf" srcId="{0507C4CE-3C4A-7E41-A64D-78062F5A5587}" destId="{B12EFE7C-F90C-0F43-95DA-11E5FC66BAF2}" srcOrd="0" destOrd="0" presId="urn:microsoft.com/office/officeart/2005/8/layout/orgChart1"/>
    <dgm:cxn modelId="{670A130E-2CF3-B744-8871-D24FB089011B}" type="presParOf" srcId="{B12EFE7C-F90C-0F43-95DA-11E5FC66BAF2}" destId="{A5211366-5319-D945-94E2-4188D54F90ED}" srcOrd="0" destOrd="0" presId="urn:microsoft.com/office/officeart/2005/8/layout/orgChart1"/>
    <dgm:cxn modelId="{F740C672-0EEF-0E48-9406-7503AD1AD955}" type="presParOf" srcId="{B12EFE7C-F90C-0F43-95DA-11E5FC66BAF2}" destId="{B837E991-B617-4A49-8EB2-DA568307A921}" srcOrd="1" destOrd="0" presId="urn:microsoft.com/office/officeart/2005/8/layout/orgChart1"/>
    <dgm:cxn modelId="{5F6438E9-7D56-BB4B-8CD4-7DC226F19972}" type="presParOf" srcId="{0507C4CE-3C4A-7E41-A64D-78062F5A5587}" destId="{FD1088BF-2F31-F74A-9A65-1AFA740905FC}" srcOrd="1" destOrd="0" presId="urn:microsoft.com/office/officeart/2005/8/layout/orgChart1"/>
    <dgm:cxn modelId="{62C2A627-652E-C942-AF8D-782A0BE6798D}" type="presParOf" srcId="{0507C4CE-3C4A-7E41-A64D-78062F5A5587}" destId="{67921FB7-297B-504F-9F60-523B9BAE981A}" srcOrd="2" destOrd="0" presId="urn:microsoft.com/office/officeart/2005/8/layout/orgChart1"/>
    <dgm:cxn modelId="{47B3340C-AAE6-2848-933B-B05315240A27}" type="presParOf" srcId="{F0768B5C-5572-8549-A2C1-D72050524856}" destId="{8C1B1D1D-44D1-9140-BAAE-9F4F53526F04}" srcOrd="2" destOrd="0" presId="urn:microsoft.com/office/officeart/2005/8/layout/orgChart1"/>
    <dgm:cxn modelId="{BFEF7D4B-FEB3-3F4D-91C9-E93D9C905512}" type="presParOf" srcId="{70FD1832-EAB3-D543-ACE2-DB2C82573A5E}" destId="{55FDA3F1-CD68-4943-B36C-1B9DE39DA975}" srcOrd="4" destOrd="0" presId="urn:microsoft.com/office/officeart/2005/8/layout/orgChart1"/>
    <dgm:cxn modelId="{F14E4280-DC7E-7F40-8563-1103C6002554}" type="presParOf" srcId="{70FD1832-EAB3-D543-ACE2-DB2C82573A5E}" destId="{433CF359-F0FA-5441-9907-FA9EF68E2921}" srcOrd="5" destOrd="0" presId="urn:microsoft.com/office/officeart/2005/8/layout/orgChart1"/>
    <dgm:cxn modelId="{B40B477F-1081-8745-A5B8-0E5E23E40B0F}" type="presParOf" srcId="{433CF359-F0FA-5441-9907-FA9EF68E2921}" destId="{F40A6936-1185-1A44-9FC4-D3CC529A7845}" srcOrd="0" destOrd="0" presId="urn:microsoft.com/office/officeart/2005/8/layout/orgChart1"/>
    <dgm:cxn modelId="{F38C21EA-DCE7-6F45-B411-8BFCC62959A0}" type="presParOf" srcId="{F40A6936-1185-1A44-9FC4-D3CC529A7845}" destId="{7513F272-71E2-FB4C-936B-B29263C1BFDA}" srcOrd="0" destOrd="0" presId="urn:microsoft.com/office/officeart/2005/8/layout/orgChart1"/>
    <dgm:cxn modelId="{C180C348-F807-4644-B061-962123FF9D56}" type="presParOf" srcId="{F40A6936-1185-1A44-9FC4-D3CC529A7845}" destId="{BEE42C68-22DD-5E45-B243-6BA4A3124CBC}" srcOrd="1" destOrd="0" presId="urn:microsoft.com/office/officeart/2005/8/layout/orgChart1"/>
    <dgm:cxn modelId="{CE098171-11DD-8D49-B2F4-B41BCCACA306}" type="presParOf" srcId="{433CF359-F0FA-5441-9907-FA9EF68E2921}" destId="{592D6398-75E7-F247-8696-E4DFBEB79C35}" srcOrd="1" destOrd="0" presId="urn:microsoft.com/office/officeart/2005/8/layout/orgChart1"/>
    <dgm:cxn modelId="{62FD4746-9357-7649-96A6-39D09BBEBC1E}" type="presParOf" srcId="{592D6398-75E7-F247-8696-E4DFBEB79C35}" destId="{204CF2BD-EBDC-884C-B2FE-DB235083A556}" srcOrd="0" destOrd="0" presId="urn:microsoft.com/office/officeart/2005/8/layout/orgChart1"/>
    <dgm:cxn modelId="{FA06F652-7203-1849-890F-4B8BCC740803}" type="presParOf" srcId="{592D6398-75E7-F247-8696-E4DFBEB79C35}" destId="{20C232EE-F078-214D-AA80-9AAC08D20E09}" srcOrd="1" destOrd="0" presId="urn:microsoft.com/office/officeart/2005/8/layout/orgChart1"/>
    <dgm:cxn modelId="{15075066-265A-6743-A14E-88A15B0E2150}" type="presParOf" srcId="{20C232EE-F078-214D-AA80-9AAC08D20E09}" destId="{C265C845-886A-E14B-806E-9BB9025DD0DE}" srcOrd="0" destOrd="0" presId="urn:microsoft.com/office/officeart/2005/8/layout/orgChart1"/>
    <dgm:cxn modelId="{7E384CA4-024A-B542-BDB9-D06777EB27D8}" type="presParOf" srcId="{C265C845-886A-E14B-806E-9BB9025DD0DE}" destId="{233B8E4D-2F37-7643-B129-C51C6012DE86}" srcOrd="0" destOrd="0" presId="urn:microsoft.com/office/officeart/2005/8/layout/orgChart1"/>
    <dgm:cxn modelId="{EB1C92A3-1EA9-E24F-90C2-DB614E140DE3}" type="presParOf" srcId="{C265C845-886A-E14B-806E-9BB9025DD0DE}" destId="{62715E9C-2E8B-EA4C-9F86-FE2CBB9C1AFB}" srcOrd="1" destOrd="0" presId="urn:microsoft.com/office/officeart/2005/8/layout/orgChart1"/>
    <dgm:cxn modelId="{FE124D46-45A8-6F48-88F5-CC8B69EA9642}" type="presParOf" srcId="{20C232EE-F078-214D-AA80-9AAC08D20E09}" destId="{86C6839E-C200-1A4A-B7E9-B1515E1A25E6}" srcOrd="1" destOrd="0" presId="urn:microsoft.com/office/officeart/2005/8/layout/orgChart1"/>
    <dgm:cxn modelId="{5E06A0CE-6B52-A542-A4FC-EA114B726095}" type="presParOf" srcId="{20C232EE-F078-214D-AA80-9AAC08D20E09}" destId="{9BE6A133-5183-334C-BDC6-3DF7608B76B8}" srcOrd="2" destOrd="0" presId="urn:microsoft.com/office/officeart/2005/8/layout/orgChart1"/>
    <dgm:cxn modelId="{3E8B29DE-477F-A946-89E6-87CFA353DADB}" type="presParOf" srcId="{592D6398-75E7-F247-8696-E4DFBEB79C35}" destId="{F8E16041-E69E-5A40-989E-9D470EC13C18}" srcOrd="2" destOrd="0" presId="urn:microsoft.com/office/officeart/2005/8/layout/orgChart1"/>
    <dgm:cxn modelId="{55808BB9-899D-C54F-BFDB-ABF5812E79CE}" type="presParOf" srcId="{592D6398-75E7-F247-8696-E4DFBEB79C35}" destId="{5FA7FDE0-70C2-9B43-A5A0-F1AE583EFBF2}" srcOrd="3" destOrd="0" presId="urn:microsoft.com/office/officeart/2005/8/layout/orgChart1"/>
    <dgm:cxn modelId="{2FB65821-E0B7-C54F-952A-F096D32A7F31}" type="presParOf" srcId="{5FA7FDE0-70C2-9B43-A5A0-F1AE583EFBF2}" destId="{DD90C642-0F38-384F-83DC-91287AA4BB53}" srcOrd="0" destOrd="0" presId="urn:microsoft.com/office/officeart/2005/8/layout/orgChart1"/>
    <dgm:cxn modelId="{E24AC3A2-6A7D-774B-B7B9-4A3635EDB2B1}" type="presParOf" srcId="{DD90C642-0F38-384F-83DC-91287AA4BB53}" destId="{9D427553-480E-DB45-ACF0-6AA1D2E68157}" srcOrd="0" destOrd="0" presId="urn:microsoft.com/office/officeart/2005/8/layout/orgChart1"/>
    <dgm:cxn modelId="{BA415DED-64ED-AD48-9BF7-A7119C0902B0}" type="presParOf" srcId="{DD90C642-0F38-384F-83DC-91287AA4BB53}" destId="{1E345365-F941-D24D-8D06-E4CCEB0B626A}" srcOrd="1" destOrd="0" presId="urn:microsoft.com/office/officeart/2005/8/layout/orgChart1"/>
    <dgm:cxn modelId="{2A831AE9-279C-EA4D-957C-EDCDEB1B7F91}" type="presParOf" srcId="{5FA7FDE0-70C2-9B43-A5A0-F1AE583EFBF2}" destId="{BEA4B4A7-7E50-DD46-991F-598BB03B49C8}" srcOrd="1" destOrd="0" presId="urn:microsoft.com/office/officeart/2005/8/layout/orgChart1"/>
    <dgm:cxn modelId="{30BD1893-4018-E74D-864B-839508AA9CAD}" type="presParOf" srcId="{5FA7FDE0-70C2-9B43-A5A0-F1AE583EFBF2}" destId="{AF64C846-0C26-2B47-BB0C-34D5C997FA9C}" srcOrd="2" destOrd="0" presId="urn:microsoft.com/office/officeart/2005/8/layout/orgChart1"/>
    <dgm:cxn modelId="{B0C5A1FA-84D9-FF46-9D91-44D8A3B44286}" type="presParOf" srcId="{433CF359-F0FA-5441-9907-FA9EF68E2921}" destId="{01C91541-A300-7342-97D1-5EC10D389CE0}" srcOrd="2" destOrd="0" presId="urn:microsoft.com/office/officeart/2005/8/layout/orgChart1"/>
    <dgm:cxn modelId="{6C59B349-9889-EA41-8F58-CCE808626995}" type="presParOf" srcId="{70FD1832-EAB3-D543-ACE2-DB2C82573A5E}" destId="{56DD473F-51DA-5647-ACC1-5F4A3781B37E}" srcOrd="6" destOrd="0" presId="urn:microsoft.com/office/officeart/2005/8/layout/orgChart1"/>
    <dgm:cxn modelId="{6D4D9461-5DA8-F740-9935-F9AC7D47AE1F}" type="presParOf" srcId="{70FD1832-EAB3-D543-ACE2-DB2C82573A5E}" destId="{CC11797A-3C18-7A40-AF80-2DD4967E8761}" srcOrd="7" destOrd="0" presId="urn:microsoft.com/office/officeart/2005/8/layout/orgChart1"/>
    <dgm:cxn modelId="{0D9D9627-B344-8B4A-BDA1-ECE1D86EFF47}" type="presParOf" srcId="{CC11797A-3C18-7A40-AF80-2DD4967E8761}" destId="{D5275C91-1ABE-7C4A-84EA-E5E4308C764E}" srcOrd="0" destOrd="0" presId="urn:microsoft.com/office/officeart/2005/8/layout/orgChart1"/>
    <dgm:cxn modelId="{AFA4165A-1552-F443-BB65-46374D9B9031}" type="presParOf" srcId="{D5275C91-1ABE-7C4A-84EA-E5E4308C764E}" destId="{111820FF-7C67-5548-90A1-D22687C85040}" srcOrd="0" destOrd="0" presId="urn:microsoft.com/office/officeart/2005/8/layout/orgChart1"/>
    <dgm:cxn modelId="{F2176506-2FC3-FA4D-AB69-0CC4292BA07A}" type="presParOf" srcId="{D5275C91-1ABE-7C4A-84EA-E5E4308C764E}" destId="{92FE02DF-6BD5-4145-BCF9-86AEB46172B6}" srcOrd="1" destOrd="0" presId="urn:microsoft.com/office/officeart/2005/8/layout/orgChart1"/>
    <dgm:cxn modelId="{61B5631C-9738-E145-B7CD-DB93CDF8488D}" type="presParOf" srcId="{CC11797A-3C18-7A40-AF80-2DD4967E8761}" destId="{5792DE94-CEFC-EC4D-B209-DE2345E39D74}" srcOrd="1" destOrd="0" presId="urn:microsoft.com/office/officeart/2005/8/layout/orgChart1"/>
    <dgm:cxn modelId="{35A1D786-653E-FF4E-A5C0-A1666372AB5A}" type="presParOf" srcId="{5792DE94-CEFC-EC4D-B209-DE2345E39D74}" destId="{E2321F11-A7B4-604D-AFDB-2B33440AF466}" srcOrd="0" destOrd="0" presId="urn:microsoft.com/office/officeart/2005/8/layout/orgChart1"/>
    <dgm:cxn modelId="{84D2FCAF-B6F0-8E4D-8849-AE9EDBBA43C8}" type="presParOf" srcId="{5792DE94-CEFC-EC4D-B209-DE2345E39D74}" destId="{3C79367B-0E9E-FC4B-8969-E23C763D3F14}" srcOrd="1" destOrd="0" presId="urn:microsoft.com/office/officeart/2005/8/layout/orgChart1"/>
    <dgm:cxn modelId="{561DB05B-3517-D241-9374-DE5B30D6125F}" type="presParOf" srcId="{3C79367B-0E9E-FC4B-8969-E23C763D3F14}" destId="{AC5C1293-DB56-A346-909E-80DD13F22348}" srcOrd="0" destOrd="0" presId="urn:microsoft.com/office/officeart/2005/8/layout/orgChart1"/>
    <dgm:cxn modelId="{B08E5FA5-2993-3442-ADBD-3B1E076F56FC}" type="presParOf" srcId="{AC5C1293-DB56-A346-909E-80DD13F22348}" destId="{297AD816-BCDE-E140-8B56-56BE127D612E}" srcOrd="0" destOrd="0" presId="urn:microsoft.com/office/officeart/2005/8/layout/orgChart1"/>
    <dgm:cxn modelId="{9BD41194-7209-6D4C-BF20-54DE8C25C002}" type="presParOf" srcId="{AC5C1293-DB56-A346-909E-80DD13F22348}" destId="{83003C75-02C2-DB46-9BC0-6DBD7FD1D761}" srcOrd="1" destOrd="0" presId="urn:microsoft.com/office/officeart/2005/8/layout/orgChart1"/>
    <dgm:cxn modelId="{A7066416-001A-7F48-84C3-B38A386B8E6E}" type="presParOf" srcId="{3C79367B-0E9E-FC4B-8969-E23C763D3F14}" destId="{EA1481D9-460D-9C41-88A4-328B46F64FB8}" srcOrd="1" destOrd="0" presId="urn:microsoft.com/office/officeart/2005/8/layout/orgChart1"/>
    <dgm:cxn modelId="{70974B78-9736-D34C-8962-AE85D3055768}" type="presParOf" srcId="{3C79367B-0E9E-FC4B-8969-E23C763D3F14}" destId="{7D11738A-4709-C64B-8D1D-43D62622DEDB}" srcOrd="2" destOrd="0" presId="urn:microsoft.com/office/officeart/2005/8/layout/orgChart1"/>
    <dgm:cxn modelId="{30ABA274-F2B5-F142-9CF5-BDDF84B5DC66}" type="presParOf" srcId="{5792DE94-CEFC-EC4D-B209-DE2345E39D74}" destId="{2450300C-2536-D24B-A364-80E277BC7BD8}" srcOrd="2" destOrd="0" presId="urn:microsoft.com/office/officeart/2005/8/layout/orgChart1"/>
    <dgm:cxn modelId="{BEA111E2-9E3B-3646-AA0B-8131FCB22A18}" type="presParOf" srcId="{5792DE94-CEFC-EC4D-B209-DE2345E39D74}" destId="{4198A879-6424-D841-B9AA-EED1B09D6215}" srcOrd="3" destOrd="0" presId="urn:microsoft.com/office/officeart/2005/8/layout/orgChart1"/>
    <dgm:cxn modelId="{50DADBC9-5046-4849-9676-0D307834DE11}" type="presParOf" srcId="{4198A879-6424-D841-B9AA-EED1B09D6215}" destId="{8D8DC5E6-9CA7-8C4B-93C9-8EF91B11CEFB}" srcOrd="0" destOrd="0" presId="urn:microsoft.com/office/officeart/2005/8/layout/orgChart1"/>
    <dgm:cxn modelId="{A2039A28-2665-8F47-87D1-AE110A5910F9}" type="presParOf" srcId="{8D8DC5E6-9CA7-8C4B-93C9-8EF91B11CEFB}" destId="{EA601F8F-3401-D34A-8316-BDD00E90A5FE}" srcOrd="0" destOrd="0" presId="urn:microsoft.com/office/officeart/2005/8/layout/orgChart1"/>
    <dgm:cxn modelId="{9FDD522F-D135-2B4E-A73B-A862223E182A}" type="presParOf" srcId="{8D8DC5E6-9CA7-8C4B-93C9-8EF91B11CEFB}" destId="{18E3EF26-7190-3B49-85EA-7669BA9899DE}" srcOrd="1" destOrd="0" presId="urn:microsoft.com/office/officeart/2005/8/layout/orgChart1"/>
    <dgm:cxn modelId="{47E55DF8-6E2C-1646-9B1C-6D3B027E9213}" type="presParOf" srcId="{4198A879-6424-D841-B9AA-EED1B09D6215}" destId="{02B0775D-A948-E148-92FE-2BD20EAFFB7D}" srcOrd="1" destOrd="0" presId="urn:microsoft.com/office/officeart/2005/8/layout/orgChart1"/>
    <dgm:cxn modelId="{74010E6B-2FD1-F54A-962F-2D73EF21E30B}" type="presParOf" srcId="{4198A879-6424-D841-B9AA-EED1B09D6215}" destId="{B6502DCF-5CB4-D74D-8950-B6050DED23CD}" srcOrd="2" destOrd="0" presId="urn:microsoft.com/office/officeart/2005/8/layout/orgChart1"/>
    <dgm:cxn modelId="{37B69776-41E7-D042-BAFC-9D8D417F82D6}" type="presParOf" srcId="{CC11797A-3C18-7A40-AF80-2DD4967E8761}" destId="{6E6CAAD7-FB03-C847-A868-218618670963}" srcOrd="2" destOrd="0" presId="urn:microsoft.com/office/officeart/2005/8/layout/orgChart1"/>
    <dgm:cxn modelId="{1ED26C4D-1A66-CF4A-9646-C6FECDDFD4C5}" type="presParOf" srcId="{70FD1832-EAB3-D543-ACE2-DB2C82573A5E}" destId="{FC8FFAA7-6DDC-A64F-B928-72B89E59DB2B}" srcOrd="8" destOrd="0" presId="urn:microsoft.com/office/officeart/2005/8/layout/orgChart1"/>
    <dgm:cxn modelId="{FEEC22C9-29D6-7A4B-A124-A30C2941E05C}" type="presParOf" srcId="{70FD1832-EAB3-D543-ACE2-DB2C82573A5E}" destId="{EFEFD863-5398-8646-BCB7-FA61EA5DE85E}" srcOrd="9" destOrd="0" presId="urn:microsoft.com/office/officeart/2005/8/layout/orgChart1"/>
    <dgm:cxn modelId="{39F78A44-3249-C046-B93A-DF6BE06B1D2B}" type="presParOf" srcId="{EFEFD863-5398-8646-BCB7-FA61EA5DE85E}" destId="{2EE620C6-23D9-294B-A993-C419E7FD8391}" srcOrd="0" destOrd="0" presId="urn:microsoft.com/office/officeart/2005/8/layout/orgChart1"/>
    <dgm:cxn modelId="{AC0112E7-1026-C648-BAE2-E3BF6D7819CD}" type="presParOf" srcId="{2EE620C6-23D9-294B-A993-C419E7FD8391}" destId="{A162C72F-5E49-1F46-9DEE-F3557FB86B90}" srcOrd="0" destOrd="0" presId="urn:microsoft.com/office/officeart/2005/8/layout/orgChart1"/>
    <dgm:cxn modelId="{080001D5-C9EA-D44B-917F-E6F3DC0BE79B}" type="presParOf" srcId="{2EE620C6-23D9-294B-A993-C419E7FD8391}" destId="{52502524-37EA-214E-954D-5C04DBA52274}" srcOrd="1" destOrd="0" presId="urn:microsoft.com/office/officeart/2005/8/layout/orgChart1"/>
    <dgm:cxn modelId="{BF7AF6E8-12E5-C04F-900C-6395777A23DD}" type="presParOf" srcId="{EFEFD863-5398-8646-BCB7-FA61EA5DE85E}" destId="{7940189F-41B4-4843-868C-EE55D83EBDEC}" srcOrd="1" destOrd="0" presId="urn:microsoft.com/office/officeart/2005/8/layout/orgChart1"/>
    <dgm:cxn modelId="{2627626E-BB52-1C4F-90D8-BE9E6E9D2C4F}" type="presParOf" srcId="{7940189F-41B4-4843-868C-EE55D83EBDEC}" destId="{7E9D4166-6E17-924E-B009-2119B88541F4}" srcOrd="0" destOrd="0" presId="urn:microsoft.com/office/officeart/2005/8/layout/orgChart1"/>
    <dgm:cxn modelId="{CE37CBEE-307B-9D40-84A1-D2D66A4647C3}" type="presParOf" srcId="{7940189F-41B4-4843-868C-EE55D83EBDEC}" destId="{C637447F-1271-3F46-9B8A-082523586B7B}" srcOrd="1" destOrd="0" presId="urn:microsoft.com/office/officeart/2005/8/layout/orgChart1"/>
    <dgm:cxn modelId="{7B77B8FF-50FB-9148-A759-FAAC7460ABC1}" type="presParOf" srcId="{C637447F-1271-3F46-9B8A-082523586B7B}" destId="{FF6F405B-A7A1-7B47-AB34-0829D70CB3E8}" srcOrd="0" destOrd="0" presId="urn:microsoft.com/office/officeart/2005/8/layout/orgChart1"/>
    <dgm:cxn modelId="{C878BDAE-1ECF-8146-8D41-4E3498C0F397}" type="presParOf" srcId="{FF6F405B-A7A1-7B47-AB34-0829D70CB3E8}" destId="{C7263F49-60CC-1C41-9F8D-31F8F0B0EF9C}" srcOrd="0" destOrd="0" presId="urn:microsoft.com/office/officeart/2005/8/layout/orgChart1"/>
    <dgm:cxn modelId="{985BA237-EE31-8B41-ABBD-C5F7F221D0C7}" type="presParOf" srcId="{FF6F405B-A7A1-7B47-AB34-0829D70CB3E8}" destId="{7595DC5F-C085-CC44-B776-491E7DEC055D}" srcOrd="1" destOrd="0" presId="urn:microsoft.com/office/officeart/2005/8/layout/orgChart1"/>
    <dgm:cxn modelId="{EEBF918F-DB0B-FA4B-BC95-7E3C196F9DA8}" type="presParOf" srcId="{C637447F-1271-3F46-9B8A-082523586B7B}" destId="{E71F5FA0-9559-1844-9467-5723C132FA5C}" srcOrd="1" destOrd="0" presId="urn:microsoft.com/office/officeart/2005/8/layout/orgChart1"/>
    <dgm:cxn modelId="{0E053AF6-9972-9D44-9BF9-E94378270C5E}" type="presParOf" srcId="{C637447F-1271-3F46-9B8A-082523586B7B}" destId="{B0A9CBD8-466C-A041-8B37-D7DA6551F494}" srcOrd="2" destOrd="0" presId="urn:microsoft.com/office/officeart/2005/8/layout/orgChart1"/>
    <dgm:cxn modelId="{6F50177F-9216-D64C-BC7F-AA46AA289237}" type="presParOf" srcId="{7940189F-41B4-4843-868C-EE55D83EBDEC}" destId="{26835F6C-10D1-B641-8468-FF25BBFC810B}" srcOrd="2" destOrd="0" presId="urn:microsoft.com/office/officeart/2005/8/layout/orgChart1"/>
    <dgm:cxn modelId="{1DB0693F-FDCA-B14B-8F8E-D70D4EBD926B}" type="presParOf" srcId="{7940189F-41B4-4843-868C-EE55D83EBDEC}" destId="{EEA1F1B7-F4E3-DD4B-B41A-DBA6EA4D1323}" srcOrd="3" destOrd="0" presId="urn:microsoft.com/office/officeart/2005/8/layout/orgChart1"/>
    <dgm:cxn modelId="{B2F59F79-384D-AC49-B2BF-A0044A4CCD3B}" type="presParOf" srcId="{EEA1F1B7-F4E3-DD4B-B41A-DBA6EA4D1323}" destId="{EA8103AE-CFF5-D34A-80EB-5CA6A93CF53B}" srcOrd="0" destOrd="0" presId="urn:microsoft.com/office/officeart/2005/8/layout/orgChart1"/>
    <dgm:cxn modelId="{ECCFEBDE-1DDA-2C4A-BD6D-4F6AE964494F}" type="presParOf" srcId="{EA8103AE-CFF5-D34A-80EB-5CA6A93CF53B}" destId="{CB276759-E98A-2747-80AF-E07951737D90}" srcOrd="0" destOrd="0" presId="urn:microsoft.com/office/officeart/2005/8/layout/orgChart1"/>
    <dgm:cxn modelId="{0F26C33B-F004-D24E-8F67-A522E721D3EE}" type="presParOf" srcId="{EA8103AE-CFF5-D34A-80EB-5CA6A93CF53B}" destId="{01998E47-281B-D84D-8AA8-64D9BBB43052}" srcOrd="1" destOrd="0" presId="urn:microsoft.com/office/officeart/2005/8/layout/orgChart1"/>
    <dgm:cxn modelId="{DBB02B66-F2D0-7D41-BA69-2484B9DAB802}" type="presParOf" srcId="{EEA1F1B7-F4E3-DD4B-B41A-DBA6EA4D1323}" destId="{B3D81C56-AD5E-0445-AAC7-979159D995E7}" srcOrd="1" destOrd="0" presId="urn:microsoft.com/office/officeart/2005/8/layout/orgChart1"/>
    <dgm:cxn modelId="{63B74ED6-C7F1-4D48-A557-93424A7126B6}" type="presParOf" srcId="{EEA1F1B7-F4E3-DD4B-B41A-DBA6EA4D1323}" destId="{EC039589-70E9-204A-9497-B52120AEBA0C}" srcOrd="2" destOrd="0" presId="urn:microsoft.com/office/officeart/2005/8/layout/orgChart1"/>
    <dgm:cxn modelId="{592CBA79-B9BA-8D45-B49E-73756607A5CA}" type="presParOf" srcId="{7940189F-41B4-4843-868C-EE55D83EBDEC}" destId="{E6E2CBF0-104A-7A4B-A8A3-320832B684A8}" srcOrd="4" destOrd="0" presId="urn:microsoft.com/office/officeart/2005/8/layout/orgChart1"/>
    <dgm:cxn modelId="{F770A4DA-4057-F349-A039-3FCDBE926513}" type="presParOf" srcId="{7940189F-41B4-4843-868C-EE55D83EBDEC}" destId="{68FB97B2-430F-9E4B-92A7-8B2D1FDB6F39}" srcOrd="5" destOrd="0" presId="urn:microsoft.com/office/officeart/2005/8/layout/orgChart1"/>
    <dgm:cxn modelId="{42A644BF-1663-334C-8528-F3C03D631218}" type="presParOf" srcId="{68FB97B2-430F-9E4B-92A7-8B2D1FDB6F39}" destId="{7A2DC867-1377-B84D-9E03-6288D23FA894}" srcOrd="0" destOrd="0" presId="urn:microsoft.com/office/officeart/2005/8/layout/orgChart1"/>
    <dgm:cxn modelId="{A56735A8-E1A4-A549-A1C8-2BD9B3F75988}" type="presParOf" srcId="{7A2DC867-1377-B84D-9E03-6288D23FA894}" destId="{97A8728B-3244-0148-BDB4-5A4C4E25ED70}" srcOrd="0" destOrd="0" presId="urn:microsoft.com/office/officeart/2005/8/layout/orgChart1"/>
    <dgm:cxn modelId="{41295DEE-7C3F-B046-96DE-4358B27DF97D}" type="presParOf" srcId="{7A2DC867-1377-B84D-9E03-6288D23FA894}" destId="{472D0F91-C2C6-7A40-BC47-83F15576CEF6}" srcOrd="1" destOrd="0" presId="urn:microsoft.com/office/officeart/2005/8/layout/orgChart1"/>
    <dgm:cxn modelId="{258C199F-FA7D-5343-A341-2359EE99ECBC}" type="presParOf" srcId="{68FB97B2-430F-9E4B-92A7-8B2D1FDB6F39}" destId="{61CB3137-8C10-2B44-A91F-7643C62B996F}" srcOrd="1" destOrd="0" presId="urn:microsoft.com/office/officeart/2005/8/layout/orgChart1"/>
    <dgm:cxn modelId="{98A32E08-47C5-3441-8E1D-9EECAD00559B}" type="presParOf" srcId="{68FB97B2-430F-9E4B-92A7-8B2D1FDB6F39}" destId="{47E0139C-8355-094D-8907-4CC70655FE1A}" srcOrd="2" destOrd="0" presId="urn:microsoft.com/office/officeart/2005/8/layout/orgChart1"/>
    <dgm:cxn modelId="{021EC70A-C423-0347-B29E-62FCA6CD8CEA}" type="presParOf" srcId="{EFEFD863-5398-8646-BCB7-FA61EA5DE85E}" destId="{4B66E543-D90D-DF43-BB18-0E6F0F1E75EF}" srcOrd="2" destOrd="0" presId="urn:microsoft.com/office/officeart/2005/8/layout/orgChart1"/>
    <dgm:cxn modelId="{1BD1158B-8737-9E45-B9D9-1E9C5D94C45C}" type="presParOf" srcId="{D7B014B9-7930-5847-83CB-26AF4DF80555}" destId="{59A0ECCF-7C10-1243-992A-69AD630EB4A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5.xml><?xml version="1.0" encoding="utf-8"?>
<dgm:dataModel xmlns:dgm="http://schemas.openxmlformats.org/drawingml/2006/diagram" xmlns:a="http://schemas.openxmlformats.org/drawingml/2006/main">
  <dgm:ptLst>
    <dgm:pt modelId="{E4447ACD-66DD-3643-9E6A-040115806B89}" type="doc">
      <dgm:prSet loTypeId="urn:microsoft.com/office/officeart/2005/8/layout/vProcess5" loCatId="list" qsTypeId="urn:microsoft.com/office/officeart/2005/8/quickstyle/simple1" qsCatId="simple" csTypeId="urn:microsoft.com/office/officeart/2005/8/colors/accent1_2" csCatId="accent1" phldr="1"/>
      <dgm:spPr/>
      <dgm:t>
        <a:bodyPr/>
        <a:lstStyle/>
        <a:p>
          <a:endParaRPr lang="en-US"/>
        </a:p>
      </dgm:t>
    </dgm:pt>
    <dgm:pt modelId="{B847C68E-8E7E-E640-A59B-21BE10FAB3C7}">
      <dgm:prSet/>
      <dgm:spPr>
        <a:solidFill>
          <a:srgbClr val="336699"/>
        </a:solidFill>
        <a:ln>
          <a:solidFill>
            <a:srgbClr val="336699"/>
          </a:solidFill>
        </a:ln>
      </dgm:spPr>
      <dgm:t>
        <a:bodyPr/>
        <a:lstStyle/>
        <a:p>
          <a:r>
            <a:rPr lang="en-US" dirty="0"/>
            <a:t>Linear Relationship</a:t>
          </a:r>
          <a:endParaRPr lang="en-CA" dirty="0"/>
        </a:p>
      </dgm:t>
    </dgm:pt>
    <dgm:pt modelId="{B1CE8B3B-308A-AE4F-A058-3ED0D947BC36}" type="parTrans" cxnId="{1D8B9808-89E1-9F43-B7C9-9A1026CB3C55}">
      <dgm:prSet/>
      <dgm:spPr/>
      <dgm:t>
        <a:bodyPr/>
        <a:lstStyle/>
        <a:p>
          <a:endParaRPr lang="en-US"/>
        </a:p>
      </dgm:t>
    </dgm:pt>
    <dgm:pt modelId="{2306F6CE-61F8-734A-8C96-1C0823C1CCDB}" type="sibTrans" cxnId="{1D8B9808-89E1-9F43-B7C9-9A1026CB3C55}">
      <dgm:prSet>
        <dgm:style>
          <a:lnRef idx="2">
            <a:schemeClr val="accent3"/>
          </a:lnRef>
          <a:fillRef idx="1">
            <a:schemeClr val="lt1"/>
          </a:fillRef>
          <a:effectRef idx="0">
            <a:schemeClr val="accent3"/>
          </a:effectRef>
          <a:fontRef idx="minor">
            <a:schemeClr val="dk1"/>
          </a:fontRef>
        </dgm:style>
      </dgm:prSet>
      <dgm:spPr>
        <a:solidFill>
          <a:schemeClr val="accent2">
            <a:lumMod val="20000"/>
            <a:lumOff val="80000"/>
          </a:schemeClr>
        </a:solidFill>
        <a:ln>
          <a:solidFill>
            <a:srgbClr val="336699"/>
          </a:solidFill>
        </a:ln>
      </dgm:spPr>
      <dgm:t>
        <a:bodyPr/>
        <a:lstStyle/>
        <a:p>
          <a:endParaRPr lang="en-US"/>
        </a:p>
      </dgm:t>
    </dgm:pt>
    <dgm:pt modelId="{A716DDD3-C4D8-EE4C-99B1-42FD9EF4418F}">
      <dgm:prSet/>
      <dgm:spPr>
        <a:solidFill>
          <a:srgbClr val="336699"/>
        </a:solidFill>
      </dgm:spPr>
      <dgm:t>
        <a:bodyPr/>
        <a:lstStyle/>
        <a:p>
          <a:r>
            <a:rPr lang="en-US" dirty="0"/>
            <a:t>System of Equations</a:t>
          </a:r>
          <a:endParaRPr lang="en-CA" dirty="0"/>
        </a:p>
      </dgm:t>
    </dgm:pt>
    <dgm:pt modelId="{DD070DFA-717C-B54B-8F2A-CE27BE21283C}" type="parTrans" cxnId="{FA5EE0A8-16C6-3E40-81AA-BAFE6ECD96F9}">
      <dgm:prSet/>
      <dgm:spPr/>
      <dgm:t>
        <a:bodyPr/>
        <a:lstStyle/>
        <a:p>
          <a:endParaRPr lang="en-US"/>
        </a:p>
      </dgm:t>
    </dgm:pt>
    <dgm:pt modelId="{0CAE9CAC-3225-DE43-A9B1-E4AA6757B90A}" type="sibTrans" cxnId="{FA5EE0A8-16C6-3E40-81AA-BAFE6ECD96F9}">
      <dgm:prSet>
        <dgm:style>
          <a:lnRef idx="2">
            <a:schemeClr val="accent3"/>
          </a:lnRef>
          <a:fillRef idx="1">
            <a:schemeClr val="lt1"/>
          </a:fillRef>
          <a:effectRef idx="0">
            <a:schemeClr val="accent3"/>
          </a:effectRef>
          <a:fontRef idx="minor">
            <a:schemeClr val="dk1"/>
          </a:fontRef>
        </dgm:style>
      </dgm:prSet>
      <dgm:spPr>
        <a:solidFill>
          <a:schemeClr val="accent2">
            <a:lumMod val="20000"/>
            <a:lumOff val="80000"/>
          </a:schemeClr>
        </a:solidFill>
        <a:ln>
          <a:solidFill>
            <a:srgbClr val="336699"/>
          </a:solidFill>
        </a:ln>
      </dgm:spPr>
      <dgm:t>
        <a:bodyPr/>
        <a:lstStyle/>
        <a:p>
          <a:endParaRPr lang="en-US"/>
        </a:p>
      </dgm:t>
    </dgm:pt>
    <dgm:pt modelId="{2FD8D0F4-5CC5-4047-B0DB-9B79C2B13AA5}">
      <dgm:prSet/>
      <dgm:spPr>
        <a:solidFill>
          <a:srgbClr val="336699"/>
        </a:solidFill>
      </dgm:spPr>
      <dgm:t>
        <a:bodyPr/>
        <a:lstStyle/>
        <a:p>
          <a:r>
            <a:rPr lang="en-US" dirty="0"/>
            <a:t>Solve</a:t>
          </a:r>
          <a:endParaRPr lang="en-CA" dirty="0"/>
        </a:p>
      </dgm:t>
    </dgm:pt>
    <dgm:pt modelId="{B5244FEE-8CBC-DE48-A071-A7F8443F904E}" type="parTrans" cxnId="{6EA3306E-52D2-9C41-8009-B1CCD447C1BC}">
      <dgm:prSet/>
      <dgm:spPr/>
      <dgm:t>
        <a:bodyPr/>
        <a:lstStyle/>
        <a:p>
          <a:endParaRPr lang="en-US"/>
        </a:p>
      </dgm:t>
    </dgm:pt>
    <dgm:pt modelId="{903139FB-3D9C-5646-9B77-0F5604AF4767}" type="sibTrans" cxnId="{6EA3306E-52D2-9C41-8009-B1CCD447C1BC}">
      <dgm:prSet/>
      <dgm:spPr/>
      <dgm:t>
        <a:bodyPr/>
        <a:lstStyle/>
        <a:p>
          <a:endParaRPr lang="en-US"/>
        </a:p>
      </dgm:t>
    </dgm:pt>
    <dgm:pt modelId="{BBF5027A-2873-3147-9787-DCFC656598A5}" type="pres">
      <dgm:prSet presAssocID="{E4447ACD-66DD-3643-9E6A-040115806B89}" presName="outerComposite" presStyleCnt="0">
        <dgm:presLayoutVars>
          <dgm:chMax val="5"/>
          <dgm:dir/>
          <dgm:resizeHandles val="exact"/>
        </dgm:presLayoutVars>
      </dgm:prSet>
      <dgm:spPr/>
    </dgm:pt>
    <dgm:pt modelId="{8AE9FA89-A43F-CF47-989A-0EBE25935249}" type="pres">
      <dgm:prSet presAssocID="{E4447ACD-66DD-3643-9E6A-040115806B89}" presName="dummyMaxCanvas" presStyleCnt="0">
        <dgm:presLayoutVars/>
      </dgm:prSet>
      <dgm:spPr/>
    </dgm:pt>
    <dgm:pt modelId="{CFDBFE76-0693-9A40-B64A-C7DF6119BAA3}" type="pres">
      <dgm:prSet presAssocID="{E4447ACD-66DD-3643-9E6A-040115806B89}" presName="ThreeNodes_1" presStyleLbl="node1" presStyleIdx="0" presStyleCnt="3">
        <dgm:presLayoutVars>
          <dgm:bulletEnabled val="1"/>
        </dgm:presLayoutVars>
      </dgm:prSet>
      <dgm:spPr/>
    </dgm:pt>
    <dgm:pt modelId="{D6F93D87-C692-DC48-9549-C6934C40517A}" type="pres">
      <dgm:prSet presAssocID="{E4447ACD-66DD-3643-9E6A-040115806B89}" presName="ThreeNodes_2" presStyleLbl="node1" presStyleIdx="1" presStyleCnt="3">
        <dgm:presLayoutVars>
          <dgm:bulletEnabled val="1"/>
        </dgm:presLayoutVars>
      </dgm:prSet>
      <dgm:spPr/>
    </dgm:pt>
    <dgm:pt modelId="{E20747CF-9E85-5F46-8726-795BE4869604}" type="pres">
      <dgm:prSet presAssocID="{E4447ACD-66DD-3643-9E6A-040115806B89}" presName="ThreeNodes_3" presStyleLbl="node1" presStyleIdx="2" presStyleCnt="3">
        <dgm:presLayoutVars>
          <dgm:bulletEnabled val="1"/>
        </dgm:presLayoutVars>
      </dgm:prSet>
      <dgm:spPr/>
    </dgm:pt>
    <dgm:pt modelId="{C3B490C7-9C2B-3F43-88E3-B75645EB2C8B}" type="pres">
      <dgm:prSet presAssocID="{E4447ACD-66DD-3643-9E6A-040115806B89}" presName="ThreeConn_1-2" presStyleLbl="fgAccFollowNode1" presStyleIdx="0" presStyleCnt="2">
        <dgm:presLayoutVars>
          <dgm:bulletEnabled val="1"/>
        </dgm:presLayoutVars>
      </dgm:prSet>
      <dgm:spPr/>
    </dgm:pt>
    <dgm:pt modelId="{708E942A-6E7A-1A48-AE66-CBF58EE2A827}" type="pres">
      <dgm:prSet presAssocID="{E4447ACD-66DD-3643-9E6A-040115806B89}" presName="ThreeConn_2-3" presStyleLbl="fgAccFollowNode1" presStyleIdx="1" presStyleCnt="2">
        <dgm:presLayoutVars>
          <dgm:bulletEnabled val="1"/>
        </dgm:presLayoutVars>
      </dgm:prSet>
      <dgm:spPr/>
    </dgm:pt>
    <dgm:pt modelId="{43B00CC0-4F25-6A4E-A92E-798609747769}" type="pres">
      <dgm:prSet presAssocID="{E4447ACD-66DD-3643-9E6A-040115806B89}" presName="ThreeNodes_1_text" presStyleLbl="node1" presStyleIdx="2" presStyleCnt="3">
        <dgm:presLayoutVars>
          <dgm:bulletEnabled val="1"/>
        </dgm:presLayoutVars>
      </dgm:prSet>
      <dgm:spPr/>
    </dgm:pt>
    <dgm:pt modelId="{9FAAF226-C329-AB4B-ACF9-BCCA6ED92A9F}" type="pres">
      <dgm:prSet presAssocID="{E4447ACD-66DD-3643-9E6A-040115806B89}" presName="ThreeNodes_2_text" presStyleLbl="node1" presStyleIdx="2" presStyleCnt="3">
        <dgm:presLayoutVars>
          <dgm:bulletEnabled val="1"/>
        </dgm:presLayoutVars>
      </dgm:prSet>
      <dgm:spPr/>
    </dgm:pt>
    <dgm:pt modelId="{7D033E02-4B17-8B48-9F00-D697D7FC4186}" type="pres">
      <dgm:prSet presAssocID="{E4447ACD-66DD-3643-9E6A-040115806B89}" presName="ThreeNodes_3_text" presStyleLbl="node1" presStyleIdx="2" presStyleCnt="3">
        <dgm:presLayoutVars>
          <dgm:bulletEnabled val="1"/>
        </dgm:presLayoutVars>
      </dgm:prSet>
      <dgm:spPr/>
    </dgm:pt>
  </dgm:ptLst>
  <dgm:cxnLst>
    <dgm:cxn modelId="{0468D901-2C99-814B-8622-0D8ED1938A37}" type="presOf" srcId="{2306F6CE-61F8-734A-8C96-1C0823C1CCDB}" destId="{C3B490C7-9C2B-3F43-88E3-B75645EB2C8B}" srcOrd="0" destOrd="0" presId="urn:microsoft.com/office/officeart/2005/8/layout/vProcess5"/>
    <dgm:cxn modelId="{1D8B9808-89E1-9F43-B7C9-9A1026CB3C55}" srcId="{E4447ACD-66DD-3643-9E6A-040115806B89}" destId="{B847C68E-8E7E-E640-A59B-21BE10FAB3C7}" srcOrd="0" destOrd="0" parTransId="{B1CE8B3B-308A-AE4F-A058-3ED0D947BC36}" sibTransId="{2306F6CE-61F8-734A-8C96-1C0823C1CCDB}"/>
    <dgm:cxn modelId="{D979AA15-3BB3-2F4E-975D-9CC2F2D312F2}" type="presOf" srcId="{2FD8D0F4-5CC5-4047-B0DB-9B79C2B13AA5}" destId="{7D033E02-4B17-8B48-9F00-D697D7FC4186}" srcOrd="1" destOrd="0" presId="urn:microsoft.com/office/officeart/2005/8/layout/vProcess5"/>
    <dgm:cxn modelId="{B187C416-9B3E-5C48-88C4-CDE9DBB578A3}" type="presOf" srcId="{B847C68E-8E7E-E640-A59B-21BE10FAB3C7}" destId="{CFDBFE76-0693-9A40-B64A-C7DF6119BAA3}" srcOrd="0" destOrd="0" presId="urn:microsoft.com/office/officeart/2005/8/layout/vProcess5"/>
    <dgm:cxn modelId="{FE12F71D-1175-6F41-B1D8-559EF9885A82}" type="presOf" srcId="{2FD8D0F4-5CC5-4047-B0DB-9B79C2B13AA5}" destId="{E20747CF-9E85-5F46-8726-795BE4869604}" srcOrd="0" destOrd="0" presId="urn:microsoft.com/office/officeart/2005/8/layout/vProcess5"/>
    <dgm:cxn modelId="{46C9D220-96A2-C047-ABB8-AE12EEBD9C07}" type="presOf" srcId="{B847C68E-8E7E-E640-A59B-21BE10FAB3C7}" destId="{43B00CC0-4F25-6A4E-A92E-798609747769}" srcOrd="1" destOrd="0" presId="urn:microsoft.com/office/officeart/2005/8/layout/vProcess5"/>
    <dgm:cxn modelId="{7C0F0A2C-CA74-4C47-8CFC-D27552865894}" type="presOf" srcId="{A716DDD3-C4D8-EE4C-99B1-42FD9EF4418F}" destId="{D6F93D87-C692-DC48-9549-C6934C40517A}" srcOrd="0" destOrd="0" presId="urn:microsoft.com/office/officeart/2005/8/layout/vProcess5"/>
    <dgm:cxn modelId="{A89E6D48-CC22-144F-90C9-DD68F7B023BE}" type="presOf" srcId="{A716DDD3-C4D8-EE4C-99B1-42FD9EF4418F}" destId="{9FAAF226-C329-AB4B-ACF9-BCCA6ED92A9F}" srcOrd="1" destOrd="0" presId="urn:microsoft.com/office/officeart/2005/8/layout/vProcess5"/>
    <dgm:cxn modelId="{8B674C69-CC06-2041-BC91-13A9B7DAEE77}" type="presOf" srcId="{E4447ACD-66DD-3643-9E6A-040115806B89}" destId="{BBF5027A-2873-3147-9787-DCFC656598A5}" srcOrd="0" destOrd="0" presId="urn:microsoft.com/office/officeart/2005/8/layout/vProcess5"/>
    <dgm:cxn modelId="{6EA3306E-52D2-9C41-8009-B1CCD447C1BC}" srcId="{E4447ACD-66DD-3643-9E6A-040115806B89}" destId="{2FD8D0F4-5CC5-4047-B0DB-9B79C2B13AA5}" srcOrd="2" destOrd="0" parTransId="{B5244FEE-8CBC-DE48-A071-A7F8443F904E}" sibTransId="{903139FB-3D9C-5646-9B77-0F5604AF4767}"/>
    <dgm:cxn modelId="{8F8DE572-9A25-EB4B-A3C2-9141EC42CC3E}" type="presOf" srcId="{0CAE9CAC-3225-DE43-A9B1-E4AA6757B90A}" destId="{708E942A-6E7A-1A48-AE66-CBF58EE2A827}" srcOrd="0" destOrd="0" presId="urn:microsoft.com/office/officeart/2005/8/layout/vProcess5"/>
    <dgm:cxn modelId="{FA5EE0A8-16C6-3E40-81AA-BAFE6ECD96F9}" srcId="{E4447ACD-66DD-3643-9E6A-040115806B89}" destId="{A716DDD3-C4D8-EE4C-99B1-42FD9EF4418F}" srcOrd="1" destOrd="0" parTransId="{DD070DFA-717C-B54B-8F2A-CE27BE21283C}" sibTransId="{0CAE9CAC-3225-DE43-A9B1-E4AA6757B90A}"/>
    <dgm:cxn modelId="{4C933E97-4500-9748-97D3-2660C6B06D1B}" type="presParOf" srcId="{BBF5027A-2873-3147-9787-DCFC656598A5}" destId="{8AE9FA89-A43F-CF47-989A-0EBE25935249}" srcOrd="0" destOrd="0" presId="urn:microsoft.com/office/officeart/2005/8/layout/vProcess5"/>
    <dgm:cxn modelId="{7412D9C8-3CF0-444C-8EA8-988CB35DD8C9}" type="presParOf" srcId="{BBF5027A-2873-3147-9787-DCFC656598A5}" destId="{CFDBFE76-0693-9A40-B64A-C7DF6119BAA3}" srcOrd="1" destOrd="0" presId="urn:microsoft.com/office/officeart/2005/8/layout/vProcess5"/>
    <dgm:cxn modelId="{D88C52B4-C857-0D43-BAED-FC1BF073AFE3}" type="presParOf" srcId="{BBF5027A-2873-3147-9787-DCFC656598A5}" destId="{D6F93D87-C692-DC48-9549-C6934C40517A}" srcOrd="2" destOrd="0" presId="urn:microsoft.com/office/officeart/2005/8/layout/vProcess5"/>
    <dgm:cxn modelId="{C4A595F7-2608-6848-9A11-457E4E012512}" type="presParOf" srcId="{BBF5027A-2873-3147-9787-DCFC656598A5}" destId="{E20747CF-9E85-5F46-8726-795BE4869604}" srcOrd="3" destOrd="0" presId="urn:microsoft.com/office/officeart/2005/8/layout/vProcess5"/>
    <dgm:cxn modelId="{D0FAB83F-AC82-A440-AA27-AD134A26591A}" type="presParOf" srcId="{BBF5027A-2873-3147-9787-DCFC656598A5}" destId="{C3B490C7-9C2B-3F43-88E3-B75645EB2C8B}" srcOrd="4" destOrd="0" presId="urn:microsoft.com/office/officeart/2005/8/layout/vProcess5"/>
    <dgm:cxn modelId="{FABF748E-95FD-2E44-9A2C-BD8D7DB34C1A}" type="presParOf" srcId="{BBF5027A-2873-3147-9787-DCFC656598A5}" destId="{708E942A-6E7A-1A48-AE66-CBF58EE2A827}" srcOrd="5" destOrd="0" presId="urn:microsoft.com/office/officeart/2005/8/layout/vProcess5"/>
    <dgm:cxn modelId="{34CA8CB6-62C4-AC44-B308-53E561BC958B}" type="presParOf" srcId="{BBF5027A-2873-3147-9787-DCFC656598A5}" destId="{43B00CC0-4F25-6A4E-A92E-798609747769}" srcOrd="6" destOrd="0" presId="urn:microsoft.com/office/officeart/2005/8/layout/vProcess5"/>
    <dgm:cxn modelId="{C4F40C38-143A-8048-A247-C0005E10B260}" type="presParOf" srcId="{BBF5027A-2873-3147-9787-DCFC656598A5}" destId="{9FAAF226-C329-AB4B-ACF9-BCCA6ED92A9F}" srcOrd="7" destOrd="0" presId="urn:microsoft.com/office/officeart/2005/8/layout/vProcess5"/>
    <dgm:cxn modelId="{925A403B-FF28-2449-A25F-6648889084C2}" type="presParOf" srcId="{BBF5027A-2873-3147-9787-DCFC656598A5}" destId="{7D033E02-4B17-8B48-9F00-D697D7FC4186}"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A8EE000-6402-EC40-8AE4-CBFC6D281B79}" type="doc">
      <dgm:prSet loTypeId="urn:microsoft.com/office/officeart/2005/8/layout/process1" loCatId="process" qsTypeId="urn:microsoft.com/office/officeart/2005/8/quickstyle/simple1" qsCatId="simple" csTypeId="urn:microsoft.com/office/officeart/2005/8/colors/accent2_1" csCatId="accent2" phldr="1"/>
      <dgm:spPr/>
      <dgm:t>
        <a:bodyPr/>
        <a:lstStyle/>
        <a:p>
          <a:endParaRPr lang="en-US"/>
        </a:p>
      </dgm:t>
    </dgm:pt>
    <dgm:pt modelId="{C2335A67-1229-634E-946B-F3ADD21AB03B}">
      <dgm:prSet custT="1"/>
      <dgm:spPr>
        <a:ln>
          <a:solidFill>
            <a:srgbClr val="336699"/>
          </a:solidFill>
        </a:ln>
      </dgm:spPr>
      <dgm:t>
        <a:bodyPr/>
        <a:lstStyle/>
        <a:p>
          <a:r>
            <a:rPr lang="en-US" sz="1800" dirty="0">
              <a:latin typeface="Aptos Display" panose="020B0004020202020204" pitchFamily="34" charset="0"/>
            </a:rPr>
            <a:t>Synthesize</a:t>
          </a:r>
          <a:endParaRPr lang="en-CA" sz="1800" dirty="0">
            <a:latin typeface="Aptos Display" panose="020B0004020202020204" pitchFamily="34" charset="0"/>
          </a:endParaRPr>
        </a:p>
      </dgm:t>
    </dgm:pt>
    <dgm:pt modelId="{D9EE3909-E0E7-E64A-BAC2-EE51D5BBCD3C}" type="parTrans" cxnId="{CFD5F2DE-EEE8-944B-BE6D-5B5B2438488E}">
      <dgm:prSet/>
      <dgm:spPr/>
      <dgm:t>
        <a:bodyPr/>
        <a:lstStyle/>
        <a:p>
          <a:endParaRPr lang="en-US"/>
        </a:p>
      </dgm:t>
    </dgm:pt>
    <dgm:pt modelId="{CF43AAF0-9827-0D48-84AA-1DDCE756725B}" type="sibTrans" cxnId="{CFD5F2DE-EEE8-944B-BE6D-5B5B2438488E}">
      <dgm:prSet/>
      <dgm:spPr>
        <a:solidFill>
          <a:srgbClr val="336699"/>
        </a:solidFill>
      </dgm:spPr>
      <dgm:t>
        <a:bodyPr/>
        <a:lstStyle/>
        <a:p>
          <a:endParaRPr lang="en-US"/>
        </a:p>
      </dgm:t>
    </dgm:pt>
    <dgm:pt modelId="{2D487810-2910-FA4B-A1A2-F932ACE94F55}">
      <dgm:prSet custT="1"/>
      <dgm:spPr>
        <a:ln>
          <a:solidFill>
            <a:srgbClr val="336699"/>
          </a:solidFill>
        </a:ln>
      </dgm:spPr>
      <dgm:t>
        <a:bodyPr/>
        <a:lstStyle/>
        <a:p>
          <a:r>
            <a:rPr lang="en-US" sz="1800" dirty="0">
              <a:latin typeface="Aptos Display" panose="020B0004020202020204" pitchFamily="34" charset="0"/>
            </a:rPr>
            <a:t>Disagreement Maximization</a:t>
          </a:r>
          <a:endParaRPr lang="en-CA" sz="1800" dirty="0">
            <a:latin typeface="Aptos Display" panose="020B0004020202020204" pitchFamily="34" charset="0"/>
          </a:endParaRPr>
        </a:p>
      </dgm:t>
    </dgm:pt>
    <dgm:pt modelId="{6480C907-9A1E-AB4B-B3BD-E17E6232D5FA}" type="parTrans" cxnId="{342BFA12-6FFE-734B-8E77-5CB926BBEA6B}">
      <dgm:prSet/>
      <dgm:spPr/>
      <dgm:t>
        <a:bodyPr/>
        <a:lstStyle/>
        <a:p>
          <a:endParaRPr lang="en-US"/>
        </a:p>
      </dgm:t>
    </dgm:pt>
    <dgm:pt modelId="{B587BB76-B4D9-6149-9B15-69B423CD4FA0}" type="sibTrans" cxnId="{342BFA12-6FFE-734B-8E77-5CB926BBEA6B}">
      <dgm:prSet/>
      <dgm:spPr>
        <a:solidFill>
          <a:srgbClr val="336699"/>
        </a:solidFill>
      </dgm:spPr>
      <dgm:t>
        <a:bodyPr/>
        <a:lstStyle/>
        <a:p>
          <a:endParaRPr lang="en-US"/>
        </a:p>
      </dgm:t>
    </dgm:pt>
    <dgm:pt modelId="{E6928074-4310-BD40-8910-BB059C9A3D5E}">
      <dgm:prSet custT="1"/>
      <dgm:spPr>
        <a:ln>
          <a:solidFill>
            <a:srgbClr val="336699"/>
          </a:solidFill>
        </a:ln>
      </dgm:spPr>
      <dgm:t>
        <a:bodyPr/>
        <a:lstStyle/>
        <a:p>
          <a:r>
            <a:rPr lang="en-US" sz="1800" dirty="0">
              <a:latin typeface="Aptos Display" panose="020B0004020202020204" pitchFamily="34" charset="0"/>
            </a:rPr>
            <a:t>Clone Minimization</a:t>
          </a:r>
          <a:endParaRPr lang="en-CA" sz="1800" dirty="0">
            <a:latin typeface="Aptos Display" panose="020B0004020202020204" pitchFamily="34" charset="0"/>
          </a:endParaRPr>
        </a:p>
      </dgm:t>
    </dgm:pt>
    <dgm:pt modelId="{2FDAD35F-FC85-0447-B83B-8DE8A541ECD9}" type="parTrans" cxnId="{B342AD0C-7E87-644E-B874-06A9D7A7F323}">
      <dgm:prSet/>
      <dgm:spPr/>
      <dgm:t>
        <a:bodyPr/>
        <a:lstStyle/>
        <a:p>
          <a:endParaRPr lang="en-US"/>
        </a:p>
      </dgm:t>
    </dgm:pt>
    <dgm:pt modelId="{050B57B6-0DA6-124C-B96D-8C1806315930}" type="sibTrans" cxnId="{B342AD0C-7E87-644E-B874-06A9D7A7F323}">
      <dgm:prSet/>
      <dgm:spPr/>
      <dgm:t>
        <a:bodyPr/>
        <a:lstStyle/>
        <a:p>
          <a:endParaRPr lang="en-US"/>
        </a:p>
      </dgm:t>
    </dgm:pt>
    <dgm:pt modelId="{68701637-243C-574B-8CFC-2ACD39EA725B}" type="pres">
      <dgm:prSet presAssocID="{3A8EE000-6402-EC40-8AE4-CBFC6D281B79}" presName="Name0" presStyleCnt="0">
        <dgm:presLayoutVars>
          <dgm:dir/>
          <dgm:resizeHandles val="exact"/>
        </dgm:presLayoutVars>
      </dgm:prSet>
      <dgm:spPr/>
    </dgm:pt>
    <dgm:pt modelId="{97CAEFA1-7130-6441-8A3B-D764FED6BFCC}" type="pres">
      <dgm:prSet presAssocID="{C2335A67-1229-634E-946B-F3ADD21AB03B}" presName="node" presStyleLbl="node1" presStyleIdx="0" presStyleCnt="3">
        <dgm:presLayoutVars>
          <dgm:bulletEnabled val="1"/>
        </dgm:presLayoutVars>
      </dgm:prSet>
      <dgm:spPr/>
    </dgm:pt>
    <dgm:pt modelId="{5CEB65E9-A283-C64C-9A39-D6BBB8214A0C}" type="pres">
      <dgm:prSet presAssocID="{CF43AAF0-9827-0D48-84AA-1DDCE756725B}" presName="sibTrans" presStyleLbl="sibTrans2D1" presStyleIdx="0" presStyleCnt="2"/>
      <dgm:spPr/>
    </dgm:pt>
    <dgm:pt modelId="{E5F90BB9-0AB0-5E46-8AAD-1915969024F6}" type="pres">
      <dgm:prSet presAssocID="{CF43AAF0-9827-0D48-84AA-1DDCE756725B}" presName="connectorText" presStyleLbl="sibTrans2D1" presStyleIdx="0" presStyleCnt="2"/>
      <dgm:spPr/>
    </dgm:pt>
    <dgm:pt modelId="{C660615E-E777-1542-A6F3-E68C7F06C2C4}" type="pres">
      <dgm:prSet presAssocID="{2D487810-2910-FA4B-A1A2-F932ACE94F55}" presName="node" presStyleLbl="node1" presStyleIdx="1" presStyleCnt="3">
        <dgm:presLayoutVars>
          <dgm:bulletEnabled val="1"/>
        </dgm:presLayoutVars>
      </dgm:prSet>
      <dgm:spPr/>
    </dgm:pt>
    <dgm:pt modelId="{2E367C7F-D86A-DB4A-8DE3-C0439B04FDF2}" type="pres">
      <dgm:prSet presAssocID="{B587BB76-B4D9-6149-9B15-69B423CD4FA0}" presName="sibTrans" presStyleLbl="sibTrans2D1" presStyleIdx="1" presStyleCnt="2"/>
      <dgm:spPr/>
    </dgm:pt>
    <dgm:pt modelId="{ACE9C424-061C-3442-A915-DF6A31A950E2}" type="pres">
      <dgm:prSet presAssocID="{B587BB76-B4D9-6149-9B15-69B423CD4FA0}" presName="connectorText" presStyleLbl="sibTrans2D1" presStyleIdx="1" presStyleCnt="2"/>
      <dgm:spPr/>
    </dgm:pt>
    <dgm:pt modelId="{1ECCEC9B-1693-524B-BC1E-52CA4036048B}" type="pres">
      <dgm:prSet presAssocID="{E6928074-4310-BD40-8910-BB059C9A3D5E}" presName="node" presStyleLbl="node1" presStyleIdx="2" presStyleCnt="3">
        <dgm:presLayoutVars>
          <dgm:bulletEnabled val="1"/>
        </dgm:presLayoutVars>
      </dgm:prSet>
      <dgm:spPr/>
    </dgm:pt>
  </dgm:ptLst>
  <dgm:cxnLst>
    <dgm:cxn modelId="{B342AD0C-7E87-644E-B874-06A9D7A7F323}" srcId="{3A8EE000-6402-EC40-8AE4-CBFC6D281B79}" destId="{E6928074-4310-BD40-8910-BB059C9A3D5E}" srcOrd="2" destOrd="0" parTransId="{2FDAD35F-FC85-0447-B83B-8DE8A541ECD9}" sibTransId="{050B57B6-0DA6-124C-B96D-8C1806315930}"/>
    <dgm:cxn modelId="{342BFA12-6FFE-734B-8E77-5CB926BBEA6B}" srcId="{3A8EE000-6402-EC40-8AE4-CBFC6D281B79}" destId="{2D487810-2910-FA4B-A1A2-F932ACE94F55}" srcOrd="1" destOrd="0" parTransId="{6480C907-9A1E-AB4B-B3BD-E17E6232D5FA}" sibTransId="{B587BB76-B4D9-6149-9B15-69B423CD4FA0}"/>
    <dgm:cxn modelId="{06637D28-FCEC-F646-AF37-C281A6C904F1}" type="presOf" srcId="{2D487810-2910-FA4B-A1A2-F932ACE94F55}" destId="{C660615E-E777-1542-A6F3-E68C7F06C2C4}" srcOrd="0" destOrd="0" presId="urn:microsoft.com/office/officeart/2005/8/layout/process1"/>
    <dgm:cxn modelId="{1B5B9038-367B-B640-8D3E-B6C275EF8C2C}" type="presOf" srcId="{CF43AAF0-9827-0D48-84AA-1DDCE756725B}" destId="{5CEB65E9-A283-C64C-9A39-D6BBB8214A0C}" srcOrd="0" destOrd="0" presId="urn:microsoft.com/office/officeart/2005/8/layout/process1"/>
    <dgm:cxn modelId="{38D2653B-4D09-BC4F-9E13-BB6E8CFCAAF1}" type="presOf" srcId="{B587BB76-B4D9-6149-9B15-69B423CD4FA0}" destId="{2E367C7F-D86A-DB4A-8DE3-C0439B04FDF2}" srcOrd="0" destOrd="0" presId="urn:microsoft.com/office/officeart/2005/8/layout/process1"/>
    <dgm:cxn modelId="{4A879B59-88EC-8048-80BF-3C150BFD6AAD}" type="presOf" srcId="{B587BB76-B4D9-6149-9B15-69B423CD4FA0}" destId="{ACE9C424-061C-3442-A915-DF6A31A950E2}" srcOrd="1" destOrd="0" presId="urn:microsoft.com/office/officeart/2005/8/layout/process1"/>
    <dgm:cxn modelId="{323DCA5E-56DF-124F-9C1E-60F9628C8F86}" type="presOf" srcId="{CF43AAF0-9827-0D48-84AA-1DDCE756725B}" destId="{E5F90BB9-0AB0-5E46-8AAD-1915969024F6}" srcOrd="1" destOrd="0" presId="urn:microsoft.com/office/officeart/2005/8/layout/process1"/>
    <dgm:cxn modelId="{A8E1C6A1-D2EE-1F40-BB69-6B5A19F6D1F2}" type="presOf" srcId="{C2335A67-1229-634E-946B-F3ADD21AB03B}" destId="{97CAEFA1-7130-6441-8A3B-D764FED6BFCC}" srcOrd="0" destOrd="0" presId="urn:microsoft.com/office/officeart/2005/8/layout/process1"/>
    <dgm:cxn modelId="{CFD5F2DE-EEE8-944B-BE6D-5B5B2438488E}" srcId="{3A8EE000-6402-EC40-8AE4-CBFC6D281B79}" destId="{C2335A67-1229-634E-946B-F3ADD21AB03B}" srcOrd="0" destOrd="0" parTransId="{D9EE3909-E0E7-E64A-BAC2-EE51D5BBCD3C}" sibTransId="{CF43AAF0-9827-0D48-84AA-1DDCE756725B}"/>
    <dgm:cxn modelId="{8A6C93E2-A61B-1948-A4B7-F35959F40B48}" type="presOf" srcId="{E6928074-4310-BD40-8910-BB059C9A3D5E}" destId="{1ECCEC9B-1693-524B-BC1E-52CA4036048B}" srcOrd="0" destOrd="0" presId="urn:microsoft.com/office/officeart/2005/8/layout/process1"/>
    <dgm:cxn modelId="{5C5CC3E7-5858-084C-AA8A-3B0D9010E110}" type="presOf" srcId="{3A8EE000-6402-EC40-8AE4-CBFC6D281B79}" destId="{68701637-243C-574B-8CFC-2ACD39EA725B}" srcOrd="0" destOrd="0" presId="urn:microsoft.com/office/officeart/2005/8/layout/process1"/>
    <dgm:cxn modelId="{751CF2EB-9710-E44D-9991-6727B51C4E58}" type="presParOf" srcId="{68701637-243C-574B-8CFC-2ACD39EA725B}" destId="{97CAEFA1-7130-6441-8A3B-D764FED6BFCC}" srcOrd="0" destOrd="0" presId="urn:microsoft.com/office/officeart/2005/8/layout/process1"/>
    <dgm:cxn modelId="{A7B15C1C-A1DA-7E4E-AFA6-AC9C925FD7BE}" type="presParOf" srcId="{68701637-243C-574B-8CFC-2ACD39EA725B}" destId="{5CEB65E9-A283-C64C-9A39-D6BBB8214A0C}" srcOrd="1" destOrd="0" presId="urn:microsoft.com/office/officeart/2005/8/layout/process1"/>
    <dgm:cxn modelId="{0467A71A-BB2D-B440-BC64-90C49DC2302A}" type="presParOf" srcId="{5CEB65E9-A283-C64C-9A39-D6BBB8214A0C}" destId="{E5F90BB9-0AB0-5E46-8AAD-1915969024F6}" srcOrd="0" destOrd="0" presId="urn:microsoft.com/office/officeart/2005/8/layout/process1"/>
    <dgm:cxn modelId="{32306356-95C8-9B4D-9D58-78C921DBA818}" type="presParOf" srcId="{68701637-243C-574B-8CFC-2ACD39EA725B}" destId="{C660615E-E777-1542-A6F3-E68C7F06C2C4}" srcOrd="2" destOrd="0" presId="urn:microsoft.com/office/officeart/2005/8/layout/process1"/>
    <dgm:cxn modelId="{A8E805A3-BE03-6842-84E4-2FB51C8CCE97}" type="presParOf" srcId="{68701637-243C-574B-8CFC-2ACD39EA725B}" destId="{2E367C7F-D86A-DB4A-8DE3-C0439B04FDF2}" srcOrd="3" destOrd="0" presId="urn:microsoft.com/office/officeart/2005/8/layout/process1"/>
    <dgm:cxn modelId="{C0BC2167-735F-1448-89A9-A2F1D0EE81A8}" type="presParOf" srcId="{2E367C7F-D86A-DB4A-8DE3-C0439B04FDF2}" destId="{ACE9C424-061C-3442-A915-DF6A31A950E2}" srcOrd="0" destOrd="0" presId="urn:microsoft.com/office/officeart/2005/8/layout/process1"/>
    <dgm:cxn modelId="{700D20DA-39CB-5644-8243-E2512AE478F1}" type="presParOf" srcId="{68701637-243C-574B-8CFC-2ACD39EA725B}" destId="{1ECCEC9B-1693-524B-BC1E-52CA4036048B}" srcOrd="4"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3156353-28A6-0446-A30F-AEE29FE1D9F0}" type="doc">
      <dgm:prSet loTypeId="urn:microsoft.com/office/officeart/2005/8/layout/cycle1" loCatId="" qsTypeId="urn:microsoft.com/office/officeart/2005/8/quickstyle/simple1" qsCatId="simple" csTypeId="urn:microsoft.com/office/officeart/2005/8/colors/accent1_2" csCatId="accent1" phldr="1"/>
      <dgm:spPr/>
      <dgm:t>
        <a:bodyPr/>
        <a:lstStyle/>
        <a:p>
          <a:endParaRPr lang="en-US"/>
        </a:p>
      </dgm:t>
    </dgm:pt>
    <dgm:pt modelId="{E5A06713-C1DC-A44C-81B6-844B001257B4}">
      <dgm:prSet phldrT="[Text]" custT="1"/>
      <dgm:spPr/>
      <dgm:t>
        <a:bodyPr/>
        <a:lstStyle/>
        <a:p>
          <a:r>
            <a:rPr lang="en-CA" sz="1800" b="1" dirty="0">
              <a:latin typeface="Aptos Display" panose="020B0004020202020204" pitchFamily="34" charset="0"/>
            </a:rPr>
            <a:t>Scan</a:t>
          </a:r>
          <a:endParaRPr lang="en-US" sz="1800" dirty="0">
            <a:latin typeface="Aptos Display" panose="020B0004020202020204" pitchFamily="34" charset="0"/>
          </a:endParaRPr>
        </a:p>
      </dgm:t>
    </dgm:pt>
    <dgm:pt modelId="{524126DB-0638-C648-89B1-FA01D99BD177}" type="parTrans" cxnId="{376FC71D-B981-A749-BBF4-26B24496E639}">
      <dgm:prSet/>
      <dgm:spPr/>
      <dgm:t>
        <a:bodyPr/>
        <a:lstStyle/>
        <a:p>
          <a:endParaRPr lang="en-US"/>
        </a:p>
      </dgm:t>
    </dgm:pt>
    <dgm:pt modelId="{F77BE75F-865A-1C43-A15D-DB4803FE2AA6}" type="sibTrans" cxnId="{376FC71D-B981-A749-BBF4-26B24496E639}">
      <dgm:prSet/>
      <dgm:spPr>
        <a:solidFill>
          <a:srgbClr val="336699"/>
        </a:solidFill>
      </dgm:spPr>
      <dgm:t>
        <a:bodyPr/>
        <a:lstStyle/>
        <a:p>
          <a:endParaRPr lang="en-US" sz="1800"/>
        </a:p>
      </dgm:t>
    </dgm:pt>
    <dgm:pt modelId="{55054DEE-5E27-0049-85DF-12B684A7F6A8}">
      <dgm:prSet phldrT="[Text]" custT="1"/>
      <dgm:spPr/>
      <dgm:t>
        <a:bodyPr/>
        <a:lstStyle/>
        <a:p>
          <a:pPr>
            <a:buChar char="•"/>
          </a:pPr>
          <a:r>
            <a:rPr lang="en-CA" sz="1800" b="1" dirty="0"/>
            <a:t>Step </a:t>
          </a:r>
          <a:r>
            <a:rPr lang="en-CA" sz="1800" b="1" dirty="0">
              <a:latin typeface="Aptos Display" panose="020B0004020202020204" pitchFamily="34" charset="0"/>
            </a:rPr>
            <a:t>Over</a:t>
          </a:r>
          <a:endParaRPr lang="en-US" sz="1800" dirty="0">
            <a:latin typeface="Aptos Display" panose="020B0004020202020204" pitchFamily="34" charset="0"/>
          </a:endParaRPr>
        </a:p>
      </dgm:t>
    </dgm:pt>
    <dgm:pt modelId="{DB14A018-E73E-6248-942C-A030365F9AC8}" type="parTrans" cxnId="{F7EBFD21-2C9A-0444-869D-C38857C2DA80}">
      <dgm:prSet/>
      <dgm:spPr/>
      <dgm:t>
        <a:bodyPr/>
        <a:lstStyle/>
        <a:p>
          <a:endParaRPr lang="en-US"/>
        </a:p>
      </dgm:t>
    </dgm:pt>
    <dgm:pt modelId="{F46B58F6-C65E-654A-8D2E-B867AFAAD80B}" type="sibTrans" cxnId="{F7EBFD21-2C9A-0444-869D-C38857C2DA80}">
      <dgm:prSet/>
      <dgm:spPr>
        <a:solidFill>
          <a:srgbClr val="336699"/>
        </a:solidFill>
      </dgm:spPr>
      <dgm:t>
        <a:bodyPr/>
        <a:lstStyle/>
        <a:p>
          <a:endParaRPr lang="en-US" sz="1800"/>
        </a:p>
      </dgm:t>
    </dgm:pt>
    <dgm:pt modelId="{50A1E649-BAE7-E343-ABF9-D9149C85A8D9}">
      <dgm:prSet phldrT="[Text]" custT="1"/>
      <dgm:spPr/>
      <dgm:t>
        <a:bodyPr/>
        <a:lstStyle/>
        <a:p>
          <a:r>
            <a:rPr lang="en-CA" sz="1800" b="1" dirty="0">
              <a:latin typeface="Aptos Display" panose="020B0004020202020204" pitchFamily="34" charset="0"/>
            </a:rPr>
            <a:t>Land</a:t>
          </a:r>
          <a:endParaRPr lang="en-US" sz="1800" dirty="0">
            <a:latin typeface="Aptos Display" panose="020B0004020202020204" pitchFamily="34" charset="0"/>
          </a:endParaRPr>
        </a:p>
      </dgm:t>
    </dgm:pt>
    <dgm:pt modelId="{09395DDE-CFB0-0F4D-A90E-7E086284E6FF}" type="parTrans" cxnId="{E2D69809-C850-F744-BF1C-C8E2EB0E0E8C}">
      <dgm:prSet/>
      <dgm:spPr/>
      <dgm:t>
        <a:bodyPr/>
        <a:lstStyle/>
        <a:p>
          <a:endParaRPr lang="en-US"/>
        </a:p>
      </dgm:t>
    </dgm:pt>
    <dgm:pt modelId="{380A62C6-3E0E-814C-AA92-29595DAC9A8F}" type="sibTrans" cxnId="{E2D69809-C850-F744-BF1C-C8E2EB0E0E8C}">
      <dgm:prSet/>
      <dgm:spPr>
        <a:solidFill>
          <a:srgbClr val="336699"/>
        </a:solidFill>
      </dgm:spPr>
      <dgm:t>
        <a:bodyPr/>
        <a:lstStyle/>
        <a:p>
          <a:endParaRPr lang="en-US" sz="1800"/>
        </a:p>
      </dgm:t>
    </dgm:pt>
    <dgm:pt modelId="{37E26157-5007-F940-A63F-885F3409138A}" type="pres">
      <dgm:prSet presAssocID="{A3156353-28A6-0446-A30F-AEE29FE1D9F0}" presName="cycle" presStyleCnt="0">
        <dgm:presLayoutVars>
          <dgm:dir/>
          <dgm:resizeHandles val="exact"/>
        </dgm:presLayoutVars>
      </dgm:prSet>
      <dgm:spPr/>
    </dgm:pt>
    <dgm:pt modelId="{D20A1734-52C7-004B-833B-6FAE3F143404}" type="pres">
      <dgm:prSet presAssocID="{E5A06713-C1DC-A44C-81B6-844B001257B4}" presName="dummy" presStyleCnt="0"/>
      <dgm:spPr/>
    </dgm:pt>
    <dgm:pt modelId="{CA6967E1-3D01-8345-90D3-9ECBFEFA1736}" type="pres">
      <dgm:prSet presAssocID="{E5A06713-C1DC-A44C-81B6-844B001257B4}" presName="node" presStyleLbl="revTx" presStyleIdx="0" presStyleCnt="3">
        <dgm:presLayoutVars>
          <dgm:bulletEnabled val="1"/>
        </dgm:presLayoutVars>
      </dgm:prSet>
      <dgm:spPr/>
    </dgm:pt>
    <dgm:pt modelId="{B4684C60-4E4D-1643-8D81-B07616C11F56}" type="pres">
      <dgm:prSet presAssocID="{F77BE75F-865A-1C43-A15D-DB4803FE2AA6}" presName="sibTrans" presStyleLbl="node1" presStyleIdx="0" presStyleCnt="3"/>
      <dgm:spPr/>
    </dgm:pt>
    <dgm:pt modelId="{15914DB1-FC45-024A-969A-25B256C8CEF8}" type="pres">
      <dgm:prSet presAssocID="{55054DEE-5E27-0049-85DF-12B684A7F6A8}" presName="dummy" presStyleCnt="0"/>
      <dgm:spPr/>
    </dgm:pt>
    <dgm:pt modelId="{FEAF9CCC-8F45-A641-AE00-507AF71246D0}" type="pres">
      <dgm:prSet presAssocID="{55054DEE-5E27-0049-85DF-12B684A7F6A8}" presName="node" presStyleLbl="revTx" presStyleIdx="1" presStyleCnt="3">
        <dgm:presLayoutVars>
          <dgm:bulletEnabled val="1"/>
        </dgm:presLayoutVars>
      </dgm:prSet>
      <dgm:spPr/>
    </dgm:pt>
    <dgm:pt modelId="{53FF9485-A5A0-CD46-B6F2-D23D31C7345F}" type="pres">
      <dgm:prSet presAssocID="{F46B58F6-C65E-654A-8D2E-B867AFAAD80B}" presName="sibTrans" presStyleLbl="node1" presStyleIdx="1" presStyleCnt="3"/>
      <dgm:spPr/>
    </dgm:pt>
    <dgm:pt modelId="{31BDC5ED-4ED4-6E47-911C-E9738F4F5413}" type="pres">
      <dgm:prSet presAssocID="{50A1E649-BAE7-E343-ABF9-D9149C85A8D9}" presName="dummy" presStyleCnt="0"/>
      <dgm:spPr/>
    </dgm:pt>
    <dgm:pt modelId="{176DF6FF-4AC1-FE4C-B924-1E2451405C5A}" type="pres">
      <dgm:prSet presAssocID="{50A1E649-BAE7-E343-ABF9-D9149C85A8D9}" presName="node" presStyleLbl="revTx" presStyleIdx="2" presStyleCnt="3">
        <dgm:presLayoutVars>
          <dgm:bulletEnabled val="1"/>
        </dgm:presLayoutVars>
      </dgm:prSet>
      <dgm:spPr/>
    </dgm:pt>
    <dgm:pt modelId="{F21563B7-1625-4649-A2DB-F164622199F0}" type="pres">
      <dgm:prSet presAssocID="{380A62C6-3E0E-814C-AA92-29595DAC9A8F}" presName="sibTrans" presStyleLbl="node1" presStyleIdx="2" presStyleCnt="3"/>
      <dgm:spPr/>
    </dgm:pt>
  </dgm:ptLst>
  <dgm:cxnLst>
    <dgm:cxn modelId="{E2D69809-C850-F744-BF1C-C8E2EB0E0E8C}" srcId="{A3156353-28A6-0446-A30F-AEE29FE1D9F0}" destId="{50A1E649-BAE7-E343-ABF9-D9149C85A8D9}" srcOrd="2" destOrd="0" parTransId="{09395DDE-CFB0-0F4D-A90E-7E086284E6FF}" sibTransId="{380A62C6-3E0E-814C-AA92-29595DAC9A8F}"/>
    <dgm:cxn modelId="{376FC71D-B981-A749-BBF4-26B24496E639}" srcId="{A3156353-28A6-0446-A30F-AEE29FE1D9F0}" destId="{E5A06713-C1DC-A44C-81B6-844B001257B4}" srcOrd="0" destOrd="0" parTransId="{524126DB-0638-C648-89B1-FA01D99BD177}" sibTransId="{F77BE75F-865A-1C43-A15D-DB4803FE2AA6}"/>
    <dgm:cxn modelId="{F7EBFD21-2C9A-0444-869D-C38857C2DA80}" srcId="{A3156353-28A6-0446-A30F-AEE29FE1D9F0}" destId="{55054DEE-5E27-0049-85DF-12B684A7F6A8}" srcOrd="1" destOrd="0" parTransId="{DB14A018-E73E-6248-942C-A030365F9AC8}" sibTransId="{F46B58F6-C65E-654A-8D2E-B867AFAAD80B}"/>
    <dgm:cxn modelId="{ADE51533-D8A9-6647-8024-23212C5A1EEF}" type="presOf" srcId="{F77BE75F-865A-1C43-A15D-DB4803FE2AA6}" destId="{B4684C60-4E4D-1643-8D81-B07616C11F56}" srcOrd="0" destOrd="0" presId="urn:microsoft.com/office/officeart/2005/8/layout/cycle1"/>
    <dgm:cxn modelId="{766C7555-5BCB-C540-8E5A-D9E73D8F5CF2}" type="presOf" srcId="{E5A06713-C1DC-A44C-81B6-844B001257B4}" destId="{CA6967E1-3D01-8345-90D3-9ECBFEFA1736}" srcOrd="0" destOrd="0" presId="urn:microsoft.com/office/officeart/2005/8/layout/cycle1"/>
    <dgm:cxn modelId="{D5114B78-0AB0-CF4C-A109-41403A3B02B1}" type="presOf" srcId="{F46B58F6-C65E-654A-8D2E-B867AFAAD80B}" destId="{53FF9485-A5A0-CD46-B6F2-D23D31C7345F}" srcOrd="0" destOrd="0" presId="urn:microsoft.com/office/officeart/2005/8/layout/cycle1"/>
    <dgm:cxn modelId="{A01EC484-CF57-B34E-8ABD-9BAAED99F8AD}" type="presOf" srcId="{380A62C6-3E0E-814C-AA92-29595DAC9A8F}" destId="{F21563B7-1625-4649-A2DB-F164622199F0}" srcOrd="0" destOrd="0" presId="urn:microsoft.com/office/officeart/2005/8/layout/cycle1"/>
    <dgm:cxn modelId="{A38A1189-BDEE-DC4E-9A41-B47528139FEB}" type="presOf" srcId="{55054DEE-5E27-0049-85DF-12B684A7F6A8}" destId="{FEAF9CCC-8F45-A641-AE00-507AF71246D0}" srcOrd="0" destOrd="0" presId="urn:microsoft.com/office/officeart/2005/8/layout/cycle1"/>
    <dgm:cxn modelId="{E629EFAE-9732-E64C-BEA2-1780A87766EE}" type="presOf" srcId="{A3156353-28A6-0446-A30F-AEE29FE1D9F0}" destId="{37E26157-5007-F940-A63F-885F3409138A}" srcOrd="0" destOrd="0" presId="urn:microsoft.com/office/officeart/2005/8/layout/cycle1"/>
    <dgm:cxn modelId="{EC513EE4-C954-3944-AB3D-92EA61AA311B}" type="presOf" srcId="{50A1E649-BAE7-E343-ABF9-D9149C85A8D9}" destId="{176DF6FF-4AC1-FE4C-B924-1E2451405C5A}" srcOrd="0" destOrd="0" presId="urn:microsoft.com/office/officeart/2005/8/layout/cycle1"/>
    <dgm:cxn modelId="{42C05EAF-CC54-164F-A5B6-18C59D63C42A}" type="presParOf" srcId="{37E26157-5007-F940-A63F-885F3409138A}" destId="{D20A1734-52C7-004B-833B-6FAE3F143404}" srcOrd="0" destOrd="0" presId="urn:microsoft.com/office/officeart/2005/8/layout/cycle1"/>
    <dgm:cxn modelId="{89CC6F8A-119A-8342-8DE9-D401CA671B31}" type="presParOf" srcId="{37E26157-5007-F940-A63F-885F3409138A}" destId="{CA6967E1-3D01-8345-90D3-9ECBFEFA1736}" srcOrd="1" destOrd="0" presId="urn:microsoft.com/office/officeart/2005/8/layout/cycle1"/>
    <dgm:cxn modelId="{BE198B65-701C-7547-A079-E01F144FEADD}" type="presParOf" srcId="{37E26157-5007-F940-A63F-885F3409138A}" destId="{B4684C60-4E4D-1643-8D81-B07616C11F56}" srcOrd="2" destOrd="0" presId="urn:microsoft.com/office/officeart/2005/8/layout/cycle1"/>
    <dgm:cxn modelId="{8BAD8472-A1D4-CC4B-9210-E0C667107875}" type="presParOf" srcId="{37E26157-5007-F940-A63F-885F3409138A}" destId="{15914DB1-FC45-024A-969A-25B256C8CEF8}" srcOrd="3" destOrd="0" presId="urn:microsoft.com/office/officeart/2005/8/layout/cycle1"/>
    <dgm:cxn modelId="{A4F4DEA0-99EE-6D4B-BAE8-86FE8BD8D627}" type="presParOf" srcId="{37E26157-5007-F940-A63F-885F3409138A}" destId="{FEAF9CCC-8F45-A641-AE00-507AF71246D0}" srcOrd="4" destOrd="0" presId="urn:microsoft.com/office/officeart/2005/8/layout/cycle1"/>
    <dgm:cxn modelId="{069510B0-BC9A-A940-9ADE-04B4624DAAA0}" type="presParOf" srcId="{37E26157-5007-F940-A63F-885F3409138A}" destId="{53FF9485-A5A0-CD46-B6F2-D23D31C7345F}" srcOrd="5" destOrd="0" presId="urn:microsoft.com/office/officeart/2005/8/layout/cycle1"/>
    <dgm:cxn modelId="{E1115C11-4EBB-3F44-B033-400611052817}" type="presParOf" srcId="{37E26157-5007-F940-A63F-885F3409138A}" destId="{31BDC5ED-4ED4-6E47-911C-E9738F4F5413}" srcOrd="6" destOrd="0" presId="urn:microsoft.com/office/officeart/2005/8/layout/cycle1"/>
    <dgm:cxn modelId="{4C3C79AA-8A3A-0E45-878E-12613FC4D933}" type="presParOf" srcId="{37E26157-5007-F940-A63F-885F3409138A}" destId="{176DF6FF-4AC1-FE4C-B924-1E2451405C5A}" srcOrd="7" destOrd="0" presId="urn:microsoft.com/office/officeart/2005/8/layout/cycle1"/>
    <dgm:cxn modelId="{1DE825BE-5F84-824A-BB52-97E492E08E34}" type="presParOf" srcId="{37E26157-5007-F940-A63F-885F3409138A}" destId="{F21563B7-1625-4649-A2DB-F164622199F0}" srcOrd="8"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9C54970-BA66-294E-A244-F717FACB7124}" type="doc">
      <dgm:prSet loTypeId="urn:microsoft.com/office/officeart/2005/8/layout/process4" loCatId="list" qsTypeId="urn:microsoft.com/office/officeart/2005/8/quickstyle/simple1" qsCatId="simple" csTypeId="urn:microsoft.com/office/officeart/2005/8/colors/accent1_2" csCatId="accent1" phldr="1"/>
      <dgm:spPr/>
      <dgm:t>
        <a:bodyPr/>
        <a:lstStyle/>
        <a:p>
          <a:endParaRPr lang="en-US"/>
        </a:p>
      </dgm:t>
    </dgm:pt>
    <dgm:pt modelId="{936F4E0E-405D-E140-9CFD-C342DFB80486}">
      <dgm:prSet/>
      <dgm:spPr>
        <a:solidFill>
          <a:srgbClr val="336699"/>
        </a:solidFill>
      </dgm:spPr>
      <dgm:t>
        <a:bodyPr/>
        <a:lstStyle/>
        <a:p>
          <a:r>
            <a:rPr lang="en-CA" b="1"/>
            <a:t>The Security-Utility Tradeoff:</a:t>
          </a:r>
          <a:endParaRPr lang="en-CA"/>
        </a:p>
      </dgm:t>
    </dgm:pt>
    <dgm:pt modelId="{874D7414-9AA4-2741-96E3-2D58A49565D9}" type="parTrans" cxnId="{0DD4BCA8-9FBE-3B45-801C-7D62A24FC82F}">
      <dgm:prSet/>
      <dgm:spPr/>
      <dgm:t>
        <a:bodyPr/>
        <a:lstStyle/>
        <a:p>
          <a:endParaRPr lang="en-US"/>
        </a:p>
      </dgm:t>
    </dgm:pt>
    <dgm:pt modelId="{831B5FAC-D96C-6E4A-A51C-878916539C8E}" type="sibTrans" cxnId="{0DD4BCA8-9FBE-3B45-801C-7D62A24FC82F}">
      <dgm:prSet/>
      <dgm:spPr/>
      <dgm:t>
        <a:bodyPr/>
        <a:lstStyle/>
        <a:p>
          <a:endParaRPr lang="en-US"/>
        </a:p>
      </dgm:t>
    </dgm:pt>
    <dgm:pt modelId="{E1DDD07C-CC1D-A445-ADDD-3DCF7F9E531B}">
      <dgm:prSet/>
      <dgm:spPr>
        <a:solidFill>
          <a:schemeClr val="accent3">
            <a:lumMod val="95000"/>
            <a:alpha val="90000"/>
          </a:schemeClr>
        </a:solidFill>
        <a:ln>
          <a:solidFill>
            <a:srgbClr val="336699">
              <a:alpha val="90000"/>
            </a:srgbClr>
          </a:solidFill>
        </a:ln>
      </dgm:spPr>
      <dgm:t>
        <a:bodyPr/>
        <a:lstStyle/>
        <a:p>
          <a:pPr algn="l"/>
          <a:r>
            <a:rPr lang="en-CA" dirty="0"/>
            <a:t>Restricting output precision (rounding logits, adding differential noise) degrades accuracy for legitimate users.</a:t>
          </a:r>
        </a:p>
      </dgm:t>
    </dgm:pt>
    <dgm:pt modelId="{BAC34F22-B889-E54E-A73B-E23060D720EC}" type="parTrans" cxnId="{6061F49C-5801-7A4D-8E3D-2AC8D95A3653}">
      <dgm:prSet/>
      <dgm:spPr/>
      <dgm:t>
        <a:bodyPr/>
        <a:lstStyle/>
        <a:p>
          <a:endParaRPr lang="en-US"/>
        </a:p>
      </dgm:t>
    </dgm:pt>
    <dgm:pt modelId="{1CF09016-C875-6C4D-8FE2-ECEEACFB0538}" type="sibTrans" cxnId="{6061F49C-5801-7A4D-8E3D-2AC8D95A3653}">
      <dgm:prSet/>
      <dgm:spPr/>
      <dgm:t>
        <a:bodyPr/>
        <a:lstStyle/>
        <a:p>
          <a:endParaRPr lang="en-US"/>
        </a:p>
      </dgm:t>
    </dgm:pt>
    <dgm:pt modelId="{4457F61E-6DBD-A245-8D55-15A5154BA0F8}">
      <dgm:prSet/>
      <dgm:spPr>
        <a:solidFill>
          <a:srgbClr val="336699"/>
        </a:solidFill>
      </dgm:spPr>
      <dgm:t>
        <a:bodyPr/>
        <a:lstStyle/>
        <a:p>
          <a:r>
            <a:rPr lang="en-CA" b="1"/>
            <a:t>Adaptive Adversaries:</a:t>
          </a:r>
          <a:endParaRPr lang="en-CA"/>
        </a:p>
      </dgm:t>
    </dgm:pt>
    <dgm:pt modelId="{3DF2E737-A6C2-5E40-905B-FC53264F474A}" type="parTrans" cxnId="{42453181-9CD3-BA4A-8AF6-436CF84929F1}">
      <dgm:prSet/>
      <dgm:spPr/>
      <dgm:t>
        <a:bodyPr/>
        <a:lstStyle/>
        <a:p>
          <a:endParaRPr lang="en-US"/>
        </a:p>
      </dgm:t>
    </dgm:pt>
    <dgm:pt modelId="{69EE74B8-95C8-6D46-8D4B-74EE43908BEC}" type="sibTrans" cxnId="{42453181-9CD3-BA4A-8AF6-436CF84929F1}">
      <dgm:prSet/>
      <dgm:spPr/>
      <dgm:t>
        <a:bodyPr/>
        <a:lstStyle/>
        <a:p>
          <a:endParaRPr lang="en-US"/>
        </a:p>
      </dgm:t>
    </dgm:pt>
    <dgm:pt modelId="{03428357-2B10-304D-9588-75E9D526EAF6}">
      <dgm:prSet/>
      <dgm:spPr>
        <a:solidFill>
          <a:schemeClr val="accent3">
            <a:lumMod val="95000"/>
            <a:alpha val="90000"/>
          </a:schemeClr>
        </a:solidFill>
        <a:ln>
          <a:solidFill>
            <a:srgbClr val="336699">
              <a:alpha val="90000"/>
            </a:srgbClr>
          </a:solidFill>
        </a:ln>
      </dgm:spPr>
      <dgm:t>
        <a:bodyPr/>
        <a:lstStyle/>
        <a:p>
          <a:pPr algn="l"/>
          <a:r>
            <a:rPr lang="en-CA" dirty="0"/>
            <a:t>Attackers learn to blend query features into natural distributions, making query monitoring systems (e.g. PRADA) ineffective.</a:t>
          </a:r>
        </a:p>
      </dgm:t>
    </dgm:pt>
    <dgm:pt modelId="{7E8B3573-AB06-3F4E-8617-68D96A1CD443}" type="parTrans" cxnId="{AD0A2725-FA80-0544-B62D-BB317B74C03B}">
      <dgm:prSet/>
      <dgm:spPr/>
      <dgm:t>
        <a:bodyPr/>
        <a:lstStyle/>
        <a:p>
          <a:endParaRPr lang="en-US"/>
        </a:p>
      </dgm:t>
    </dgm:pt>
    <dgm:pt modelId="{6B29389C-4037-034F-A20E-CAC13F44A6BC}" type="sibTrans" cxnId="{AD0A2725-FA80-0544-B62D-BB317B74C03B}">
      <dgm:prSet/>
      <dgm:spPr/>
      <dgm:t>
        <a:bodyPr/>
        <a:lstStyle/>
        <a:p>
          <a:endParaRPr lang="en-US"/>
        </a:p>
      </dgm:t>
    </dgm:pt>
    <dgm:pt modelId="{DEA7F399-12BF-CD49-870C-2C507DE74765}">
      <dgm:prSet/>
      <dgm:spPr>
        <a:solidFill>
          <a:srgbClr val="336699"/>
        </a:solidFill>
      </dgm:spPr>
      <dgm:t>
        <a:bodyPr/>
        <a:lstStyle/>
        <a:p>
          <a:r>
            <a:rPr lang="en-CA" b="1"/>
            <a:t>Collaborative Extraction Integrity:</a:t>
          </a:r>
          <a:endParaRPr lang="en-CA"/>
        </a:p>
      </dgm:t>
    </dgm:pt>
    <dgm:pt modelId="{5C9E10BC-1C82-5A40-8F09-76CDD61960F2}" type="parTrans" cxnId="{ED46BB40-C852-0945-81A4-0FB5D079445D}">
      <dgm:prSet/>
      <dgm:spPr/>
      <dgm:t>
        <a:bodyPr/>
        <a:lstStyle/>
        <a:p>
          <a:endParaRPr lang="en-US"/>
        </a:p>
      </dgm:t>
    </dgm:pt>
    <dgm:pt modelId="{4CFE1F0C-CEDF-7F46-8601-ADA228F3FF29}" type="sibTrans" cxnId="{ED46BB40-C852-0945-81A4-0FB5D079445D}">
      <dgm:prSet/>
      <dgm:spPr/>
      <dgm:t>
        <a:bodyPr/>
        <a:lstStyle/>
        <a:p>
          <a:endParaRPr lang="en-US"/>
        </a:p>
      </dgm:t>
    </dgm:pt>
    <dgm:pt modelId="{96A1DEC0-2D97-E646-B41E-E69944DF720C}">
      <dgm:prSet/>
      <dgm:spPr>
        <a:solidFill>
          <a:schemeClr val="accent3">
            <a:lumMod val="95000"/>
            <a:alpha val="90000"/>
          </a:schemeClr>
        </a:solidFill>
        <a:ln>
          <a:solidFill>
            <a:srgbClr val="336699">
              <a:alpha val="90000"/>
            </a:srgbClr>
          </a:solidFill>
        </a:ln>
      </dgm:spPr>
      <dgm:t>
        <a:bodyPr/>
        <a:lstStyle/>
        <a:p>
          <a:pPr algn="l"/>
          <a:r>
            <a:rPr lang="en-CA" dirty="0"/>
            <a:t>Securing global parameters from client-side gradient hijacking during training.</a:t>
          </a:r>
        </a:p>
      </dgm:t>
    </dgm:pt>
    <dgm:pt modelId="{66B514CA-B381-5C41-9F07-4D7EC7C1EC81}" type="parTrans" cxnId="{06C0D30C-299B-FC4D-9BAB-DED10ABD02A9}">
      <dgm:prSet/>
      <dgm:spPr/>
      <dgm:t>
        <a:bodyPr/>
        <a:lstStyle/>
        <a:p>
          <a:endParaRPr lang="en-US"/>
        </a:p>
      </dgm:t>
    </dgm:pt>
    <dgm:pt modelId="{0B4C70F4-906E-3849-AD64-E77BA31AA3B0}" type="sibTrans" cxnId="{06C0D30C-299B-FC4D-9BAB-DED10ABD02A9}">
      <dgm:prSet/>
      <dgm:spPr/>
      <dgm:t>
        <a:bodyPr/>
        <a:lstStyle/>
        <a:p>
          <a:endParaRPr lang="en-US"/>
        </a:p>
      </dgm:t>
    </dgm:pt>
    <dgm:pt modelId="{C961913E-3A17-0B42-AA05-55AD24D38857}">
      <dgm:prSet/>
      <dgm:spPr>
        <a:solidFill>
          <a:srgbClr val="336699"/>
        </a:solidFill>
      </dgm:spPr>
      <dgm:t>
        <a:bodyPr/>
        <a:lstStyle/>
        <a:p>
          <a:r>
            <a:rPr lang="en-CA" b="1"/>
            <a:t>Legal &amp; IP Policy:</a:t>
          </a:r>
          <a:endParaRPr lang="en-CA"/>
        </a:p>
      </dgm:t>
    </dgm:pt>
    <dgm:pt modelId="{C86C9A85-AAA5-A34F-9583-310AED3D37B4}" type="parTrans" cxnId="{8CA322F9-A619-564E-949C-6B2A7746AE7F}">
      <dgm:prSet/>
      <dgm:spPr/>
      <dgm:t>
        <a:bodyPr/>
        <a:lstStyle/>
        <a:p>
          <a:endParaRPr lang="en-US"/>
        </a:p>
      </dgm:t>
    </dgm:pt>
    <dgm:pt modelId="{D72A6B08-8B91-194E-A8E1-FEC2697F6F28}" type="sibTrans" cxnId="{8CA322F9-A619-564E-949C-6B2A7746AE7F}">
      <dgm:prSet/>
      <dgm:spPr/>
      <dgm:t>
        <a:bodyPr/>
        <a:lstStyle/>
        <a:p>
          <a:endParaRPr lang="en-US"/>
        </a:p>
      </dgm:t>
    </dgm:pt>
    <dgm:pt modelId="{71771618-ABFC-A142-BF65-00B7EC4523AF}">
      <dgm:prSet/>
      <dgm:spPr>
        <a:solidFill>
          <a:schemeClr val="accent3">
            <a:lumMod val="95000"/>
            <a:alpha val="90000"/>
          </a:schemeClr>
        </a:solidFill>
        <a:ln>
          <a:solidFill>
            <a:srgbClr val="336699">
              <a:alpha val="90000"/>
            </a:srgbClr>
          </a:solidFill>
        </a:ln>
      </dgm:spPr>
      <dgm:t>
        <a:bodyPr/>
        <a:lstStyle/>
        <a:p>
          <a:pPr algn="l"/>
          <a:r>
            <a:rPr lang="en-CA" dirty="0"/>
            <a:t>Defining copyright infringement boundaries. Is a distilled or copied model legally plagiarism under the DMCA?</a:t>
          </a:r>
        </a:p>
      </dgm:t>
    </dgm:pt>
    <dgm:pt modelId="{35495C97-7BD7-634E-9E16-B72B63B1CF77}" type="parTrans" cxnId="{0EB9A05A-239F-0441-94AC-3ED419E68591}">
      <dgm:prSet/>
      <dgm:spPr/>
      <dgm:t>
        <a:bodyPr/>
        <a:lstStyle/>
        <a:p>
          <a:endParaRPr lang="en-US"/>
        </a:p>
      </dgm:t>
    </dgm:pt>
    <dgm:pt modelId="{6EC487E0-912C-234B-82BA-ED9AD611B08A}" type="sibTrans" cxnId="{0EB9A05A-239F-0441-94AC-3ED419E68591}">
      <dgm:prSet/>
      <dgm:spPr/>
      <dgm:t>
        <a:bodyPr/>
        <a:lstStyle/>
        <a:p>
          <a:endParaRPr lang="en-US"/>
        </a:p>
      </dgm:t>
    </dgm:pt>
    <dgm:pt modelId="{FBCE8497-D543-AD4A-B129-F34DD2BB1947}" type="pres">
      <dgm:prSet presAssocID="{09C54970-BA66-294E-A244-F717FACB7124}" presName="Name0" presStyleCnt="0">
        <dgm:presLayoutVars>
          <dgm:dir/>
          <dgm:animLvl val="lvl"/>
          <dgm:resizeHandles val="exact"/>
        </dgm:presLayoutVars>
      </dgm:prSet>
      <dgm:spPr/>
    </dgm:pt>
    <dgm:pt modelId="{AA1E0E88-665D-5847-87AF-207F5F31FB77}" type="pres">
      <dgm:prSet presAssocID="{C961913E-3A17-0B42-AA05-55AD24D38857}" presName="boxAndChildren" presStyleCnt="0"/>
      <dgm:spPr/>
    </dgm:pt>
    <dgm:pt modelId="{D731D66C-2BA3-9A45-9E60-CD082483851D}" type="pres">
      <dgm:prSet presAssocID="{C961913E-3A17-0B42-AA05-55AD24D38857}" presName="parentTextBox" presStyleLbl="node1" presStyleIdx="0" presStyleCnt="4"/>
      <dgm:spPr/>
    </dgm:pt>
    <dgm:pt modelId="{1591A939-8D5C-1846-B1CD-FB839A13F89D}" type="pres">
      <dgm:prSet presAssocID="{C961913E-3A17-0B42-AA05-55AD24D38857}" presName="entireBox" presStyleLbl="node1" presStyleIdx="0" presStyleCnt="4"/>
      <dgm:spPr/>
    </dgm:pt>
    <dgm:pt modelId="{E4D62EC0-2718-B146-8E59-F3663FC5FDCC}" type="pres">
      <dgm:prSet presAssocID="{C961913E-3A17-0B42-AA05-55AD24D38857}" presName="descendantBox" presStyleCnt="0"/>
      <dgm:spPr/>
    </dgm:pt>
    <dgm:pt modelId="{63DB802C-0B9D-D74B-809F-29B348E9C6BE}" type="pres">
      <dgm:prSet presAssocID="{71771618-ABFC-A142-BF65-00B7EC4523AF}" presName="childTextBox" presStyleLbl="fgAccFollowNode1" presStyleIdx="0" presStyleCnt="4">
        <dgm:presLayoutVars>
          <dgm:bulletEnabled val="1"/>
        </dgm:presLayoutVars>
      </dgm:prSet>
      <dgm:spPr/>
    </dgm:pt>
    <dgm:pt modelId="{3361BA24-5C0E-3945-B18F-A65DB334080F}" type="pres">
      <dgm:prSet presAssocID="{4CFE1F0C-CEDF-7F46-8601-ADA228F3FF29}" presName="sp" presStyleCnt="0"/>
      <dgm:spPr/>
    </dgm:pt>
    <dgm:pt modelId="{FF4CDEF4-28E6-774C-8792-951153B6D1CF}" type="pres">
      <dgm:prSet presAssocID="{DEA7F399-12BF-CD49-870C-2C507DE74765}" presName="arrowAndChildren" presStyleCnt="0"/>
      <dgm:spPr/>
    </dgm:pt>
    <dgm:pt modelId="{1C5B99B1-6517-DA4D-B9D7-FF3F26EF1C25}" type="pres">
      <dgm:prSet presAssocID="{DEA7F399-12BF-CD49-870C-2C507DE74765}" presName="parentTextArrow" presStyleLbl="node1" presStyleIdx="0" presStyleCnt="4"/>
      <dgm:spPr/>
    </dgm:pt>
    <dgm:pt modelId="{C99F8582-D7FA-5F40-8527-FE5323C28ACE}" type="pres">
      <dgm:prSet presAssocID="{DEA7F399-12BF-CD49-870C-2C507DE74765}" presName="arrow" presStyleLbl="node1" presStyleIdx="1" presStyleCnt="4"/>
      <dgm:spPr/>
    </dgm:pt>
    <dgm:pt modelId="{BEA4C4E2-997D-A144-941C-D3F3024A4E7F}" type="pres">
      <dgm:prSet presAssocID="{DEA7F399-12BF-CD49-870C-2C507DE74765}" presName="descendantArrow" presStyleCnt="0"/>
      <dgm:spPr/>
    </dgm:pt>
    <dgm:pt modelId="{C70EDD3A-B4B0-DD45-834B-335C2A080243}" type="pres">
      <dgm:prSet presAssocID="{96A1DEC0-2D97-E646-B41E-E69944DF720C}" presName="childTextArrow" presStyleLbl="fgAccFollowNode1" presStyleIdx="1" presStyleCnt="4">
        <dgm:presLayoutVars>
          <dgm:bulletEnabled val="1"/>
        </dgm:presLayoutVars>
      </dgm:prSet>
      <dgm:spPr/>
    </dgm:pt>
    <dgm:pt modelId="{3C8A1148-BF17-4046-BE04-F1A1B858AE74}" type="pres">
      <dgm:prSet presAssocID="{69EE74B8-95C8-6D46-8D4B-74EE43908BEC}" presName="sp" presStyleCnt="0"/>
      <dgm:spPr/>
    </dgm:pt>
    <dgm:pt modelId="{7A066381-C433-9348-99DB-A30107FEB8DC}" type="pres">
      <dgm:prSet presAssocID="{4457F61E-6DBD-A245-8D55-15A5154BA0F8}" presName="arrowAndChildren" presStyleCnt="0"/>
      <dgm:spPr/>
    </dgm:pt>
    <dgm:pt modelId="{E8927E01-5024-3B48-83EC-847ADCBF08E2}" type="pres">
      <dgm:prSet presAssocID="{4457F61E-6DBD-A245-8D55-15A5154BA0F8}" presName="parentTextArrow" presStyleLbl="node1" presStyleIdx="1" presStyleCnt="4"/>
      <dgm:spPr/>
    </dgm:pt>
    <dgm:pt modelId="{09DF9861-06BE-AC4E-A8EB-A9AE35942F6D}" type="pres">
      <dgm:prSet presAssocID="{4457F61E-6DBD-A245-8D55-15A5154BA0F8}" presName="arrow" presStyleLbl="node1" presStyleIdx="2" presStyleCnt="4"/>
      <dgm:spPr/>
    </dgm:pt>
    <dgm:pt modelId="{43D084A3-8C5A-BB4A-8FBD-CF17A9E385D2}" type="pres">
      <dgm:prSet presAssocID="{4457F61E-6DBD-A245-8D55-15A5154BA0F8}" presName="descendantArrow" presStyleCnt="0"/>
      <dgm:spPr/>
    </dgm:pt>
    <dgm:pt modelId="{39D6565D-6E6F-7D40-A122-B1E2D089EF14}" type="pres">
      <dgm:prSet presAssocID="{03428357-2B10-304D-9588-75E9D526EAF6}" presName="childTextArrow" presStyleLbl="fgAccFollowNode1" presStyleIdx="2" presStyleCnt="4">
        <dgm:presLayoutVars>
          <dgm:bulletEnabled val="1"/>
        </dgm:presLayoutVars>
      </dgm:prSet>
      <dgm:spPr/>
    </dgm:pt>
    <dgm:pt modelId="{92A0CFAC-5F36-0F44-99CC-AA1CF158D288}" type="pres">
      <dgm:prSet presAssocID="{831B5FAC-D96C-6E4A-A51C-878916539C8E}" presName="sp" presStyleCnt="0"/>
      <dgm:spPr/>
    </dgm:pt>
    <dgm:pt modelId="{4CD8CB41-CA21-F248-96FC-680794F5A087}" type="pres">
      <dgm:prSet presAssocID="{936F4E0E-405D-E140-9CFD-C342DFB80486}" presName="arrowAndChildren" presStyleCnt="0"/>
      <dgm:spPr/>
    </dgm:pt>
    <dgm:pt modelId="{0329293C-9C2D-4040-8F74-BC3A2FCEE3FE}" type="pres">
      <dgm:prSet presAssocID="{936F4E0E-405D-E140-9CFD-C342DFB80486}" presName="parentTextArrow" presStyleLbl="node1" presStyleIdx="2" presStyleCnt="4"/>
      <dgm:spPr/>
    </dgm:pt>
    <dgm:pt modelId="{9F4E3A7D-3063-EC4A-B2BB-58DC0283BB34}" type="pres">
      <dgm:prSet presAssocID="{936F4E0E-405D-E140-9CFD-C342DFB80486}" presName="arrow" presStyleLbl="node1" presStyleIdx="3" presStyleCnt="4"/>
      <dgm:spPr/>
    </dgm:pt>
    <dgm:pt modelId="{1CCB2358-98DF-A840-AA56-4EA5D6E80968}" type="pres">
      <dgm:prSet presAssocID="{936F4E0E-405D-E140-9CFD-C342DFB80486}" presName="descendantArrow" presStyleCnt="0"/>
      <dgm:spPr/>
    </dgm:pt>
    <dgm:pt modelId="{18F515E6-EA98-6143-8FB6-7815C7672997}" type="pres">
      <dgm:prSet presAssocID="{E1DDD07C-CC1D-A445-ADDD-3DCF7F9E531B}" presName="childTextArrow" presStyleLbl="fgAccFollowNode1" presStyleIdx="3" presStyleCnt="4">
        <dgm:presLayoutVars>
          <dgm:bulletEnabled val="1"/>
        </dgm:presLayoutVars>
      </dgm:prSet>
      <dgm:spPr/>
    </dgm:pt>
  </dgm:ptLst>
  <dgm:cxnLst>
    <dgm:cxn modelId="{06C0D30C-299B-FC4D-9BAB-DED10ABD02A9}" srcId="{DEA7F399-12BF-CD49-870C-2C507DE74765}" destId="{96A1DEC0-2D97-E646-B41E-E69944DF720C}" srcOrd="0" destOrd="0" parTransId="{66B514CA-B381-5C41-9F07-4D7EC7C1EC81}" sibTransId="{0B4C70F4-906E-3849-AD64-E77BA31AA3B0}"/>
    <dgm:cxn modelId="{F5A6E00E-5DEA-6840-930A-6B156300F0DD}" type="presOf" srcId="{4457F61E-6DBD-A245-8D55-15A5154BA0F8}" destId="{09DF9861-06BE-AC4E-A8EB-A9AE35942F6D}" srcOrd="1" destOrd="0" presId="urn:microsoft.com/office/officeart/2005/8/layout/process4"/>
    <dgm:cxn modelId="{C81E2C23-1578-734F-818C-1F3B871C6DCE}" type="presOf" srcId="{C961913E-3A17-0B42-AA05-55AD24D38857}" destId="{1591A939-8D5C-1846-B1CD-FB839A13F89D}" srcOrd="1" destOrd="0" presId="urn:microsoft.com/office/officeart/2005/8/layout/process4"/>
    <dgm:cxn modelId="{9683AD24-47EA-6D4C-8266-AB70EEA63B74}" type="presOf" srcId="{4457F61E-6DBD-A245-8D55-15A5154BA0F8}" destId="{E8927E01-5024-3B48-83EC-847ADCBF08E2}" srcOrd="0" destOrd="0" presId="urn:microsoft.com/office/officeart/2005/8/layout/process4"/>
    <dgm:cxn modelId="{AD0A2725-FA80-0544-B62D-BB317B74C03B}" srcId="{4457F61E-6DBD-A245-8D55-15A5154BA0F8}" destId="{03428357-2B10-304D-9588-75E9D526EAF6}" srcOrd="0" destOrd="0" parTransId="{7E8B3573-AB06-3F4E-8617-68D96A1CD443}" sibTransId="{6B29389C-4037-034F-A20E-CAC13F44A6BC}"/>
    <dgm:cxn modelId="{042BCE27-DFFE-4846-8CEA-00FC562537A8}" type="presOf" srcId="{DEA7F399-12BF-CD49-870C-2C507DE74765}" destId="{C99F8582-D7FA-5F40-8527-FE5323C28ACE}" srcOrd="1" destOrd="0" presId="urn:microsoft.com/office/officeart/2005/8/layout/process4"/>
    <dgm:cxn modelId="{FB5E7C29-A242-1347-A203-956D10FBE9E2}" type="presOf" srcId="{C961913E-3A17-0B42-AA05-55AD24D38857}" destId="{D731D66C-2BA3-9A45-9E60-CD082483851D}" srcOrd="0" destOrd="0" presId="urn:microsoft.com/office/officeart/2005/8/layout/process4"/>
    <dgm:cxn modelId="{99787C40-3626-4646-8BD5-507D755C52F0}" type="presOf" srcId="{09C54970-BA66-294E-A244-F717FACB7124}" destId="{FBCE8497-D543-AD4A-B129-F34DD2BB1947}" srcOrd="0" destOrd="0" presId="urn:microsoft.com/office/officeart/2005/8/layout/process4"/>
    <dgm:cxn modelId="{ED46BB40-C852-0945-81A4-0FB5D079445D}" srcId="{09C54970-BA66-294E-A244-F717FACB7124}" destId="{DEA7F399-12BF-CD49-870C-2C507DE74765}" srcOrd="2" destOrd="0" parTransId="{5C9E10BC-1C82-5A40-8F09-76CDD61960F2}" sibTransId="{4CFE1F0C-CEDF-7F46-8601-ADA228F3FF29}"/>
    <dgm:cxn modelId="{0EB9A05A-239F-0441-94AC-3ED419E68591}" srcId="{C961913E-3A17-0B42-AA05-55AD24D38857}" destId="{71771618-ABFC-A142-BF65-00B7EC4523AF}" srcOrd="0" destOrd="0" parTransId="{35495C97-7BD7-634E-9E16-B72B63B1CF77}" sibTransId="{6EC487E0-912C-234B-82BA-ED9AD611B08A}"/>
    <dgm:cxn modelId="{F9945E7D-BD76-C44B-BBBF-75A47B393E99}" type="presOf" srcId="{71771618-ABFC-A142-BF65-00B7EC4523AF}" destId="{63DB802C-0B9D-D74B-809F-29B348E9C6BE}" srcOrd="0" destOrd="0" presId="urn:microsoft.com/office/officeart/2005/8/layout/process4"/>
    <dgm:cxn modelId="{42453181-9CD3-BA4A-8AF6-436CF84929F1}" srcId="{09C54970-BA66-294E-A244-F717FACB7124}" destId="{4457F61E-6DBD-A245-8D55-15A5154BA0F8}" srcOrd="1" destOrd="0" parTransId="{3DF2E737-A6C2-5E40-905B-FC53264F474A}" sibTransId="{69EE74B8-95C8-6D46-8D4B-74EE43908BEC}"/>
    <dgm:cxn modelId="{816DB594-B4CF-2342-A6C9-9E72C186C302}" type="presOf" srcId="{E1DDD07C-CC1D-A445-ADDD-3DCF7F9E531B}" destId="{18F515E6-EA98-6143-8FB6-7815C7672997}" srcOrd="0" destOrd="0" presId="urn:microsoft.com/office/officeart/2005/8/layout/process4"/>
    <dgm:cxn modelId="{B90B5A9A-6945-114A-9CEF-AC6FA276613F}" type="presOf" srcId="{03428357-2B10-304D-9588-75E9D526EAF6}" destId="{39D6565D-6E6F-7D40-A122-B1E2D089EF14}" srcOrd="0" destOrd="0" presId="urn:microsoft.com/office/officeart/2005/8/layout/process4"/>
    <dgm:cxn modelId="{6061F49C-5801-7A4D-8E3D-2AC8D95A3653}" srcId="{936F4E0E-405D-E140-9CFD-C342DFB80486}" destId="{E1DDD07C-CC1D-A445-ADDD-3DCF7F9E531B}" srcOrd="0" destOrd="0" parTransId="{BAC34F22-B889-E54E-A73B-E23060D720EC}" sibTransId="{1CF09016-C875-6C4D-8FE2-ECEEACFB0538}"/>
    <dgm:cxn modelId="{0DD4BCA8-9FBE-3B45-801C-7D62A24FC82F}" srcId="{09C54970-BA66-294E-A244-F717FACB7124}" destId="{936F4E0E-405D-E140-9CFD-C342DFB80486}" srcOrd="0" destOrd="0" parTransId="{874D7414-9AA4-2741-96E3-2D58A49565D9}" sibTransId="{831B5FAC-D96C-6E4A-A51C-878916539C8E}"/>
    <dgm:cxn modelId="{904525ED-2B89-7949-8197-7508F416AF28}" type="presOf" srcId="{DEA7F399-12BF-CD49-870C-2C507DE74765}" destId="{1C5B99B1-6517-DA4D-B9D7-FF3F26EF1C25}" srcOrd="0" destOrd="0" presId="urn:microsoft.com/office/officeart/2005/8/layout/process4"/>
    <dgm:cxn modelId="{DD3652F0-97AD-B34F-8710-555100E714B8}" type="presOf" srcId="{96A1DEC0-2D97-E646-B41E-E69944DF720C}" destId="{C70EDD3A-B4B0-DD45-834B-335C2A080243}" srcOrd="0" destOrd="0" presId="urn:microsoft.com/office/officeart/2005/8/layout/process4"/>
    <dgm:cxn modelId="{1C4DD0F5-24DE-DC4A-9EA3-9F97095C69F7}" type="presOf" srcId="{936F4E0E-405D-E140-9CFD-C342DFB80486}" destId="{9F4E3A7D-3063-EC4A-B2BB-58DC0283BB34}" srcOrd="1" destOrd="0" presId="urn:microsoft.com/office/officeart/2005/8/layout/process4"/>
    <dgm:cxn modelId="{8CA322F9-A619-564E-949C-6B2A7746AE7F}" srcId="{09C54970-BA66-294E-A244-F717FACB7124}" destId="{C961913E-3A17-0B42-AA05-55AD24D38857}" srcOrd="3" destOrd="0" parTransId="{C86C9A85-AAA5-A34F-9583-310AED3D37B4}" sibTransId="{D72A6B08-8B91-194E-A8E1-FEC2697F6F28}"/>
    <dgm:cxn modelId="{23EB65FC-5635-7B4C-8998-AD873737FDFD}" type="presOf" srcId="{936F4E0E-405D-E140-9CFD-C342DFB80486}" destId="{0329293C-9C2D-4040-8F74-BC3A2FCEE3FE}" srcOrd="0" destOrd="0" presId="urn:microsoft.com/office/officeart/2005/8/layout/process4"/>
    <dgm:cxn modelId="{2D2B750D-C689-3D48-BB52-8F761E51AF8F}" type="presParOf" srcId="{FBCE8497-D543-AD4A-B129-F34DD2BB1947}" destId="{AA1E0E88-665D-5847-87AF-207F5F31FB77}" srcOrd="0" destOrd="0" presId="urn:microsoft.com/office/officeart/2005/8/layout/process4"/>
    <dgm:cxn modelId="{9349ACA2-200C-4E4D-B17A-3CA5903288C0}" type="presParOf" srcId="{AA1E0E88-665D-5847-87AF-207F5F31FB77}" destId="{D731D66C-2BA3-9A45-9E60-CD082483851D}" srcOrd="0" destOrd="0" presId="urn:microsoft.com/office/officeart/2005/8/layout/process4"/>
    <dgm:cxn modelId="{A7EF9F92-E79A-214D-9F60-7146B7995A45}" type="presParOf" srcId="{AA1E0E88-665D-5847-87AF-207F5F31FB77}" destId="{1591A939-8D5C-1846-B1CD-FB839A13F89D}" srcOrd="1" destOrd="0" presId="urn:microsoft.com/office/officeart/2005/8/layout/process4"/>
    <dgm:cxn modelId="{E5948C00-C471-7E42-B9F7-4F968ED20A71}" type="presParOf" srcId="{AA1E0E88-665D-5847-87AF-207F5F31FB77}" destId="{E4D62EC0-2718-B146-8E59-F3663FC5FDCC}" srcOrd="2" destOrd="0" presId="urn:microsoft.com/office/officeart/2005/8/layout/process4"/>
    <dgm:cxn modelId="{EA7404A4-D275-F342-AD24-56E7EA3B9C05}" type="presParOf" srcId="{E4D62EC0-2718-B146-8E59-F3663FC5FDCC}" destId="{63DB802C-0B9D-D74B-809F-29B348E9C6BE}" srcOrd="0" destOrd="0" presId="urn:microsoft.com/office/officeart/2005/8/layout/process4"/>
    <dgm:cxn modelId="{CC660906-2C85-9E48-9C49-2A94644A977C}" type="presParOf" srcId="{FBCE8497-D543-AD4A-B129-F34DD2BB1947}" destId="{3361BA24-5C0E-3945-B18F-A65DB334080F}" srcOrd="1" destOrd="0" presId="urn:microsoft.com/office/officeart/2005/8/layout/process4"/>
    <dgm:cxn modelId="{489118FE-79C1-3A46-BD0D-132A6C33F639}" type="presParOf" srcId="{FBCE8497-D543-AD4A-B129-F34DD2BB1947}" destId="{FF4CDEF4-28E6-774C-8792-951153B6D1CF}" srcOrd="2" destOrd="0" presId="urn:microsoft.com/office/officeart/2005/8/layout/process4"/>
    <dgm:cxn modelId="{04298D70-4FBB-4641-B604-A1DDF7D70874}" type="presParOf" srcId="{FF4CDEF4-28E6-774C-8792-951153B6D1CF}" destId="{1C5B99B1-6517-DA4D-B9D7-FF3F26EF1C25}" srcOrd="0" destOrd="0" presId="urn:microsoft.com/office/officeart/2005/8/layout/process4"/>
    <dgm:cxn modelId="{334A2BD3-D7E2-7148-9D53-FDE0065C750C}" type="presParOf" srcId="{FF4CDEF4-28E6-774C-8792-951153B6D1CF}" destId="{C99F8582-D7FA-5F40-8527-FE5323C28ACE}" srcOrd="1" destOrd="0" presId="urn:microsoft.com/office/officeart/2005/8/layout/process4"/>
    <dgm:cxn modelId="{AD32E7E2-4E04-C24A-81DA-5C9176CBF1D0}" type="presParOf" srcId="{FF4CDEF4-28E6-774C-8792-951153B6D1CF}" destId="{BEA4C4E2-997D-A144-941C-D3F3024A4E7F}" srcOrd="2" destOrd="0" presId="urn:microsoft.com/office/officeart/2005/8/layout/process4"/>
    <dgm:cxn modelId="{030A05DC-EBE9-B846-81BE-BDEA2BEBCC4C}" type="presParOf" srcId="{BEA4C4E2-997D-A144-941C-D3F3024A4E7F}" destId="{C70EDD3A-B4B0-DD45-834B-335C2A080243}" srcOrd="0" destOrd="0" presId="urn:microsoft.com/office/officeart/2005/8/layout/process4"/>
    <dgm:cxn modelId="{97D42CD9-89C9-7742-87AE-B89CFEE133D2}" type="presParOf" srcId="{FBCE8497-D543-AD4A-B129-F34DD2BB1947}" destId="{3C8A1148-BF17-4046-BE04-F1A1B858AE74}" srcOrd="3" destOrd="0" presId="urn:microsoft.com/office/officeart/2005/8/layout/process4"/>
    <dgm:cxn modelId="{82314E2C-0FBB-0447-85A9-7604F93F96FF}" type="presParOf" srcId="{FBCE8497-D543-AD4A-B129-F34DD2BB1947}" destId="{7A066381-C433-9348-99DB-A30107FEB8DC}" srcOrd="4" destOrd="0" presId="urn:microsoft.com/office/officeart/2005/8/layout/process4"/>
    <dgm:cxn modelId="{7C9901BE-A23C-5440-821A-7E71F784D97F}" type="presParOf" srcId="{7A066381-C433-9348-99DB-A30107FEB8DC}" destId="{E8927E01-5024-3B48-83EC-847ADCBF08E2}" srcOrd="0" destOrd="0" presId="urn:microsoft.com/office/officeart/2005/8/layout/process4"/>
    <dgm:cxn modelId="{B2459DB8-5DB8-C645-95E5-F1839D5CEB4F}" type="presParOf" srcId="{7A066381-C433-9348-99DB-A30107FEB8DC}" destId="{09DF9861-06BE-AC4E-A8EB-A9AE35942F6D}" srcOrd="1" destOrd="0" presId="urn:microsoft.com/office/officeart/2005/8/layout/process4"/>
    <dgm:cxn modelId="{CCEAF4FE-17B9-2448-94DC-83B4CFE0F49E}" type="presParOf" srcId="{7A066381-C433-9348-99DB-A30107FEB8DC}" destId="{43D084A3-8C5A-BB4A-8FBD-CF17A9E385D2}" srcOrd="2" destOrd="0" presId="urn:microsoft.com/office/officeart/2005/8/layout/process4"/>
    <dgm:cxn modelId="{9708C3BA-7BAB-A549-A5DD-C59F188F5D9C}" type="presParOf" srcId="{43D084A3-8C5A-BB4A-8FBD-CF17A9E385D2}" destId="{39D6565D-6E6F-7D40-A122-B1E2D089EF14}" srcOrd="0" destOrd="0" presId="urn:microsoft.com/office/officeart/2005/8/layout/process4"/>
    <dgm:cxn modelId="{468094BE-EBF8-BC47-8501-893FB9B5FAE5}" type="presParOf" srcId="{FBCE8497-D543-AD4A-B129-F34DD2BB1947}" destId="{92A0CFAC-5F36-0F44-99CC-AA1CF158D288}" srcOrd="5" destOrd="0" presId="urn:microsoft.com/office/officeart/2005/8/layout/process4"/>
    <dgm:cxn modelId="{C5E56A88-C9D2-2445-B462-BCD1CCF10FA2}" type="presParOf" srcId="{FBCE8497-D543-AD4A-B129-F34DD2BB1947}" destId="{4CD8CB41-CA21-F248-96FC-680794F5A087}" srcOrd="6" destOrd="0" presId="urn:microsoft.com/office/officeart/2005/8/layout/process4"/>
    <dgm:cxn modelId="{488ABBDE-FF2A-9D4E-BE58-AD9BBABCD2F9}" type="presParOf" srcId="{4CD8CB41-CA21-F248-96FC-680794F5A087}" destId="{0329293C-9C2D-4040-8F74-BC3A2FCEE3FE}" srcOrd="0" destOrd="0" presId="urn:microsoft.com/office/officeart/2005/8/layout/process4"/>
    <dgm:cxn modelId="{46D8C06E-16D5-BA47-922F-87E52EEF0FF1}" type="presParOf" srcId="{4CD8CB41-CA21-F248-96FC-680794F5A087}" destId="{9F4E3A7D-3063-EC4A-B2BB-58DC0283BB34}" srcOrd="1" destOrd="0" presId="urn:microsoft.com/office/officeart/2005/8/layout/process4"/>
    <dgm:cxn modelId="{DCC0D16B-9FF6-8E45-A482-E77E637DF335}" type="presParOf" srcId="{4CD8CB41-CA21-F248-96FC-680794F5A087}" destId="{1CCB2358-98DF-A840-AA56-4EA5D6E80968}" srcOrd="2" destOrd="0" presId="urn:microsoft.com/office/officeart/2005/8/layout/process4"/>
    <dgm:cxn modelId="{7626C55B-9079-4945-93FC-22EB361D3DAB}" type="presParOf" srcId="{1CCB2358-98DF-A840-AA56-4EA5D6E80968}" destId="{18F515E6-EA98-6143-8FB6-7815C7672997}"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DF28C85-7B6F-464B-8BBA-84247EF8F1D1}"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575B1910-AA92-9D40-A238-DDC9E1654458}">
      <dgm:prSet/>
      <dgm:spPr>
        <a:solidFill>
          <a:srgbClr val="336699"/>
        </a:solidFill>
      </dgm:spPr>
      <dgm:t>
        <a:bodyPr/>
        <a:lstStyle/>
        <a:p>
          <a:r>
            <a:rPr lang="en-CA" b="1" dirty="0">
              <a:solidFill>
                <a:srgbClr val="FF9900"/>
              </a:solidFill>
            </a:rPr>
            <a:t>Model Extraction</a:t>
          </a:r>
          <a:r>
            <a:rPr lang="en-CA" dirty="0"/>
            <a:t> is a systemic threat to private intellectual property and data privacy.</a:t>
          </a:r>
        </a:p>
      </dgm:t>
    </dgm:pt>
    <dgm:pt modelId="{6EA0A2E1-A4FB-5049-B249-CD90B223B868}" type="parTrans" cxnId="{E95D2268-6E03-1346-B87B-1464C99E2F3D}">
      <dgm:prSet/>
      <dgm:spPr/>
      <dgm:t>
        <a:bodyPr/>
        <a:lstStyle/>
        <a:p>
          <a:endParaRPr lang="en-US"/>
        </a:p>
      </dgm:t>
    </dgm:pt>
    <dgm:pt modelId="{1A8A7A91-8E76-6143-93EA-A266C0A64906}" type="sibTrans" cxnId="{E95D2268-6E03-1346-B87B-1464C99E2F3D}">
      <dgm:prSet/>
      <dgm:spPr>
        <a:ln>
          <a:solidFill>
            <a:srgbClr val="336699"/>
          </a:solidFill>
        </a:ln>
      </dgm:spPr>
      <dgm:t>
        <a:bodyPr/>
        <a:lstStyle/>
        <a:p>
          <a:endParaRPr lang="en-US"/>
        </a:p>
      </dgm:t>
    </dgm:pt>
    <dgm:pt modelId="{99711E98-2FFE-D24B-AA28-C8AACCF79934}">
      <dgm:prSet/>
      <dgm:spPr>
        <a:solidFill>
          <a:srgbClr val="336699"/>
        </a:solidFill>
      </dgm:spPr>
      <dgm:t>
        <a:bodyPr/>
        <a:lstStyle/>
        <a:p>
          <a:r>
            <a:rPr lang="en-CA" b="1" dirty="0">
              <a:solidFill>
                <a:srgbClr val="FF9900"/>
              </a:solidFill>
            </a:rPr>
            <a:t>Unified Attack Taxonomy</a:t>
          </a:r>
          <a:r>
            <a:rPr lang="en-CA" dirty="0"/>
            <a:t> organizes extraction along Channels (API, Gradients, Side-channels), Constraints, and Objectives.</a:t>
          </a:r>
        </a:p>
      </dgm:t>
    </dgm:pt>
    <dgm:pt modelId="{577134B0-9DDC-1E49-9648-4C902EDDAD6B}" type="parTrans" cxnId="{F870459C-C0B0-8E47-96DB-BB31C034D4B1}">
      <dgm:prSet/>
      <dgm:spPr/>
      <dgm:t>
        <a:bodyPr/>
        <a:lstStyle/>
        <a:p>
          <a:endParaRPr lang="en-US"/>
        </a:p>
      </dgm:t>
    </dgm:pt>
    <dgm:pt modelId="{A0B98353-8659-1A43-A186-F179047026F8}" type="sibTrans" cxnId="{F870459C-C0B0-8E47-96DB-BB31C034D4B1}">
      <dgm:prSet/>
      <dgm:spPr/>
      <dgm:t>
        <a:bodyPr/>
        <a:lstStyle/>
        <a:p>
          <a:endParaRPr lang="en-US"/>
        </a:p>
      </dgm:t>
    </dgm:pt>
    <dgm:pt modelId="{CA20B20F-8217-4942-8500-F0E2B4E87445}">
      <dgm:prSet/>
      <dgm:spPr>
        <a:solidFill>
          <a:srgbClr val="336699"/>
        </a:solidFill>
      </dgm:spPr>
      <dgm:t>
        <a:bodyPr/>
        <a:lstStyle/>
        <a:p>
          <a:r>
            <a:rPr lang="en-CA" dirty="0"/>
            <a:t>Simpler models (LR, </a:t>
          </a:r>
          <a:r>
            <a:rPr lang="en-CA" dirty="0" err="1"/>
            <a:t>Softmax</a:t>
          </a:r>
          <a:r>
            <a:rPr lang="en-CA" dirty="0"/>
            <a:t>, DT) are </a:t>
          </a:r>
          <a:r>
            <a:rPr lang="en-CA" b="1" dirty="0">
              <a:solidFill>
                <a:srgbClr val="FF9900"/>
              </a:solidFill>
            </a:rPr>
            <a:t>analytically solvable</a:t>
          </a:r>
          <a:r>
            <a:rPr lang="en-CA" dirty="0"/>
            <a:t> in </a:t>
          </a:r>
          <a:r>
            <a:rPr lang="en-CA" i="1" dirty="0"/>
            <a:t>O</a:t>
          </a:r>
          <a:r>
            <a:rPr lang="en-CA" dirty="0"/>
            <a:t>(</a:t>
          </a:r>
          <a:r>
            <a:rPr lang="en-CA" i="1" dirty="0"/>
            <a:t>d</a:t>
          </a:r>
          <a:r>
            <a:rPr lang="en-CA" dirty="0"/>
            <a:t>) queries.</a:t>
          </a:r>
        </a:p>
      </dgm:t>
    </dgm:pt>
    <dgm:pt modelId="{58348648-FF31-724B-9ADA-7094EC474967}" type="parTrans" cxnId="{F592F423-8A38-AD48-8A31-B97D7609C5EF}">
      <dgm:prSet/>
      <dgm:spPr/>
      <dgm:t>
        <a:bodyPr/>
        <a:lstStyle/>
        <a:p>
          <a:endParaRPr lang="en-US"/>
        </a:p>
      </dgm:t>
    </dgm:pt>
    <dgm:pt modelId="{9329DCB7-7279-C647-96DA-50686CA2E021}" type="sibTrans" cxnId="{F592F423-8A38-AD48-8A31-B97D7609C5EF}">
      <dgm:prSet/>
      <dgm:spPr/>
      <dgm:t>
        <a:bodyPr/>
        <a:lstStyle/>
        <a:p>
          <a:endParaRPr lang="en-US"/>
        </a:p>
      </dgm:t>
    </dgm:pt>
    <dgm:pt modelId="{C88DD39E-B4C4-4546-9F5A-7C450BDDC2ED}">
      <dgm:prSet/>
      <dgm:spPr>
        <a:solidFill>
          <a:srgbClr val="336699"/>
        </a:solidFill>
        <a:ln>
          <a:solidFill>
            <a:srgbClr val="336699"/>
          </a:solidFill>
        </a:ln>
      </dgm:spPr>
      <dgm:t>
        <a:bodyPr/>
        <a:lstStyle/>
        <a:p>
          <a:r>
            <a:rPr lang="en-CA" dirty="0"/>
            <a:t>Neural Networks (MLPs, GNNs) are extractable via </a:t>
          </a:r>
          <a:r>
            <a:rPr lang="en-CA" b="1" dirty="0">
              <a:solidFill>
                <a:srgbClr val="FF9900"/>
              </a:solidFill>
            </a:rPr>
            <a:t>non-linear optimization</a:t>
          </a:r>
          <a:r>
            <a:rPr lang="en-CA" dirty="0">
              <a:solidFill>
                <a:srgbClr val="FF9900"/>
              </a:solidFill>
            </a:rPr>
            <a:t> </a:t>
          </a:r>
          <a:r>
            <a:rPr lang="en-CA" dirty="0"/>
            <a:t>and structure reconstruction.</a:t>
          </a:r>
        </a:p>
      </dgm:t>
    </dgm:pt>
    <dgm:pt modelId="{881D32CF-10BF-ED48-A738-0BB78E321265}" type="parTrans" cxnId="{FF5A4862-E7C6-1948-A5F6-A542E0093D00}">
      <dgm:prSet/>
      <dgm:spPr/>
      <dgm:t>
        <a:bodyPr/>
        <a:lstStyle/>
        <a:p>
          <a:endParaRPr lang="en-US"/>
        </a:p>
      </dgm:t>
    </dgm:pt>
    <dgm:pt modelId="{700FC501-D423-144E-B45D-9284B0F33BEC}" type="sibTrans" cxnId="{FF5A4862-E7C6-1948-A5F6-A542E0093D00}">
      <dgm:prSet/>
      <dgm:spPr/>
      <dgm:t>
        <a:bodyPr/>
        <a:lstStyle/>
        <a:p>
          <a:endParaRPr lang="en-US"/>
        </a:p>
      </dgm:t>
    </dgm:pt>
    <dgm:pt modelId="{3FEF33FB-54E4-FC4D-81B7-2458121B96AE}">
      <dgm:prSet/>
      <dgm:spPr>
        <a:solidFill>
          <a:srgbClr val="336699"/>
        </a:solidFill>
      </dgm:spPr>
      <dgm:t>
        <a:bodyPr/>
        <a:lstStyle/>
        <a:p>
          <a:r>
            <a:rPr lang="en-CA" dirty="0"/>
            <a:t>LLMs face </a:t>
          </a:r>
          <a:r>
            <a:rPr lang="en-CA" b="1" dirty="0">
              <a:solidFill>
                <a:srgbClr val="FF9900"/>
              </a:solidFill>
            </a:rPr>
            <a:t>generative vulnerabilities</a:t>
          </a:r>
          <a:r>
            <a:rPr lang="en-CA" dirty="0">
              <a:solidFill>
                <a:srgbClr val="FF9900"/>
              </a:solidFill>
            </a:rPr>
            <a:t> </a:t>
          </a:r>
          <a:r>
            <a:rPr lang="en-CA" dirty="0"/>
            <a:t>such as API functionality distillation and training data memorization leaks.</a:t>
          </a:r>
        </a:p>
      </dgm:t>
    </dgm:pt>
    <dgm:pt modelId="{9E8C4053-F7C3-7341-9B86-2F28A46D206E}" type="parTrans" cxnId="{2F3456B7-CA74-D748-97B8-603EDC7EF3CE}">
      <dgm:prSet/>
      <dgm:spPr/>
      <dgm:t>
        <a:bodyPr/>
        <a:lstStyle/>
        <a:p>
          <a:endParaRPr lang="en-US"/>
        </a:p>
      </dgm:t>
    </dgm:pt>
    <dgm:pt modelId="{A733F56E-D49F-404B-ABBD-DA304DAE7D30}" type="sibTrans" cxnId="{2F3456B7-CA74-D748-97B8-603EDC7EF3CE}">
      <dgm:prSet/>
      <dgm:spPr/>
      <dgm:t>
        <a:bodyPr/>
        <a:lstStyle/>
        <a:p>
          <a:endParaRPr lang="en-US"/>
        </a:p>
      </dgm:t>
    </dgm:pt>
    <dgm:pt modelId="{AAB47287-BBFA-B04D-B3D2-7E1B823B84B0}">
      <dgm:prSet/>
      <dgm:spPr>
        <a:solidFill>
          <a:srgbClr val="336699"/>
        </a:solidFill>
      </dgm:spPr>
      <dgm:t>
        <a:bodyPr/>
        <a:lstStyle/>
        <a:p>
          <a:r>
            <a:rPr lang="en-CA" dirty="0"/>
            <a:t>Edge deployments shift the extraction threat vector from query budgets to </a:t>
          </a:r>
          <a:r>
            <a:rPr lang="en-CA" b="1" dirty="0">
              <a:solidFill>
                <a:srgbClr val="FF9900"/>
              </a:solidFill>
            </a:rPr>
            <a:t>physical side-channels</a:t>
          </a:r>
          <a:r>
            <a:rPr lang="en-CA" dirty="0">
              <a:solidFill>
                <a:srgbClr val="FF9900"/>
              </a:solidFill>
            </a:rPr>
            <a:t>.</a:t>
          </a:r>
        </a:p>
      </dgm:t>
    </dgm:pt>
    <dgm:pt modelId="{E97C47DF-1AED-EB42-AEA8-2A96F321876F}" type="parTrans" cxnId="{72594E9D-4A50-F145-8701-25391E625F2E}">
      <dgm:prSet/>
      <dgm:spPr/>
      <dgm:t>
        <a:bodyPr/>
        <a:lstStyle/>
        <a:p>
          <a:endParaRPr lang="en-US"/>
        </a:p>
      </dgm:t>
    </dgm:pt>
    <dgm:pt modelId="{9002A8E6-3B25-024B-A9CD-D3F7A8078A9A}" type="sibTrans" cxnId="{72594E9D-4A50-F145-8701-25391E625F2E}">
      <dgm:prSet/>
      <dgm:spPr/>
      <dgm:t>
        <a:bodyPr/>
        <a:lstStyle/>
        <a:p>
          <a:endParaRPr lang="en-US"/>
        </a:p>
      </dgm:t>
    </dgm:pt>
    <dgm:pt modelId="{67369A6E-640E-3947-9DDB-912B9254B6EB}" type="pres">
      <dgm:prSet presAssocID="{ADF28C85-7B6F-464B-8BBA-84247EF8F1D1}" presName="Name0" presStyleCnt="0">
        <dgm:presLayoutVars>
          <dgm:chMax val="7"/>
          <dgm:chPref val="7"/>
          <dgm:dir/>
        </dgm:presLayoutVars>
      </dgm:prSet>
      <dgm:spPr/>
    </dgm:pt>
    <dgm:pt modelId="{9755C534-5214-9D4F-A69F-C0A2EEE0B186}" type="pres">
      <dgm:prSet presAssocID="{ADF28C85-7B6F-464B-8BBA-84247EF8F1D1}" presName="Name1" presStyleCnt="0"/>
      <dgm:spPr/>
    </dgm:pt>
    <dgm:pt modelId="{DF691185-9D62-984E-8979-209969FB84EB}" type="pres">
      <dgm:prSet presAssocID="{ADF28C85-7B6F-464B-8BBA-84247EF8F1D1}" presName="cycle" presStyleCnt="0"/>
      <dgm:spPr/>
    </dgm:pt>
    <dgm:pt modelId="{E0E55C10-9A23-964D-A46B-AE69F8DA69B3}" type="pres">
      <dgm:prSet presAssocID="{ADF28C85-7B6F-464B-8BBA-84247EF8F1D1}" presName="srcNode" presStyleLbl="node1" presStyleIdx="0" presStyleCnt="6"/>
      <dgm:spPr/>
    </dgm:pt>
    <dgm:pt modelId="{C229910C-9E9F-3B4E-8E7B-93F424CD3609}" type="pres">
      <dgm:prSet presAssocID="{ADF28C85-7B6F-464B-8BBA-84247EF8F1D1}" presName="conn" presStyleLbl="parChTrans1D2" presStyleIdx="0" presStyleCnt="1"/>
      <dgm:spPr/>
    </dgm:pt>
    <dgm:pt modelId="{F0E1B54C-5FB9-494E-AE68-815FE01759B8}" type="pres">
      <dgm:prSet presAssocID="{ADF28C85-7B6F-464B-8BBA-84247EF8F1D1}" presName="extraNode" presStyleLbl="node1" presStyleIdx="0" presStyleCnt="6"/>
      <dgm:spPr/>
    </dgm:pt>
    <dgm:pt modelId="{0A0E56F4-C18E-3E41-ABED-68963D86CFF1}" type="pres">
      <dgm:prSet presAssocID="{ADF28C85-7B6F-464B-8BBA-84247EF8F1D1}" presName="dstNode" presStyleLbl="node1" presStyleIdx="0" presStyleCnt="6"/>
      <dgm:spPr/>
    </dgm:pt>
    <dgm:pt modelId="{2B06FA7E-83F6-7F4C-914F-8ABA82B5ED69}" type="pres">
      <dgm:prSet presAssocID="{575B1910-AA92-9D40-A238-DDC9E1654458}" presName="text_1" presStyleLbl="node1" presStyleIdx="0" presStyleCnt="6">
        <dgm:presLayoutVars>
          <dgm:bulletEnabled val="1"/>
        </dgm:presLayoutVars>
      </dgm:prSet>
      <dgm:spPr/>
    </dgm:pt>
    <dgm:pt modelId="{BBE312E7-DB07-B342-9DEC-E2D96AD20618}" type="pres">
      <dgm:prSet presAssocID="{575B1910-AA92-9D40-A238-DDC9E1654458}" presName="accent_1" presStyleCnt="0"/>
      <dgm:spPr/>
    </dgm:pt>
    <dgm:pt modelId="{3DF9DA3D-4E6E-9541-83D5-6686465BC4E5}" type="pres">
      <dgm:prSet presAssocID="{575B1910-AA92-9D40-A238-DDC9E1654458}" presName="accentRepeatNode" presStyleLbl="solidFgAcc1" presStyleIdx="0" presStyleCnt="6"/>
      <dgm:spPr>
        <a:ln>
          <a:solidFill>
            <a:srgbClr val="336699"/>
          </a:solidFill>
        </a:ln>
      </dgm:spPr>
    </dgm:pt>
    <dgm:pt modelId="{FE061D0E-AB97-8043-88E9-C08AEC6B2A92}" type="pres">
      <dgm:prSet presAssocID="{99711E98-2FFE-D24B-AA28-C8AACCF79934}" presName="text_2" presStyleLbl="node1" presStyleIdx="1" presStyleCnt="6">
        <dgm:presLayoutVars>
          <dgm:bulletEnabled val="1"/>
        </dgm:presLayoutVars>
      </dgm:prSet>
      <dgm:spPr/>
    </dgm:pt>
    <dgm:pt modelId="{0493E577-C471-6249-9661-B37F33A30692}" type="pres">
      <dgm:prSet presAssocID="{99711E98-2FFE-D24B-AA28-C8AACCF79934}" presName="accent_2" presStyleCnt="0"/>
      <dgm:spPr/>
    </dgm:pt>
    <dgm:pt modelId="{1C4BA7C0-981D-8442-8B8F-11B5FB07A3D6}" type="pres">
      <dgm:prSet presAssocID="{99711E98-2FFE-D24B-AA28-C8AACCF79934}" presName="accentRepeatNode" presStyleLbl="solidFgAcc1" presStyleIdx="1" presStyleCnt="6"/>
      <dgm:spPr>
        <a:ln>
          <a:solidFill>
            <a:srgbClr val="336699"/>
          </a:solidFill>
        </a:ln>
      </dgm:spPr>
    </dgm:pt>
    <dgm:pt modelId="{C83ABCE2-8C19-A046-953F-F3967659E302}" type="pres">
      <dgm:prSet presAssocID="{CA20B20F-8217-4942-8500-F0E2B4E87445}" presName="text_3" presStyleLbl="node1" presStyleIdx="2" presStyleCnt="6">
        <dgm:presLayoutVars>
          <dgm:bulletEnabled val="1"/>
        </dgm:presLayoutVars>
      </dgm:prSet>
      <dgm:spPr/>
    </dgm:pt>
    <dgm:pt modelId="{9669F663-539F-6347-8801-393EF1F307D4}" type="pres">
      <dgm:prSet presAssocID="{CA20B20F-8217-4942-8500-F0E2B4E87445}" presName="accent_3" presStyleCnt="0"/>
      <dgm:spPr/>
    </dgm:pt>
    <dgm:pt modelId="{49471FBD-27F2-6042-9D11-FF5F11A7881F}" type="pres">
      <dgm:prSet presAssocID="{CA20B20F-8217-4942-8500-F0E2B4E87445}" presName="accentRepeatNode" presStyleLbl="solidFgAcc1" presStyleIdx="2" presStyleCnt="6"/>
      <dgm:spPr>
        <a:ln>
          <a:solidFill>
            <a:srgbClr val="336699"/>
          </a:solidFill>
        </a:ln>
      </dgm:spPr>
    </dgm:pt>
    <dgm:pt modelId="{6EF01351-6507-4C45-8A80-A4267A96FF84}" type="pres">
      <dgm:prSet presAssocID="{C88DD39E-B4C4-4546-9F5A-7C450BDDC2ED}" presName="text_4" presStyleLbl="node1" presStyleIdx="3" presStyleCnt="6">
        <dgm:presLayoutVars>
          <dgm:bulletEnabled val="1"/>
        </dgm:presLayoutVars>
      </dgm:prSet>
      <dgm:spPr/>
    </dgm:pt>
    <dgm:pt modelId="{B1A1F5F6-643C-8B40-AB73-C4729209E5DB}" type="pres">
      <dgm:prSet presAssocID="{C88DD39E-B4C4-4546-9F5A-7C450BDDC2ED}" presName="accent_4" presStyleCnt="0"/>
      <dgm:spPr/>
    </dgm:pt>
    <dgm:pt modelId="{A5FD56B9-B27E-A748-959E-51DA75C157AE}" type="pres">
      <dgm:prSet presAssocID="{C88DD39E-B4C4-4546-9F5A-7C450BDDC2ED}" presName="accentRepeatNode" presStyleLbl="solidFgAcc1" presStyleIdx="3" presStyleCnt="6"/>
      <dgm:spPr>
        <a:ln>
          <a:solidFill>
            <a:srgbClr val="336699"/>
          </a:solidFill>
        </a:ln>
      </dgm:spPr>
    </dgm:pt>
    <dgm:pt modelId="{8892CFB8-2A6B-7540-9F5D-78DFDDCA03D8}" type="pres">
      <dgm:prSet presAssocID="{3FEF33FB-54E4-FC4D-81B7-2458121B96AE}" presName="text_5" presStyleLbl="node1" presStyleIdx="4" presStyleCnt="6">
        <dgm:presLayoutVars>
          <dgm:bulletEnabled val="1"/>
        </dgm:presLayoutVars>
      </dgm:prSet>
      <dgm:spPr/>
    </dgm:pt>
    <dgm:pt modelId="{470AB0BC-1C70-3846-A59C-9CF8C884B4EC}" type="pres">
      <dgm:prSet presAssocID="{3FEF33FB-54E4-FC4D-81B7-2458121B96AE}" presName="accent_5" presStyleCnt="0"/>
      <dgm:spPr/>
    </dgm:pt>
    <dgm:pt modelId="{7ACE9853-1845-D542-A390-8B7FA824C8CB}" type="pres">
      <dgm:prSet presAssocID="{3FEF33FB-54E4-FC4D-81B7-2458121B96AE}" presName="accentRepeatNode" presStyleLbl="solidFgAcc1" presStyleIdx="4" presStyleCnt="6"/>
      <dgm:spPr>
        <a:ln>
          <a:solidFill>
            <a:srgbClr val="336699"/>
          </a:solidFill>
        </a:ln>
      </dgm:spPr>
    </dgm:pt>
    <dgm:pt modelId="{52E9F2F0-DB50-1746-9BEC-49AA037A546F}" type="pres">
      <dgm:prSet presAssocID="{AAB47287-BBFA-B04D-B3D2-7E1B823B84B0}" presName="text_6" presStyleLbl="node1" presStyleIdx="5" presStyleCnt="6">
        <dgm:presLayoutVars>
          <dgm:bulletEnabled val="1"/>
        </dgm:presLayoutVars>
      </dgm:prSet>
      <dgm:spPr/>
    </dgm:pt>
    <dgm:pt modelId="{D4F506D9-45B5-F047-990E-3769ADB4AD21}" type="pres">
      <dgm:prSet presAssocID="{AAB47287-BBFA-B04D-B3D2-7E1B823B84B0}" presName="accent_6" presStyleCnt="0"/>
      <dgm:spPr/>
    </dgm:pt>
    <dgm:pt modelId="{FFD46077-7942-9E4A-A1B3-189A9D6A356B}" type="pres">
      <dgm:prSet presAssocID="{AAB47287-BBFA-B04D-B3D2-7E1B823B84B0}" presName="accentRepeatNode" presStyleLbl="solidFgAcc1" presStyleIdx="5" presStyleCnt="6"/>
      <dgm:spPr>
        <a:ln>
          <a:solidFill>
            <a:srgbClr val="336699"/>
          </a:solidFill>
        </a:ln>
      </dgm:spPr>
    </dgm:pt>
  </dgm:ptLst>
  <dgm:cxnLst>
    <dgm:cxn modelId="{F592F423-8A38-AD48-8A31-B97D7609C5EF}" srcId="{ADF28C85-7B6F-464B-8BBA-84247EF8F1D1}" destId="{CA20B20F-8217-4942-8500-F0E2B4E87445}" srcOrd="2" destOrd="0" parTransId="{58348648-FF31-724B-9ADA-7094EC474967}" sibTransId="{9329DCB7-7279-C647-96DA-50686CA2E021}"/>
    <dgm:cxn modelId="{FF5A4862-E7C6-1948-A5F6-A542E0093D00}" srcId="{ADF28C85-7B6F-464B-8BBA-84247EF8F1D1}" destId="{C88DD39E-B4C4-4546-9F5A-7C450BDDC2ED}" srcOrd="3" destOrd="0" parTransId="{881D32CF-10BF-ED48-A738-0BB78E321265}" sibTransId="{700FC501-D423-144E-B45D-9284B0F33BEC}"/>
    <dgm:cxn modelId="{BE58F062-1493-8340-8FE8-8920A5BCD459}" type="presOf" srcId="{1A8A7A91-8E76-6143-93EA-A266C0A64906}" destId="{C229910C-9E9F-3B4E-8E7B-93F424CD3609}" srcOrd="0" destOrd="0" presId="urn:microsoft.com/office/officeart/2008/layout/VerticalCurvedList"/>
    <dgm:cxn modelId="{E95D2268-6E03-1346-B87B-1464C99E2F3D}" srcId="{ADF28C85-7B6F-464B-8BBA-84247EF8F1D1}" destId="{575B1910-AA92-9D40-A238-DDC9E1654458}" srcOrd="0" destOrd="0" parTransId="{6EA0A2E1-A4FB-5049-B249-CD90B223B868}" sibTransId="{1A8A7A91-8E76-6143-93EA-A266C0A64906}"/>
    <dgm:cxn modelId="{8A655C75-675F-8D45-8EE2-8C293B55F53C}" type="presOf" srcId="{575B1910-AA92-9D40-A238-DDC9E1654458}" destId="{2B06FA7E-83F6-7F4C-914F-8ABA82B5ED69}" srcOrd="0" destOrd="0" presId="urn:microsoft.com/office/officeart/2008/layout/VerticalCurvedList"/>
    <dgm:cxn modelId="{47E7CA91-5FAE-794A-BB5A-F64C67DEA386}" type="presOf" srcId="{99711E98-2FFE-D24B-AA28-C8AACCF79934}" destId="{FE061D0E-AB97-8043-88E9-C08AEC6B2A92}" srcOrd="0" destOrd="0" presId="urn:microsoft.com/office/officeart/2008/layout/VerticalCurvedList"/>
    <dgm:cxn modelId="{F870459C-C0B0-8E47-96DB-BB31C034D4B1}" srcId="{ADF28C85-7B6F-464B-8BBA-84247EF8F1D1}" destId="{99711E98-2FFE-D24B-AA28-C8AACCF79934}" srcOrd="1" destOrd="0" parTransId="{577134B0-9DDC-1E49-9648-4C902EDDAD6B}" sibTransId="{A0B98353-8659-1A43-A186-F179047026F8}"/>
    <dgm:cxn modelId="{72594E9D-4A50-F145-8701-25391E625F2E}" srcId="{ADF28C85-7B6F-464B-8BBA-84247EF8F1D1}" destId="{AAB47287-BBFA-B04D-B3D2-7E1B823B84B0}" srcOrd="5" destOrd="0" parTransId="{E97C47DF-1AED-EB42-AEA8-2A96F321876F}" sibTransId="{9002A8E6-3B25-024B-A9CD-D3F7A8078A9A}"/>
    <dgm:cxn modelId="{8B582FB4-4618-454B-A55E-3B1E3DB85D36}" type="presOf" srcId="{ADF28C85-7B6F-464B-8BBA-84247EF8F1D1}" destId="{67369A6E-640E-3947-9DDB-912B9254B6EB}" srcOrd="0" destOrd="0" presId="urn:microsoft.com/office/officeart/2008/layout/VerticalCurvedList"/>
    <dgm:cxn modelId="{2F3456B7-CA74-D748-97B8-603EDC7EF3CE}" srcId="{ADF28C85-7B6F-464B-8BBA-84247EF8F1D1}" destId="{3FEF33FB-54E4-FC4D-81B7-2458121B96AE}" srcOrd="4" destOrd="0" parTransId="{9E8C4053-F7C3-7341-9B86-2F28A46D206E}" sibTransId="{A733F56E-D49F-404B-ABBD-DA304DAE7D30}"/>
    <dgm:cxn modelId="{C31177C8-71C5-7445-A670-A35C84A0C69B}" type="presOf" srcId="{AAB47287-BBFA-B04D-B3D2-7E1B823B84B0}" destId="{52E9F2F0-DB50-1746-9BEC-49AA037A546F}" srcOrd="0" destOrd="0" presId="urn:microsoft.com/office/officeart/2008/layout/VerticalCurvedList"/>
    <dgm:cxn modelId="{460345F4-8DD3-E147-BDA0-04847FC90261}" type="presOf" srcId="{3FEF33FB-54E4-FC4D-81B7-2458121B96AE}" destId="{8892CFB8-2A6B-7540-9F5D-78DFDDCA03D8}" srcOrd="0" destOrd="0" presId="urn:microsoft.com/office/officeart/2008/layout/VerticalCurvedList"/>
    <dgm:cxn modelId="{5951E2F9-764E-3D4A-8B0F-E1BE4AD199B2}" type="presOf" srcId="{CA20B20F-8217-4942-8500-F0E2B4E87445}" destId="{C83ABCE2-8C19-A046-953F-F3967659E302}" srcOrd="0" destOrd="0" presId="urn:microsoft.com/office/officeart/2008/layout/VerticalCurvedList"/>
    <dgm:cxn modelId="{D11DEFFA-F0DC-FE40-B238-14D65865AD5F}" type="presOf" srcId="{C88DD39E-B4C4-4546-9F5A-7C450BDDC2ED}" destId="{6EF01351-6507-4C45-8A80-A4267A96FF84}" srcOrd="0" destOrd="0" presId="urn:microsoft.com/office/officeart/2008/layout/VerticalCurvedList"/>
    <dgm:cxn modelId="{8E4434FA-417A-E14E-801F-3C3E8DDA3835}" type="presParOf" srcId="{67369A6E-640E-3947-9DDB-912B9254B6EB}" destId="{9755C534-5214-9D4F-A69F-C0A2EEE0B186}" srcOrd="0" destOrd="0" presId="urn:microsoft.com/office/officeart/2008/layout/VerticalCurvedList"/>
    <dgm:cxn modelId="{D28C51F7-2FBE-394B-8BF7-37AF58BBFE8D}" type="presParOf" srcId="{9755C534-5214-9D4F-A69F-C0A2EEE0B186}" destId="{DF691185-9D62-984E-8979-209969FB84EB}" srcOrd="0" destOrd="0" presId="urn:microsoft.com/office/officeart/2008/layout/VerticalCurvedList"/>
    <dgm:cxn modelId="{A58464F7-81AE-5E40-8F75-D1F040922A2D}" type="presParOf" srcId="{DF691185-9D62-984E-8979-209969FB84EB}" destId="{E0E55C10-9A23-964D-A46B-AE69F8DA69B3}" srcOrd="0" destOrd="0" presId="urn:microsoft.com/office/officeart/2008/layout/VerticalCurvedList"/>
    <dgm:cxn modelId="{C6B1AD3E-807E-5148-BF9D-3FC64FA5ACD6}" type="presParOf" srcId="{DF691185-9D62-984E-8979-209969FB84EB}" destId="{C229910C-9E9F-3B4E-8E7B-93F424CD3609}" srcOrd="1" destOrd="0" presId="urn:microsoft.com/office/officeart/2008/layout/VerticalCurvedList"/>
    <dgm:cxn modelId="{3F7F2444-6201-0543-BA92-34FE172A4F93}" type="presParOf" srcId="{DF691185-9D62-984E-8979-209969FB84EB}" destId="{F0E1B54C-5FB9-494E-AE68-815FE01759B8}" srcOrd="2" destOrd="0" presId="urn:microsoft.com/office/officeart/2008/layout/VerticalCurvedList"/>
    <dgm:cxn modelId="{A222F872-08AF-3746-A988-B27BAC1C7DF8}" type="presParOf" srcId="{DF691185-9D62-984E-8979-209969FB84EB}" destId="{0A0E56F4-C18E-3E41-ABED-68963D86CFF1}" srcOrd="3" destOrd="0" presId="urn:microsoft.com/office/officeart/2008/layout/VerticalCurvedList"/>
    <dgm:cxn modelId="{A50D9D15-EE1A-3241-98B4-5ED93BB96B04}" type="presParOf" srcId="{9755C534-5214-9D4F-A69F-C0A2EEE0B186}" destId="{2B06FA7E-83F6-7F4C-914F-8ABA82B5ED69}" srcOrd="1" destOrd="0" presId="urn:microsoft.com/office/officeart/2008/layout/VerticalCurvedList"/>
    <dgm:cxn modelId="{5C0BA8C1-6997-574D-89C0-39EB0D470F97}" type="presParOf" srcId="{9755C534-5214-9D4F-A69F-C0A2EEE0B186}" destId="{BBE312E7-DB07-B342-9DEC-E2D96AD20618}" srcOrd="2" destOrd="0" presId="urn:microsoft.com/office/officeart/2008/layout/VerticalCurvedList"/>
    <dgm:cxn modelId="{D4245A68-C59A-394C-9F19-B8373AAC5AA5}" type="presParOf" srcId="{BBE312E7-DB07-B342-9DEC-E2D96AD20618}" destId="{3DF9DA3D-4E6E-9541-83D5-6686465BC4E5}" srcOrd="0" destOrd="0" presId="urn:microsoft.com/office/officeart/2008/layout/VerticalCurvedList"/>
    <dgm:cxn modelId="{ECBD227C-2339-6747-91FB-1CDA34DA70AD}" type="presParOf" srcId="{9755C534-5214-9D4F-A69F-C0A2EEE0B186}" destId="{FE061D0E-AB97-8043-88E9-C08AEC6B2A92}" srcOrd="3" destOrd="0" presId="urn:microsoft.com/office/officeart/2008/layout/VerticalCurvedList"/>
    <dgm:cxn modelId="{CFD1BDDA-881A-1C41-A709-FF938ACB8EEB}" type="presParOf" srcId="{9755C534-5214-9D4F-A69F-C0A2EEE0B186}" destId="{0493E577-C471-6249-9661-B37F33A30692}" srcOrd="4" destOrd="0" presId="urn:microsoft.com/office/officeart/2008/layout/VerticalCurvedList"/>
    <dgm:cxn modelId="{5B0FB30E-86CB-FC4A-8428-B54A487849A3}" type="presParOf" srcId="{0493E577-C471-6249-9661-B37F33A30692}" destId="{1C4BA7C0-981D-8442-8B8F-11B5FB07A3D6}" srcOrd="0" destOrd="0" presId="urn:microsoft.com/office/officeart/2008/layout/VerticalCurvedList"/>
    <dgm:cxn modelId="{4CBB419B-94C7-5349-B4F7-2E2E8243B86B}" type="presParOf" srcId="{9755C534-5214-9D4F-A69F-C0A2EEE0B186}" destId="{C83ABCE2-8C19-A046-953F-F3967659E302}" srcOrd="5" destOrd="0" presId="urn:microsoft.com/office/officeart/2008/layout/VerticalCurvedList"/>
    <dgm:cxn modelId="{CEB7285E-3551-B44C-89C6-AF3525AC2927}" type="presParOf" srcId="{9755C534-5214-9D4F-A69F-C0A2EEE0B186}" destId="{9669F663-539F-6347-8801-393EF1F307D4}" srcOrd="6" destOrd="0" presId="urn:microsoft.com/office/officeart/2008/layout/VerticalCurvedList"/>
    <dgm:cxn modelId="{BEDDD719-6B20-7F41-9B01-4702B449F981}" type="presParOf" srcId="{9669F663-539F-6347-8801-393EF1F307D4}" destId="{49471FBD-27F2-6042-9D11-FF5F11A7881F}" srcOrd="0" destOrd="0" presId="urn:microsoft.com/office/officeart/2008/layout/VerticalCurvedList"/>
    <dgm:cxn modelId="{A9CF614C-ACD0-1A49-9D30-87E01ADE5E02}" type="presParOf" srcId="{9755C534-5214-9D4F-A69F-C0A2EEE0B186}" destId="{6EF01351-6507-4C45-8A80-A4267A96FF84}" srcOrd="7" destOrd="0" presId="urn:microsoft.com/office/officeart/2008/layout/VerticalCurvedList"/>
    <dgm:cxn modelId="{89A2B9F3-A5F1-D04F-998C-7DFDA06C5FCC}" type="presParOf" srcId="{9755C534-5214-9D4F-A69F-C0A2EEE0B186}" destId="{B1A1F5F6-643C-8B40-AB73-C4729209E5DB}" srcOrd="8" destOrd="0" presId="urn:microsoft.com/office/officeart/2008/layout/VerticalCurvedList"/>
    <dgm:cxn modelId="{1556B61A-1C9D-6646-82DC-EEED07B2146C}" type="presParOf" srcId="{B1A1F5F6-643C-8B40-AB73-C4729209E5DB}" destId="{A5FD56B9-B27E-A748-959E-51DA75C157AE}" srcOrd="0" destOrd="0" presId="urn:microsoft.com/office/officeart/2008/layout/VerticalCurvedList"/>
    <dgm:cxn modelId="{3BA7C35E-57EE-9E45-AE97-886B10005328}" type="presParOf" srcId="{9755C534-5214-9D4F-A69F-C0A2EEE0B186}" destId="{8892CFB8-2A6B-7540-9F5D-78DFDDCA03D8}" srcOrd="9" destOrd="0" presId="urn:microsoft.com/office/officeart/2008/layout/VerticalCurvedList"/>
    <dgm:cxn modelId="{B9FF145C-47C2-2643-AB29-7898BFBB6AA3}" type="presParOf" srcId="{9755C534-5214-9D4F-A69F-C0A2EEE0B186}" destId="{470AB0BC-1C70-3846-A59C-9CF8C884B4EC}" srcOrd="10" destOrd="0" presId="urn:microsoft.com/office/officeart/2008/layout/VerticalCurvedList"/>
    <dgm:cxn modelId="{AD169EE7-BC5B-B840-BF68-3885367A1ED9}" type="presParOf" srcId="{470AB0BC-1C70-3846-A59C-9CF8C884B4EC}" destId="{7ACE9853-1845-D542-A390-8B7FA824C8CB}" srcOrd="0" destOrd="0" presId="urn:microsoft.com/office/officeart/2008/layout/VerticalCurvedList"/>
    <dgm:cxn modelId="{ADBDD26F-0FEB-E641-A3E0-82B5326450C7}" type="presParOf" srcId="{9755C534-5214-9D4F-A69F-C0A2EEE0B186}" destId="{52E9F2F0-DB50-1746-9BEC-49AA037A546F}" srcOrd="11" destOrd="0" presId="urn:microsoft.com/office/officeart/2008/layout/VerticalCurvedList"/>
    <dgm:cxn modelId="{EC37CED0-F182-3847-96A0-260F6E150B26}" type="presParOf" srcId="{9755C534-5214-9D4F-A69F-C0A2EEE0B186}" destId="{D4F506D9-45B5-F047-990E-3769ADB4AD21}" srcOrd="12" destOrd="0" presId="urn:microsoft.com/office/officeart/2008/layout/VerticalCurvedList"/>
    <dgm:cxn modelId="{9A201608-ECF5-CF44-ABAF-D30ACAC65155}" type="presParOf" srcId="{D4F506D9-45B5-F047-990E-3769ADB4AD21}" destId="{FFD46077-7942-9E4A-A1B3-189A9D6A356B}"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9DE210-66E5-5C45-BC84-94C825BB285D}">
      <dsp:nvSpPr>
        <dsp:cNvPr id="0" name=""/>
        <dsp:cNvSpPr/>
      </dsp:nvSpPr>
      <dsp:spPr>
        <a:xfrm>
          <a:off x="0" y="0"/>
          <a:ext cx="5914339" cy="790041"/>
        </a:xfrm>
        <a:prstGeom prst="roundRect">
          <a:avLst>
            <a:gd name="adj" fmla="val 10000"/>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CA" sz="1600" kern="1200" dirty="0">
              <a:solidFill>
                <a:srgbClr val="003366"/>
              </a:solidFill>
              <a:latin typeface="Aptos Display" panose="020B0004020202020204" pitchFamily="34" charset="0"/>
            </a:rPr>
            <a:t>Introduction</a:t>
          </a:r>
        </a:p>
      </dsp:txBody>
      <dsp:txXfrm>
        <a:off x="23140" y="23140"/>
        <a:ext cx="4969386" cy="743761"/>
      </dsp:txXfrm>
    </dsp:sp>
    <dsp:sp modelId="{8D137DCD-C449-CC4C-BD2E-A38F04A4E3BD}">
      <dsp:nvSpPr>
        <dsp:cNvPr id="0" name=""/>
        <dsp:cNvSpPr/>
      </dsp:nvSpPr>
      <dsp:spPr>
        <a:xfrm>
          <a:off x="441655" y="899769"/>
          <a:ext cx="5914339" cy="790041"/>
        </a:xfrm>
        <a:prstGeom prst="roundRect">
          <a:avLst>
            <a:gd name="adj" fmla="val 10000"/>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CA" sz="1600" kern="1200" dirty="0">
              <a:solidFill>
                <a:srgbClr val="003366"/>
              </a:solidFill>
              <a:latin typeface="Aptos Display" panose="020B0004020202020204" pitchFamily="34" charset="0"/>
            </a:rPr>
            <a:t>Why it is important</a:t>
          </a:r>
        </a:p>
      </dsp:txBody>
      <dsp:txXfrm>
        <a:off x="464795" y="922909"/>
        <a:ext cx="4912876" cy="743761"/>
      </dsp:txXfrm>
    </dsp:sp>
    <dsp:sp modelId="{0F37A7C8-3B50-E44A-846C-0112CFD89431}">
      <dsp:nvSpPr>
        <dsp:cNvPr id="0" name=""/>
        <dsp:cNvSpPr/>
      </dsp:nvSpPr>
      <dsp:spPr>
        <a:xfrm>
          <a:off x="883310" y="1799539"/>
          <a:ext cx="5914339" cy="790041"/>
        </a:xfrm>
        <a:prstGeom prst="roundRect">
          <a:avLst>
            <a:gd name="adj" fmla="val 10000"/>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CA" sz="1600" kern="1200" dirty="0">
              <a:solidFill>
                <a:srgbClr val="003366"/>
              </a:solidFill>
              <a:latin typeface="Aptos Display" panose="020B0004020202020204" pitchFamily="34" charset="0"/>
            </a:rPr>
            <a:t>Terminology</a:t>
          </a:r>
        </a:p>
      </dsp:txBody>
      <dsp:txXfrm>
        <a:off x="906450" y="1822679"/>
        <a:ext cx="4912876" cy="743761"/>
      </dsp:txXfrm>
    </dsp:sp>
    <dsp:sp modelId="{E30F5A1B-C6B3-B941-A51F-7049C1D9928D}">
      <dsp:nvSpPr>
        <dsp:cNvPr id="0" name=""/>
        <dsp:cNvSpPr/>
      </dsp:nvSpPr>
      <dsp:spPr>
        <a:xfrm>
          <a:off x="1324965" y="2699308"/>
          <a:ext cx="5914339" cy="790041"/>
        </a:xfrm>
        <a:prstGeom prst="roundRect">
          <a:avLst>
            <a:gd name="adj" fmla="val 10000"/>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CA" sz="1600" kern="1200" dirty="0">
              <a:solidFill>
                <a:srgbClr val="003366"/>
              </a:solidFill>
              <a:latin typeface="Aptos Display" panose="020B0004020202020204" pitchFamily="34" charset="0"/>
            </a:rPr>
            <a:t>The Attack Taxonomy </a:t>
          </a:r>
        </a:p>
        <a:p>
          <a:pPr marL="0" lvl="0" indent="0" algn="l" defTabSz="711200">
            <a:lnSpc>
              <a:spcPct val="90000"/>
            </a:lnSpc>
            <a:spcBef>
              <a:spcPct val="0"/>
            </a:spcBef>
            <a:spcAft>
              <a:spcPct val="35000"/>
            </a:spcAft>
            <a:buNone/>
          </a:pPr>
          <a:r>
            <a:rPr lang="en-CA" sz="1400" kern="1200" dirty="0">
              <a:solidFill>
                <a:srgbClr val="003366"/>
              </a:solidFill>
              <a:latin typeface="Aptos Display" panose="020B0004020202020204" pitchFamily="34" charset="0"/>
            </a:rPr>
            <a:t>	</a:t>
          </a:r>
          <a:r>
            <a:rPr lang="en-CA" sz="1200" kern="1200" dirty="0">
              <a:solidFill>
                <a:srgbClr val="003366"/>
              </a:solidFill>
              <a:latin typeface="Aptos Display" panose="020B0004020202020204" pitchFamily="34" charset="0"/>
            </a:rPr>
            <a:t>From Stealing Objective POV and From Attack Techniques POV</a:t>
          </a:r>
        </a:p>
      </dsp:txBody>
      <dsp:txXfrm>
        <a:off x="1348105" y="2722448"/>
        <a:ext cx="4912876" cy="743761"/>
      </dsp:txXfrm>
    </dsp:sp>
    <dsp:sp modelId="{9DF7B000-89BB-724A-937C-5D3C34552CFD}">
      <dsp:nvSpPr>
        <dsp:cNvPr id="0" name=""/>
        <dsp:cNvSpPr/>
      </dsp:nvSpPr>
      <dsp:spPr>
        <a:xfrm>
          <a:off x="1766620" y="3599078"/>
          <a:ext cx="5914339" cy="790041"/>
        </a:xfrm>
        <a:prstGeom prst="roundRect">
          <a:avLst>
            <a:gd name="adj" fmla="val 10000"/>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CA" sz="1600" kern="1200" dirty="0">
              <a:solidFill>
                <a:srgbClr val="003366"/>
              </a:solidFill>
              <a:latin typeface="Aptos Display" panose="020B0004020202020204" pitchFamily="34" charset="0"/>
            </a:rPr>
            <a:t>Deep Dive of Each attack</a:t>
          </a:r>
        </a:p>
      </dsp:txBody>
      <dsp:txXfrm>
        <a:off x="1789760" y="3622218"/>
        <a:ext cx="4912876" cy="743761"/>
      </dsp:txXfrm>
    </dsp:sp>
    <dsp:sp modelId="{CB9FD853-E380-A24A-A02F-F7EA053C2ACE}">
      <dsp:nvSpPr>
        <dsp:cNvPr id="0" name=""/>
        <dsp:cNvSpPr/>
      </dsp:nvSpPr>
      <dsp:spPr>
        <a:xfrm>
          <a:off x="5400812" y="577169"/>
          <a:ext cx="513527" cy="513527"/>
        </a:xfrm>
        <a:prstGeom prst="downArrow">
          <a:avLst>
            <a:gd name="adj1" fmla="val 55000"/>
            <a:gd name="adj2" fmla="val 45000"/>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latin typeface="Aptos Display" panose="020B0004020202020204" pitchFamily="34" charset="0"/>
          </a:endParaRPr>
        </a:p>
      </dsp:txBody>
      <dsp:txXfrm>
        <a:off x="5516356" y="577169"/>
        <a:ext cx="282439" cy="386429"/>
      </dsp:txXfrm>
    </dsp:sp>
    <dsp:sp modelId="{0714DA48-458A-0D49-956D-5B323B0E7A04}">
      <dsp:nvSpPr>
        <dsp:cNvPr id="0" name=""/>
        <dsp:cNvSpPr/>
      </dsp:nvSpPr>
      <dsp:spPr>
        <a:xfrm>
          <a:off x="5842467" y="1476938"/>
          <a:ext cx="513527" cy="513527"/>
        </a:xfrm>
        <a:prstGeom prst="downArrow">
          <a:avLst>
            <a:gd name="adj1" fmla="val 55000"/>
            <a:gd name="adj2" fmla="val 45000"/>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latin typeface="Aptos Display" panose="020B0004020202020204" pitchFamily="34" charset="0"/>
          </a:endParaRPr>
        </a:p>
      </dsp:txBody>
      <dsp:txXfrm>
        <a:off x="5958011" y="1476938"/>
        <a:ext cx="282439" cy="386429"/>
      </dsp:txXfrm>
    </dsp:sp>
    <dsp:sp modelId="{B3367B20-ED16-7742-958A-F232DB50F448}">
      <dsp:nvSpPr>
        <dsp:cNvPr id="0" name=""/>
        <dsp:cNvSpPr/>
      </dsp:nvSpPr>
      <dsp:spPr>
        <a:xfrm>
          <a:off x="6284122" y="2363541"/>
          <a:ext cx="513527" cy="513527"/>
        </a:xfrm>
        <a:prstGeom prst="downArrow">
          <a:avLst>
            <a:gd name="adj1" fmla="val 55000"/>
            <a:gd name="adj2" fmla="val 45000"/>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latin typeface="Aptos Display" panose="020B0004020202020204" pitchFamily="34" charset="0"/>
          </a:endParaRPr>
        </a:p>
      </dsp:txBody>
      <dsp:txXfrm>
        <a:off x="6399666" y="2363541"/>
        <a:ext cx="282439" cy="386429"/>
      </dsp:txXfrm>
    </dsp:sp>
    <dsp:sp modelId="{66FE9A1F-2C53-0B43-8C18-EDC91201DB1E}">
      <dsp:nvSpPr>
        <dsp:cNvPr id="0" name=""/>
        <dsp:cNvSpPr/>
      </dsp:nvSpPr>
      <dsp:spPr>
        <a:xfrm>
          <a:off x="6725777" y="3272088"/>
          <a:ext cx="513527" cy="513527"/>
        </a:xfrm>
        <a:prstGeom prst="downArrow">
          <a:avLst>
            <a:gd name="adj1" fmla="val 55000"/>
            <a:gd name="adj2" fmla="val 45000"/>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latin typeface="Aptos Display" panose="020B0004020202020204" pitchFamily="34" charset="0"/>
          </a:endParaRPr>
        </a:p>
      </dsp:txBody>
      <dsp:txXfrm>
        <a:off x="6841321" y="3272088"/>
        <a:ext cx="282439" cy="3864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BF18D4-E331-9C4A-AA00-159FE10A65B9}">
      <dsp:nvSpPr>
        <dsp:cNvPr id="0" name=""/>
        <dsp:cNvSpPr/>
      </dsp:nvSpPr>
      <dsp:spPr>
        <a:xfrm rot="10800000">
          <a:off x="1534387" y="2949"/>
          <a:ext cx="5107838" cy="991305"/>
        </a:xfrm>
        <a:prstGeom prst="homePlate">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7138" tIns="68580" rIns="128016" bIns="68580" numCol="1" spcCol="1270" anchor="ctr" anchorCtr="0">
          <a:noAutofit/>
        </a:bodyPr>
        <a:lstStyle/>
        <a:p>
          <a:pPr marL="0" lvl="0" indent="0" algn="ctr" defTabSz="800100">
            <a:lnSpc>
              <a:spcPct val="90000"/>
            </a:lnSpc>
            <a:spcBef>
              <a:spcPct val="0"/>
            </a:spcBef>
            <a:spcAft>
              <a:spcPct val="35000"/>
            </a:spcAft>
            <a:buNone/>
          </a:pPr>
          <a:r>
            <a:rPr lang="en-CA" sz="1800" b="1" kern="1200" dirty="0"/>
            <a:t>Intellectual Property (IP) Theft</a:t>
          </a:r>
          <a:endParaRPr lang="en-CA" sz="1800" kern="1200" dirty="0"/>
        </a:p>
      </dsp:txBody>
      <dsp:txXfrm rot="10800000">
        <a:off x="1782213" y="2949"/>
        <a:ext cx="4860012" cy="991305"/>
      </dsp:txXfrm>
    </dsp:sp>
    <dsp:sp modelId="{A440BE1C-9528-0548-8F43-1FDF9F1C18A7}">
      <dsp:nvSpPr>
        <dsp:cNvPr id="0" name=""/>
        <dsp:cNvSpPr/>
      </dsp:nvSpPr>
      <dsp:spPr>
        <a:xfrm>
          <a:off x="1038734" y="2949"/>
          <a:ext cx="991305" cy="991305"/>
        </a:xfrm>
        <a:prstGeom prst="curvedRightArrow">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C6CADAA-9B41-E344-A542-BC5EF4A39689}">
      <dsp:nvSpPr>
        <dsp:cNvPr id="0" name=""/>
        <dsp:cNvSpPr/>
      </dsp:nvSpPr>
      <dsp:spPr>
        <a:xfrm rot="10800000">
          <a:off x="1534387" y="1290166"/>
          <a:ext cx="5107838" cy="991305"/>
        </a:xfrm>
        <a:prstGeom prst="homePlate">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7138" tIns="68580" rIns="128016" bIns="68580" numCol="1" spcCol="1270" anchor="ctr" anchorCtr="0">
          <a:noAutofit/>
        </a:bodyPr>
        <a:lstStyle/>
        <a:p>
          <a:pPr marL="0" lvl="0" indent="0" algn="ctr" defTabSz="800100">
            <a:lnSpc>
              <a:spcPct val="90000"/>
            </a:lnSpc>
            <a:spcBef>
              <a:spcPct val="0"/>
            </a:spcBef>
            <a:spcAft>
              <a:spcPct val="35000"/>
            </a:spcAft>
            <a:buNone/>
          </a:pPr>
          <a:r>
            <a:rPr lang="en-CA" sz="1800" b="1" kern="1200" dirty="0"/>
            <a:t>Enabling Downstream Attacks</a:t>
          </a:r>
          <a:endParaRPr lang="en-CA" sz="1800" kern="1200" dirty="0"/>
        </a:p>
      </dsp:txBody>
      <dsp:txXfrm rot="10800000">
        <a:off x="1782213" y="1290166"/>
        <a:ext cx="4860012" cy="991305"/>
      </dsp:txXfrm>
    </dsp:sp>
    <dsp:sp modelId="{91F0EB89-A43C-144C-BADD-F152F5BAB67A}">
      <dsp:nvSpPr>
        <dsp:cNvPr id="0" name=""/>
        <dsp:cNvSpPr/>
      </dsp:nvSpPr>
      <dsp:spPr>
        <a:xfrm>
          <a:off x="1038734" y="1290166"/>
          <a:ext cx="991305" cy="991305"/>
        </a:xfrm>
        <a:prstGeom prst="curvedRightArrow">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EAF875D-1356-AF4E-B4BC-F596AE94E820}">
      <dsp:nvSpPr>
        <dsp:cNvPr id="0" name=""/>
        <dsp:cNvSpPr/>
      </dsp:nvSpPr>
      <dsp:spPr>
        <a:xfrm rot="10800000">
          <a:off x="1534387" y="2577383"/>
          <a:ext cx="5107838" cy="991305"/>
        </a:xfrm>
        <a:prstGeom prst="homePlate">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7138" tIns="68580" rIns="128016" bIns="68580" numCol="1" spcCol="1270" anchor="ctr" anchorCtr="0">
          <a:noAutofit/>
        </a:bodyPr>
        <a:lstStyle/>
        <a:p>
          <a:pPr marL="0" lvl="0" indent="0" algn="ctr" defTabSz="800100">
            <a:lnSpc>
              <a:spcPct val="90000"/>
            </a:lnSpc>
            <a:spcBef>
              <a:spcPct val="0"/>
            </a:spcBef>
            <a:spcAft>
              <a:spcPct val="35000"/>
            </a:spcAft>
            <a:buNone/>
          </a:pPr>
          <a:r>
            <a:rPr lang="en-CA" sz="1800" b="1" kern="1200" dirty="0"/>
            <a:t>Privacy Violations</a:t>
          </a:r>
          <a:endParaRPr lang="en-CA" sz="1800" kern="1200" dirty="0"/>
        </a:p>
      </dsp:txBody>
      <dsp:txXfrm rot="10800000">
        <a:off x="1782213" y="2577383"/>
        <a:ext cx="4860012" cy="991305"/>
      </dsp:txXfrm>
    </dsp:sp>
    <dsp:sp modelId="{DEF2C0E3-7459-FD43-AD83-58B611D9955E}">
      <dsp:nvSpPr>
        <dsp:cNvPr id="0" name=""/>
        <dsp:cNvSpPr/>
      </dsp:nvSpPr>
      <dsp:spPr>
        <a:xfrm>
          <a:off x="1038734" y="2577383"/>
          <a:ext cx="991305" cy="991305"/>
        </a:xfrm>
        <a:prstGeom prst="curvedRightArrow">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E723E2F-B082-6249-8367-938C92241F7C}">
      <dsp:nvSpPr>
        <dsp:cNvPr id="0" name=""/>
        <dsp:cNvSpPr/>
      </dsp:nvSpPr>
      <dsp:spPr>
        <a:xfrm rot="10800000">
          <a:off x="1534387" y="3864601"/>
          <a:ext cx="5107838" cy="991305"/>
        </a:xfrm>
        <a:prstGeom prst="homePlate">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7138" tIns="68580" rIns="128016" bIns="68580" numCol="1" spcCol="1270" anchor="ctr" anchorCtr="0">
          <a:noAutofit/>
        </a:bodyPr>
        <a:lstStyle/>
        <a:p>
          <a:pPr marL="0" lvl="0" indent="0" algn="ctr" defTabSz="800100">
            <a:lnSpc>
              <a:spcPct val="90000"/>
            </a:lnSpc>
            <a:spcBef>
              <a:spcPct val="0"/>
            </a:spcBef>
            <a:spcAft>
              <a:spcPct val="35000"/>
            </a:spcAft>
            <a:buNone/>
          </a:pPr>
          <a:r>
            <a:rPr lang="en-CA" sz="1800" b="1" kern="1200" dirty="0"/>
            <a:t>Real Cases</a:t>
          </a:r>
          <a:endParaRPr lang="en-CA" sz="1800" kern="1200" dirty="0"/>
        </a:p>
      </dsp:txBody>
      <dsp:txXfrm rot="10800000">
        <a:off x="1782213" y="3864601"/>
        <a:ext cx="4860012" cy="991305"/>
      </dsp:txXfrm>
    </dsp:sp>
    <dsp:sp modelId="{1A26E2DA-EBC9-9B48-82A8-94AF26DCE8FA}">
      <dsp:nvSpPr>
        <dsp:cNvPr id="0" name=""/>
        <dsp:cNvSpPr/>
      </dsp:nvSpPr>
      <dsp:spPr>
        <a:xfrm>
          <a:off x="1038734" y="3864601"/>
          <a:ext cx="991305" cy="991305"/>
        </a:xfrm>
        <a:prstGeom prst="curvedRightArrow">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322183-34B2-7B4C-A1F1-6062DA6BA052}">
      <dsp:nvSpPr>
        <dsp:cNvPr id="0" name=""/>
        <dsp:cNvSpPr/>
      </dsp:nvSpPr>
      <dsp:spPr>
        <a:xfrm>
          <a:off x="2174" y="2429582"/>
          <a:ext cx="1730125" cy="865062"/>
        </a:xfrm>
        <a:prstGeom prst="roundRect">
          <a:avLst>
            <a:gd name="adj" fmla="val 10000"/>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Stealing Objective</a:t>
          </a:r>
          <a:endParaRPr lang="en-CA" sz="1600" kern="1200" dirty="0"/>
        </a:p>
      </dsp:txBody>
      <dsp:txXfrm>
        <a:off x="27511" y="2454919"/>
        <a:ext cx="1679451" cy="814388"/>
      </dsp:txXfrm>
    </dsp:sp>
    <dsp:sp modelId="{D3B36487-FB65-AE45-B633-096F82213367}">
      <dsp:nvSpPr>
        <dsp:cNvPr id="0" name=""/>
        <dsp:cNvSpPr/>
      </dsp:nvSpPr>
      <dsp:spPr>
        <a:xfrm rot="17945813">
          <a:off x="1366760" y="2226748"/>
          <a:ext cx="1423128" cy="27202"/>
        </a:xfrm>
        <a:custGeom>
          <a:avLst/>
          <a:gdLst/>
          <a:ahLst/>
          <a:cxnLst/>
          <a:rect l="0" t="0" r="0" b="0"/>
          <a:pathLst>
            <a:path>
              <a:moveTo>
                <a:pt x="0" y="13601"/>
              </a:moveTo>
              <a:lnTo>
                <a:pt x="1423128" y="13601"/>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42746" y="2204771"/>
        <a:ext cx="71156" cy="71156"/>
      </dsp:txXfrm>
    </dsp:sp>
    <dsp:sp modelId="{73937C0B-ECE2-0348-86B2-5015AA3F5CFE}">
      <dsp:nvSpPr>
        <dsp:cNvPr id="0" name=""/>
        <dsp:cNvSpPr/>
      </dsp:nvSpPr>
      <dsp:spPr>
        <a:xfrm>
          <a:off x="2424349" y="1186054"/>
          <a:ext cx="1730125" cy="865062"/>
        </a:xfrm>
        <a:prstGeom prst="roundRect">
          <a:avLst>
            <a:gd name="adj" fmla="val 10000"/>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Exact Model Parameter</a:t>
          </a:r>
          <a:endParaRPr lang="en-CA" sz="1600" kern="1200"/>
        </a:p>
      </dsp:txBody>
      <dsp:txXfrm>
        <a:off x="2449686" y="1211391"/>
        <a:ext cx="1679451" cy="814388"/>
      </dsp:txXfrm>
    </dsp:sp>
    <dsp:sp modelId="{EEE16961-57B6-E14B-B217-2F32F2ADE770}">
      <dsp:nvSpPr>
        <dsp:cNvPr id="0" name=""/>
        <dsp:cNvSpPr/>
      </dsp:nvSpPr>
      <dsp:spPr>
        <a:xfrm rot="18289469">
          <a:off x="3894570" y="1107573"/>
          <a:ext cx="1211859" cy="27202"/>
        </a:xfrm>
        <a:custGeom>
          <a:avLst/>
          <a:gdLst/>
          <a:ahLst/>
          <a:cxnLst/>
          <a:rect l="0" t="0" r="0" b="0"/>
          <a:pathLst>
            <a:path>
              <a:moveTo>
                <a:pt x="0" y="13601"/>
              </a:moveTo>
              <a:lnTo>
                <a:pt x="1211859" y="13601"/>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70203" y="1090878"/>
        <a:ext cx="60592" cy="60592"/>
      </dsp:txXfrm>
    </dsp:sp>
    <dsp:sp modelId="{0AA272B6-74E9-6D41-9E2E-B53BD3CD046A}">
      <dsp:nvSpPr>
        <dsp:cNvPr id="0" name=""/>
        <dsp:cNvSpPr/>
      </dsp:nvSpPr>
      <dsp:spPr>
        <a:xfrm>
          <a:off x="4846525" y="191232"/>
          <a:ext cx="1730125" cy="865062"/>
        </a:xfrm>
        <a:prstGeom prst="roundRect">
          <a:avLst>
            <a:gd name="adj" fmla="val 10000"/>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Training Hyperparameters</a:t>
          </a:r>
          <a:endParaRPr lang="en-CA" sz="1600" kern="1200"/>
        </a:p>
      </dsp:txBody>
      <dsp:txXfrm>
        <a:off x="4871862" y="216569"/>
        <a:ext cx="1679451" cy="814388"/>
      </dsp:txXfrm>
    </dsp:sp>
    <dsp:sp modelId="{FC992617-4ECE-A148-A37D-82FF570223E5}">
      <dsp:nvSpPr>
        <dsp:cNvPr id="0" name=""/>
        <dsp:cNvSpPr/>
      </dsp:nvSpPr>
      <dsp:spPr>
        <a:xfrm>
          <a:off x="4154474" y="1604984"/>
          <a:ext cx="692050" cy="27202"/>
        </a:xfrm>
        <a:custGeom>
          <a:avLst/>
          <a:gdLst/>
          <a:ahLst/>
          <a:cxnLst/>
          <a:rect l="0" t="0" r="0" b="0"/>
          <a:pathLst>
            <a:path>
              <a:moveTo>
                <a:pt x="0" y="13601"/>
              </a:moveTo>
              <a:lnTo>
                <a:pt x="692050" y="13601"/>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83198" y="1601284"/>
        <a:ext cx="34602" cy="34602"/>
      </dsp:txXfrm>
    </dsp:sp>
    <dsp:sp modelId="{3691651C-E39D-3D4E-B4B8-6A5FB8E0C28F}">
      <dsp:nvSpPr>
        <dsp:cNvPr id="0" name=""/>
        <dsp:cNvSpPr/>
      </dsp:nvSpPr>
      <dsp:spPr>
        <a:xfrm>
          <a:off x="4846525" y="1186054"/>
          <a:ext cx="1730125" cy="865062"/>
        </a:xfrm>
        <a:prstGeom prst="roundRect">
          <a:avLst>
            <a:gd name="adj" fmla="val 10000"/>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Architecture</a:t>
          </a:r>
          <a:endParaRPr lang="en-CA" sz="1600" kern="1200"/>
        </a:p>
      </dsp:txBody>
      <dsp:txXfrm>
        <a:off x="4871862" y="1211391"/>
        <a:ext cx="1679451" cy="814388"/>
      </dsp:txXfrm>
    </dsp:sp>
    <dsp:sp modelId="{21D94351-E2C3-AC46-82BC-55A3AF587D82}">
      <dsp:nvSpPr>
        <dsp:cNvPr id="0" name=""/>
        <dsp:cNvSpPr/>
      </dsp:nvSpPr>
      <dsp:spPr>
        <a:xfrm rot="3310531">
          <a:off x="3894570" y="2102395"/>
          <a:ext cx="1211859" cy="27202"/>
        </a:xfrm>
        <a:custGeom>
          <a:avLst/>
          <a:gdLst/>
          <a:ahLst/>
          <a:cxnLst/>
          <a:rect l="0" t="0" r="0" b="0"/>
          <a:pathLst>
            <a:path>
              <a:moveTo>
                <a:pt x="0" y="13601"/>
              </a:moveTo>
              <a:lnTo>
                <a:pt x="1211859" y="13601"/>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70203" y="2085700"/>
        <a:ext cx="60592" cy="60592"/>
      </dsp:txXfrm>
    </dsp:sp>
    <dsp:sp modelId="{AC70617E-3DBD-F343-BB33-C86EB950C592}">
      <dsp:nvSpPr>
        <dsp:cNvPr id="0" name=""/>
        <dsp:cNvSpPr/>
      </dsp:nvSpPr>
      <dsp:spPr>
        <a:xfrm>
          <a:off x="4846525" y="2180876"/>
          <a:ext cx="1730125" cy="865062"/>
        </a:xfrm>
        <a:prstGeom prst="roundRect">
          <a:avLst>
            <a:gd name="adj" fmla="val 10000"/>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Learned Parameters</a:t>
          </a:r>
          <a:endParaRPr lang="en-CA" sz="1600" kern="1200"/>
        </a:p>
      </dsp:txBody>
      <dsp:txXfrm>
        <a:off x="4871862" y="2206213"/>
        <a:ext cx="1679451" cy="814388"/>
      </dsp:txXfrm>
    </dsp:sp>
    <dsp:sp modelId="{5DED3675-3128-574A-B191-3751091C035D}">
      <dsp:nvSpPr>
        <dsp:cNvPr id="0" name=""/>
        <dsp:cNvSpPr/>
      </dsp:nvSpPr>
      <dsp:spPr>
        <a:xfrm rot="3654187">
          <a:off x="1366760" y="3470276"/>
          <a:ext cx="1423128" cy="27202"/>
        </a:xfrm>
        <a:custGeom>
          <a:avLst/>
          <a:gdLst/>
          <a:ahLst/>
          <a:cxnLst/>
          <a:rect l="0" t="0" r="0" b="0"/>
          <a:pathLst>
            <a:path>
              <a:moveTo>
                <a:pt x="0" y="13601"/>
              </a:moveTo>
              <a:lnTo>
                <a:pt x="1423128" y="13601"/>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42746" y="3448299"/>
        <a:ext cx="71156" cy="71156"/>
      </dsp:txXfrm>
    </dsp:sp>
    <dsp:sp modelId="{CC17A459-F650-A04A-93B9-A65513970CEF}">
      <dsp:nvSpPr>
        <dsp:cNvPr id="0" name=""/>
        <dsp:cNvSpPr/>
      </dsp:nvSpPr>
      <dsp:spPr>
        <a:xfrm>
          <a:off x="2424349" y="3673109"/>
          <a:ext cx="1730125" cy="865062"/>
        </a:xfrm>
        <a:prstGeom prst="roundRect">
          <a:avLst>
            <a:gd name="adj" fmla="val 10000"/>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Approximate Model Behavior</a:t>
          </a:r>
          <a:endParaRPr lang="en-CA" sz="1600" kern="1200"/>
        </a:p>
      </dsp:txBody>
      <dsp:txXfrm>
        <a:off x="2449686" y="3698446"/>
        <a:ext cx="1679451" cy="814388"/>
      </dsp:txXfrm>
    </dsp:sp>
    <dsp:sp modelId="{90F211D7-5DE8-5240-AE73-9DC8D43A5A73}">
      <dsp:nvSpPr>
        <dsp:cNvPr id="0" name=""/>
        <dsp:cNvSpPr/>
      </dsp:nvSpPr>
      <dsp:spPr>
        <a:xfrm rot="19457599">
          <a:off x="4074368" y="3843334"/>
          <a:ext cx="852262" cy="27202"/>
        </a:xfrm>
        <a:custGeom>
          <a:avLst/>
          <a:gdLst/>
          <a:ahLst/>
          <a:cxnLst/>
          <a:rect l="0" t="0" r="0" b="0"/>
          <a:pathLst>
            <a:path>
              <a:moveTo>
                <a:pt x="0" y="13601"/>
              </a:moveTo>
              <a:lnTo>
                <a:pt x="852262" y="13601"/>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79193" y="3835628"/>
        <a:ext cx="42613" cy="42613"/>
      </dsp:txXfrm>
    </dsp:sp>
    <dsp:sp modelId="{D489FF35-7205-C047-BAF8-50BA9FB5CA95}">
      <dsp:nvSpPr>
        <dsp:cNvPr id="0" name=""/>
        <dsp:cNvSpPr/>
      </dsp:nvSpPr>
      <dsp:spPr>
        <a:xfrm>
          <a:off x="4846525" y="3175698"/>
          <a:ext cx="1730125" cy="865062"/>
        </a:xfrm>
        <a:prstGeom prst="roundRect">
          <a:avLst>
            <a:gd name="adj" fmla="val 10000"/>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Same Level Of Effectiveness</a:t>
          </a:r>
          <a:endParaRPr lang="en-CA" sz="1600" kern="1200"/>
        </a:p>
      </dsp:txBody>
      <dsp:txXfrm>
        <a:off x="4871862" y="3201035"/>
        <a:ext cx="1679451" cy="814388"/>
      </dsp:txXfrm>
    </dsp:sp>
    <dsp:sp modelId="{D04950C4-0E8B-6A4C-86DF-D2D4CA61CB51}">
      <dsp:nvSpPr>
        <dsp:cNvPr id="0" name=""/>
        <dsp:cNvSpPr/>
      </dsp:nvSpPr>
      <dsp:spPr>
        <a:xfrm rot="2142401">
          <a:off x="4074368" y="4340745"/>
          <a:ext cx="852262" cy="27202"/>
        </a:xfrm>
        <a:custGeom>
          <a:avLst/>
          <a:gdLst/>
          <a:ahLst/>
          <a:cxnLst/>
          <a:rect l="0" t="0" r="0" b="0"/>
          <a:pathLst>
            <a:path>
              <a:moveTo>
                <a:pt x="0" y="13601"/>
              </a:moveTo>
              <a:lnTo>
                <a:pt x="852262" y="13601"/>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79193" y="4333039"/>
        <a:ext cx="42613" cy="42613"/>
      </dsp:txXfrm>
    </dsp:sp>
    <dsp:sp modelId="{32713FFA-7C61-A74E-8A0C-83ADFEB76383}">
      <dsp:nvSpPr>
        <dsp:cNvPr id="0" name=""/>
        <dsp:cNvSpPr/>
      </dsp:nvSpPr>
      <dsp:spPr>
        <a:xfrm>
          <a:off x="4846525" y="4170520"/>
          <a:ext cx="1730125" cy="865062"/>
        </a:xfrm>
        <a:prstGeom prst="roundRect">
          <a:avLst>
            <a:gd name="adj" fmla="val 10000"/>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Prediction Consistency</a:t>
          </a:r>
          <a:endParaRPr lang="en-CA" sz="1600" kern="1200"/>
        </a:p>
      </dsp:txBody>
      <dsp:txXfrm>
        <a:off x="4871862" y="4195857"/>
        <a:ext cx="1679451" cy="814388"/>
      </dsp:txXfrm>
    </dsp:sp>
    <dsp:sp modelId="{E154FA4E-9CDC-EF42-B2DE-554D48F85627}">
      <dsp:nvSpPr>
        <dsp:cNvPr id="0" name=""/>
        <dsp:cNvSpPr/>
      </dsp:nvSpPr>
      <dsp:spPr>
        <a:xfrm rot="19457599">
          <a:off x="6496544" y="4340745"/>
          <a:ext cx="852262" cy="27202"/>
        </a:xfrm>
        <a:custGeom>
          <a:avLst/>
          <a:gdLst/>
          <a:ahLst/>
          <a:cxnLst/>
          <a:rect l="0" t="0" r="0" b="0"/>
          <a:pathLst>
            <a:path>
              <a:moveTo>
                <a:pt x="0" y="13601"/>
              </a:moveTo>
              <a:lnTo>
                <a:pt x="852262" y="13601"/>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901368" y="4333039"/>
        <a:ext cx="42613" cy="42613"/>
      </dsp:txXfrm>
    </dsp:sp>
    <dsp:sp modelId="{EC71C35F-CE5F-9B4B-848F-FD53D7CA7DD0}">
      <dsp:nvSpPr>
        <dsp:cNvPr id="0" name=""/>
        <dsp:cNvSpPr/>
      </dsp:nvSpPr>
      <dsp:spPr>
        <a:xfrm>
          <a:off x="7268700" y="3673109"/>
          <a:ext cx="1730125" cy="865062"/>
        </a:xfrm>
        <a:prstGeom prst="roundRect">
          <a:avLst>
            <a:gd name="adj" fmla="val 10000"/>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On Real Data</a:t>
          </a:r>
          <a:endParaRPr lang="en-CA" sz="1600" kern="1200"/>
        </a:p>
      </dsp:txBody>
      <dsp:txXfrm>
        <a:off x="7294037" y="3698446"/>
        <a:ext cx="1679451" cy="814388"/>
      </dsp:txXfrm>
    </dsp:sp>
    <dsp:sp modelId="{C70C430B-E066-5646-9CA3-1F78FCBB789C}">
      <dsp:nvSpPr>
        <dsp:cNvPr id="0" name=""/>
        <dsp:cNvSpPr/>
      </dsp:nvSpPr>
      <dsp:spPr>
        <a:xfrm rot="2142401">
          <a:off x="6496544" y="4838156"/>
          <a:ext cx="852262" cy="27202"/>
        </a:xfrm>
        <a:custGeom>
          <a:avLst/>
          <a:gdLst/>
          <a:ahLst/>
          <a:cxnLst/>
          <a:rect l="0" t="0" r="0" b="0"/>
          <a:pathLst>
            <a:path>
              <a:moveTo>
                <a:pt x="0" y="13601"/>
              </a:moveTo>
              <a:lnTo>
                <a:pt x="852262" y="13601"/>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901368" y="4830450"/>
        <a:ext cx="42613" cy="42613"/>
      </dsp:txXfrm>
    </dsp:sp>
    <dsp:sp modelId="{82176513-1F48-724C-BE92-E9CBB356028F}">
      <dsp:nvSpPr>
        <dsp:cNvPr id="0" name=""/>
        <dsp:cNvSpPr/>
      </dsp:nvSpPr>
      <dsp:spPr>
        <a:xfrm>
          <a:off x="7268700" y="4667931"/>
          <a:ext cx="1730125" cy="865062"/>
        </a:xfrm>
        <a:prstGeom prst="roundRect">
          <a:avLst>
            <a:gd name="adj" fmla="val 10000"/>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On Crafted Adversarial Data</a:t>
          </a:r>
          <a:endParaRPr lang="en-CA" sz="1600" kern="1200"/>
        </a:p>
      </dsp:txBody>
      <dsp:txXfrm>
        <a:off x="7294037" y="4693268"/>
        <a:ext cx="1679451" cy="8143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E2CBF0-104A-7A4B-A8A3-320832B684A8}">
      <dsp:nvSpPr>
        <dsp:cNvPr id="0" name=""/>
        <dsp:cNvSpPr/>
      </dsp:nvSpPr>
      <dsp:spPr>
        <a:xfrm>
          <a:off x="6577198" y="1373657"/>
          <a:ext cx="170082" cy="2131698"/>
        </a:xfrm>
        <a:custGeom>
          <a:avLst/>
          <a:gdLst/>
          <a:ahLst/>
          <a:cxnLst/>
          <a:rect l="0" t="0" r="0" b="0"/>
          <a:pathLst>
            <a:path>
              <a:moveTo>
                <a:pt x="0" y="0"/>
              </a:moveTo>
              <a:lnTo>
                <a:pt x="0" y="2131698"/>
              </a:lnTo>
              <a:lnTo>
                <a:pt x="170082" y="2131698"/>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26835F6C-10D1-B641-8468-FF25BBFC810B}">
      <dsp:nvSpPr>
        <dsp:cNvPr id="0" name=""/>
        <dsp:cNvSpPr/>
      </dsp:nvSpPr>
      <dsp:spPr>
        <a:xfrm>
          <a:off x="6577198" y="1373657"/>
          <a:ext cx="170082" cy="1326642"/>
        </a:xfrm>
        <a:custGeom>
          <a:avLst/>
          <a:gdLst/>
          <a:ahLst/>
          <a:cxnLst/>
          <a:rect l="0" t="0" r="0" b="0"/>
          <a:pathLst>
            <a:path>
              <a:moveTo>
                <a:pt x="0" y="0"/>
              </a:moveTo>
              <a:lnTo>
                <a:pt x="0" y="1326642"/>
              </a:lnTo>
              <a:lnTo>
                <a:pt x="170082" y="1326642"/>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7E9D4166-6E17-924E-B009-2119B88541F4}">
      <dsp:nvSpPr>
        <dsp:cNvPr id="0" name=""/>
        <dsp:cNvSpPr/>
      </dsp:nvSpPr>
      <dsp:spPr>
        <a:xfrm>
          <a:off x="6577198" y="1373657"/>
          <a:ext cx="170082" cy="521585"/>
        </a:xfrm>
        <a:custGeom>
          <a:avLst/>
          <a:gdLst/>
          <a:ahLst/>
          <a:cxnLst/>
          <a:rect l="0" t="0" r="0" b="0"/>
          <a:pathLst>
            <a:path>
              <a:moveTo>
                <a:pt x="0" y="0"/>
              </a:moveTo>
              <a:lnTo>
                <a:pt x="0" y="521585"/>
              </a:lnTo>
              <a:lnTo>
                <a:pt x="170082" y="521585"/>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FC8FFAA7-6DDC-A64F-B928-72B89E59DB2B}">
      <dsp:nvSpPr>
        <dsp:cNvPr id="0" name=""/>
        <dsp:cNvSpPr/>
      </dsp:nvSpPr>
      <dsp:spPr>
        <a:xfrm>
          <a:off x="4286756" y="568601"/>
          <a:ext cx="2743994" cy="238115"/>
        </a:xfrm>
        <a:custGeom>
          <a:avLst/>
          <a:gdLst/>
          <a:ahLst/>
          <a:cxnLst/>
          <a:rect l="0" t="0" r="0" b="0"/>
          <a:pathLst>
            <a:path>
              <a:moveTo>
                <a:pt x="0" y="0"/>
              </a:moveTo>
              <a:lnTo>
                <a:pt x="0" y="119057"/>
              </a:lnTo>
              <a:lnTo>
                <a:pt x="2743994" y="119057"/>
              </a:lnTo>
              <a:lnTo>
                <a:pt x="2743994" y="238115"/>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2450300C-2536-D24B-A364-80E277BC7BD8}">
      <dsp:nvSpPr>
        <dsp:cNvPr id="0" name=""/>
        <dsp:cNvSpPr/>
      </dsp:nvSpPr>
      <dsp:spPr>
        <a:xfrm>
          <a:off x="5205201" y="1373657"/>
          <a:ext cx="170082" cy="1326642"/>
        </a:xfrm>
        <a:custGeom>
          <a:avLst/>
          <a:gdLst/>
          <a:ahLst/>
          <a:cxnLst/>
          <a:rect l="0" t="0" r="0" b="0"/>
          <a:pathLst>
            <a:path>
              <a:moveTo>
                <a:pt x="0" y="0"/>
              </a:moveTo>
              <a:lnTo>
                <a:pt x="0" y="1326642"/>
              </a:lnTo>
              <a:lnTo>
                <a:pt x="170082" y="1326642"/>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E2321F11-A7B4-604D-AFDB-2B33440AF466}">
      <dsp:nvSpPr>
        <dsp:cNvPr id="0" name=""/>
        <dsp:cNvSpPr/>
      </dsp:nvSpPr>
      <dsp:spPr>
        <a:xfrm>
          <a:off x="5205201" y="1373657"/>
          <a:ext cx="170082" cy="521585"/>
        </a:xfrm>
        <a:custGeom>
          <a:avLst/>
          <a:gdLst/>
          <a:ahLst/>
          <a:cxnLst/>
          <a:rect l="0" t="0" r="0" b="0"/>
          <a:pathLst>
            <a:path>
              <a:moveTo>
                <a:pt x="0" y="0"/>
              </a:moveTo>
              <a:lnTo>
                <a:pt x="0" y="521585"/>
              </a:lnTo>
              <a:lnTo>
                <a:pt x="170082" y="521585"/>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56DD473F-51DA-5647-ACC1-5F4A3781B37E}">
      <dsp:nvSpPr>
        <dsp:cNvPr id="0" name=""/>
        <dsp:cNvSpPr/>
      </dsp:nvSpPr>
      <dsp:spPr>
        <a:xfrm>
          <a:off x="4286756" y="568601"/>
          <a:ext cx="1371997" cy="238115"/>
        </a:xfrm>
        <a:custGeom>
          <a:avLst/>
          <a:gdLst/>
          <a:ahLst/>
          <a:cxnLst/>
          <a:rect l="0" t="0" r="0" b="0"/>
          <a:pathLst>
            <a:path>
              <a:moveTo>
                <a:pt x="0" y="0"/>
              </a:moveTo>
              <a:lnTo>
                <a:pt x="0" y="119057"/>
              </a:lnTo>
              <a:lnTo>
                <a:pt x="1371997" y="119057"/>
              </a:lnTo>
              <a:lnTo>
                <a:pt x="1371997" y="238115"/>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F8E16041-E69E-5A40-989E-9D470EC13C18}">
      <dsp:nvSpPr>
        <dsp:cNvPr id="0" name=""/>
        <dsp:cNvSpPr/>
      </dsp:nvSpPr>
      <dsp:spPr>
        <a:xfrm>
          <a:off x="3833203" y="1373657"/>
          <a:ext cx="170082" cy="1326642"/>
        </a:xfrm>
        <a:custGeom>
          <a:avLst/>
          <a:gdLst/>
          <a:ahLst/>
          <a:cxnLst/>
          <a:rect l="0" t="0" r="0" b="0"/>
          <a:pathLst>
            <a:path>
              <a:moveTo>
                <a:pt x="0" y="0"/>
              </a:moveTo>
              <a:lnTo>
                <a:pt x="0" y="1326642"/>
              </a:lnTo>
              <a:lnTo>
                <a:pt x="170082" y="1326642"/>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204CF2BD-EBDC-884C-B2FE-DB235083A556}">
      <dsp:nvSpPr>
        <dsp:cNvPr id="0" name=""/>
        <dsp:cNvSpPr/>
      </dsp:nvSpPr>
      <dsp:spPr>
        <a:xfrm>
          <a:off x="3833203" y="1373657"/>
          <a:ext cx="170082" cy="521585"/>
        </a:xfrm>
        <a:custGeom>
          <a:avLst/>
          <a:gdLst/>
          <a:ahLst/>
          <a:cxnLst/>
          <a:rect l="0" t="0" r="0" b="0"/>
          <a:pathLst>
            <a:path>
              <a:moveTo>
                <a:pt x="0" y="0"/>
              </a:moveTo>
              <a:lnTo>
                <a:pt x="0" y="521585"/>
              </a:lnTo>
              <a:lnTo>
                <a:pt x="170082" y="521585"/>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55FDA3F1-CD68-4943-B36C-1B9DE39DA975}">
      <dsp:nvSpPr>
        <dsp:cNvPr id="0" name=""/>
        <dsp:cNvSpPr/>
      </dsp:nvSpPr>
      <dsp:spPr>
        <a:xfrm>
          <a:off x="4241036" y="568601"/>
          <a:ext cx="91440" cy="238115"/>
        </a:xfrm>
        <a:custGeom>
          <a:avLst/>
          <a:gdLst/>
          <a:ahLst/>
          <a:cxnLst/>
          <a:rect l="0" t="0" r="0" b="0"/>
          <a:pathLst>
            <a:path>
              <a:moveTo>
                <a:pt x="45720" y="0"/>
              </a:moveTo>
              <a:lnTo>
                <a:pt x="45720" y="238115"/>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21CCD0F2-B040-6C41-8233-DEAB0C8EAEC2}">
      <dsp:nvSpPr>
        <dsp:cNvPr id="0" name=""/>
        <dsp:cNvSpPr/>
      </dsp:nvSpPr>
      <dsp:spPr>
        <a:xfrm>
          <a:off x="2461206" y="1373657"/>
          <a:ext cx="170082" cy="2131698"/>
        </a:xfrm>
        <a:custGeom>
          <a:avLst/>
          <a:gdLst/>
          <a:ahLst/>
          <a:cxnLst/>
          <a:rect l="0" t="0" r="0" b="0"/>
          <a:pathLst>
            <a:path>
              <a:moveTo>
                <a:pt x="0" y="0"/>
              </a:moveTo>
              <a:lnTo>
                <a:pt x="0" y="2131698"/>
              </a:lnTo>
              <a:lnTo>
                <a:pt x="170082" y="2131698"/>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9EE899DD-6A1D-9F4B-B2E8-8508F69F90F0}">
      <dsp:nvSpPr>
        <dsp:cNvPr id="0" name=""/>
        <dsp:cNvSpPr/>
      </dsp:nvSpPr>
      <dsp:spPr>
        <a:xfrm>
          <a:off x="2461206" y="1373657"/>
          <a:ext cx="170082" cy="1326642"/>
        </a:xfrm>
        <a:custGeom>
          <a:avLst/>
          <a:gdLst/>
          <a:ahLst/>
          <a:cxnLst/>
          <a:rect l="0" t="0" r="0" b="0"/>
          <a:pathLst>
            <a:path>
              <a:moveTo>
                <a:pt x="0" y="0"/>
              </a:moveTo>
              <a:lnTo>
                <a:pt x="0" y="1326642"/>
              </a:lnTo>
              <a:lnTo>
                <a:pt x="170082" y="1326642"/>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A7140375-FAAC-7C4F-8CC5-5C12D8F8B66F}">
      <dsp:nvSpPr>
        <dsp:cNvPr id="0" name=""/>
        <dsp:cNvSpPr/>
      </dsp:nvSpPr>
      <dsp:spPr>
        <a:xfrm>
          <a:off x="2461206" y="1373657"/>
          <a:ext cx="170082" cy="521585"/>
        </a:xfrm>
        <a:custGeom>
          <a:avLst/>
          <a:gdLst/>
          <a:ahLst/>
          <a:cxnLst/>
          <a:rect l="0" t="0" r="0" b="0"/>
          <a:pathLst>
            <a:path>
              <a:moveTo>
                <a:pt x="0" y="0"/>
              </a:moveTo>
              <a:lnTo>
                <a:pt x="0" y="521585"/>
              </a:lnTo>
              <a:lnTo>
                <a:pt x="170082" y="521585"/>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7EE79800-1706-144D-857E-3E9F64FA6E77}">
      <dsp:nvSpPr>
        <dsp:cNvPr id="0" name=""/>
        <dsp:cNvSpPr/>
      </dsp:nvSpPr>
      <dsp:spPr>
        <a:xfrm>
          <a:off x="2914759" y="568601"/>
          <a:ext cx="1371997" cy="238115"/>
        </a:xfrm>
        <a:custGeom>
          <a:avLst/>
          <a:gdLst/>
          <a:ahLst/>
          <a:cxnLst/>
          <a:rect l="0" t="0" r="0" b="0"/>
          <a:pathLst>
            <a:path>
              <a:moveTo>
                <a:pt x="1371997" y="0"/>
              </a:moveTo>
              <a:lnTo>
                <a:pt x="1371997" y="119057"/>
              </a:lnTo>
              <a:lnTo>
                <a:pt x="0" y="119057"/>
              </a:lnTo>
              <a:lnTo>
                <a:pt x="0" y="238115"/>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42ECD851-D69E-4245-B95C-DCF1A01366DE}">
      <dsp:nvSpPr>
        <dsp:cNvPr id="0" name=""/>
        <dsp:cNvSpPr/>
      </dsp:nvSpPr>
      <dsp:spPr>
        <a:xfrm>
          <a:off x="1089209" y="1373657"/>
          <a:ext cx="170082" cy="3741810"/>
        </a:xfrm>
        <a:custGeom>
          <a:avLst/>
          <a:gdLst/>
          <a:ahLst/>
          <a:cxnLst/>
          <a:rect l="0" t="0" r="0" b="0"/>
          <a:pathLst>
            <a:path>
              <a:moveTo>
                <a:pt x="0" y="0"/>
              </a:moveTo>
              <a:lnTo>
                <a:pt x="0" y="3741810"/>
              </a:lnTo>
              <a:lnTo>
                <a:pt x="170082" y="3741810"/>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DC10F37E-7046-0048-A79B-6D6CD6B15069}">
      <dsp:nvSpPr>
        <dsp:cNvPr id="0" name=""/>
        <dsp:cNvSpPr/>
      </dsp:nvSpPr>
      <dsp:spPr>
        <a:xfrm>
          <a:off x="1089209" y="1373657"/>
          <a:ext cx="170082" cy="2936754"/>
        </a:xfrm>
        <a:custGeom>
          <a:avLst/>
          <a:gdLst/>
          <a:ahLst/>
          <a:cxnLst/>
          <a:rect l="0" t="0" r="0" b="0"/>
          <a:pathLst>
            <a:path>
              <a:moveTo>
                <a:pt x="0" y="0"/>
              </a:moveTo>
              <a:lnTo>
                <a:pt x="0" y="2936754"/>
              </a:lnTo>
              <a:lnTo>
                <a:pt x="170082" y="2936754"/>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04F3F00E-58C0-B740-A0CC-878FF14C0712}">
      <dsp:nvSpPr>
        <dsp:cNvPr id="0" name=""/>
        <dsp:cNvSpPr/>
      </dsp:nvSpPr>
      <dsp:spPr>
        <a:xfrm>
          <a:off x="1089209" y="1373657"/>
          <a:ext cx="170082" cy="2131698"/>
        </a:xfrm>
        <a:custGeom>
          <a:avLst/>
          <a:gdLst/>
          <a:ahLst/>
          <a:cxnLst/>
          <a:rect l="0" t="0" r="0" b="0"/>
          <a:pathLst>
            <a:path>
              <a:moveTo>
                <a:pt x="0" y="0"/>
              </a:moveTo>
              <a:lnTo>
                <a:pt x="0" y="2131698"/>
              </a:lnTo>
              <a:lnTo>
                <a:pt x="170082" y="2131698"/>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C8EB33DE-BACB-FC41-9C94-7787C321F8B3}">
      <dsp:nvSpPr>
        <dsp:cNvPr id="0" name=""/>
        <dsp:cNvSpPr/>
      </dsp:nvSpPr>
      <dsp:spPr>
        <a:xfrm>
          <a:off x="1089209" y="1373657"/>
          <a:ext cx="170082" cy="1326642"/>
        </a:xfrm>
        <a:custGeom>
          <a:avLst/>
          <a:gdLst/>
          <a:ahLst/>
          <a:cxnLst/>
          <a:rect l="0" t="0" r="0" b="0"/>
          <a:pathLst>
            <a:path>
              <a:moveTo>
                <a:pt x="0" y="0"/>
              </a:moveTo>
              <a:lnTo>
                <a:pt x="0" y="1326642"/>
              </a:lnTo>
              <a:lnTo>
                <a:pt x="170082" y="1326642"/>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00C836CD-083B-3A47-822E-6A9E7507F2AD}">
      <dsp:nvSpPr>
        <dsp:cNvPr id="0" name=""/>
        <dsp:cNvSpPr/>
      </dsp:nvSpPr>
      <dsp:spPr>
        <a:xfrm>
          <a:off x="1089209" y="1373657"/>
          <a:ext cx="170082" cy="521585"/>
        </a:xfrm>
        <a:custGeom>
          <a:avLst/>
          <a:gdLst/>
          <a:ahLst/>
          <a:cxnLst/>
          <a:rect l="0" t="0" r="0" b="0"/>
          <a:pathLst>
            <a:path>
              <a:moveTo>
                <a:pt x="0" y="0"/>
              </a:moveTo>
              <a:lnTo>
                <a:pt x="0" y="521585"/>
              </a:lnTo>
              <a:lnTo>
                <a:pt x="170082" y="521585"/>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33E36895-E359-2549-8F70-7CFDEF75055C}">
      <dsp:nvSpPr>
        <dsp:cNvPr id="0" name=""/>
        <dsp:cNvSpPr/>
      </dsp:nvSpPr>
      <dsp:spPr>
        <a:xfrm>
          <a:off x="1542762" y="568601"/>
          <a:ext cx="2743994" cy="238115"/>
        </a:xfrm>
        <a:custGeom>
          <a:avLst/>
          <a:gdLst/>
          <a:ahLst/>
          <a:cxnLst/>
          <a:rect l="0" t="0" r="0" b="0"/>
          <a:pathLst>
            <a:path>
              <a:moveTo>
                <a:pt x="2743994" y="0"/>
              </a:moveTo>
              <a:lnTo>
                <a:pt x="2743994" y="119057"/>
              </a:lnTo>
              <a:lnTo>
                <a:pt x="0" y="119057"/>
              </a:lnTo>
              <a:lnTo>
                <a:pt x="0" y="238115"/>
              </a:lnTo>
            </a:path>
          </a:pathLst>
        </a:cu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A3412C8F-557E-A447-BCDB-5B235E9EB1E6}">
      <dsp:nvSpPr>
        <dsp:cNvPr id="0" name=""/>
        <dsp:cNvSpPr/>
      </dsp:nvSpPr>
      <dsp:spPr>
        <a:xfrm>
          <a:off x="3719815" y="1660"/>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a:t>Model Extraction Attack</a:t>
          </a:r>
        </a:p>
      </dsp:txBody>
      <dsp:txXfrm>
        <a:off x="3719815" y="1660"/>
        <a:ext cx="1133882" cy="566941"/>
      </dsp:txXfrm>
    </dsp:sp>
    <dsp:sp modelId="{8499F723-FA7F-9743-AE62-CC5AE45B8FF4}">
      <dsp:nvSpPr>
        <dsp:cNvPr id="0" name=""/>
        <dsp:cNvSpPr/>
      </dsp:nvSpPr>
      <dsp:spPr>
        <a:xfrm>
          <a:off x="975821" y="806716"/>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a:t>Query Based</a:t>
          </a:r>
        </a:p>
      </dsp:txBody>
      <dsp:txXfrm>
        <a:off x="975821" y="806716"/>
        <a:ext cx="1133882" cy="566941"/>
      </dsp:txXfrm>
    </dsp:sp>
    <dsp:sp modelId="{E046685D-8E49-2941-B1F2-211A2B7E45D7}">
      <dsp:nvSpPr>
        <dsp:cNvPr id="0" name=""/>
        <dsp:cNvSpPr/>
      </dsp:nvSpPr>
      <dsp:spPr>
        <a:xfrm>
          <a:off x="1259291" y="1611773"/>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a:t>Substitute Model Training</a:t>
          </a:r>
        </a:p>
      </dsp:txBody>
      <dsp:txXfrm>
        <a:off x="1259291" y="1611773"/>
        <a:ext cx="1133882" cy="566941"/>
      </dsp:txXfrm>
    </dsp:sp>
    <dsp:sp modelId="{1C043B9E-544C-F645-834D-CFB07EA54FB3}">
      <dsp:nvSpPr>
        <dsp:cNvPr id="0" name=""/>
        <dsp:cNvSpPr/>
      </dsp:nvSpPr>
      <dsp:spPr>
        <a:xfrm>
          <a:off x="1259291" y="2416829"/>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dirty="0"/>
            <a:t>Equation Solving</a:t>
          </a:r>
        </a:p>
      </dsp:txBody>
      <dsp:txXfrm>
        <a:off x="1259291" y="2416829"/>
        <a:ext cx="1133882" cy="566941"/>
      </dsp:txXfrm>
    </dsp:sp>
    <dsp:sp modelId="{21CE3F2D-10AA-C742-8262-0B44888783C7}">
      <dsp:nvSpPr>
        <dsp:cNvPr id="0" name=""/>
        <dsp:cNvSpPr/>
      </dsp:nvSpPr>
      <dsp:spPr>
        <a:xfrm>
          <a:off x="1259291" y="3221885"/>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a:t>Recovery</a:t>
          </a:r>
        </a:p>
      </dsp:txBody>
      <dsp:txXfrm>
        <a:off x="1259291" y="3221885"/>
        <a:ext cx="1133882" cy="566941"/>
      </dsp:txXfrm>
    </dsp:sp>
    <dsp:sp modelId="{CAEEC929-C614-2B4D-8DB4-D86B6ED1F367}">
      <dsp:nvSpPr>
        <dsp:cNvPr id="0" name=""/>
        <dsp:cNvSpPr/>
      </dsp:nvSpPr>
      <dsp:spPr>
        <a:xfrm>
          <a:off x="1259291" y="4026942"/>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a:t>Meta-model Training</a:t>
          </a:r>
        </a:p>
      </dsp:txBody>
      <dsp:txXfrm>
        <a:off x="1259291" y="4026942"/>
        <a:ext cx="1133882" cy="566941"/>
      </dsp:txXfrm>
    </dsp:sp>
    <dsp:sp modelId="{F11EC092-A0AA-1342-9017-578290F75EB8}">
      <dsp:nvSpPr>
        <dsp:cNvPr id="0" name=""/>
        <dsp:cNvSpPr/>
      </dsp:nvSpPr>
      <dsp:spPr>
        <a:xfrm>
          <a:off x="1259291" y="4831998"/>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a:t>Explanation Guided</a:t>
          </a:r>
        </a:p>
      </dsp:txBody>
      <dsp:txXfrm>
        <a:off x="1259291" y="4831998"/>
        <a:ext cx="1133882" cy="566941"/>
      </dsp:txXfrm>
    </dsp:sp>
    <dsp:sp modelId="{A9567F79-07AF-1A4D-8BCE-4DF1AD8689E6}">
      <dsp:nvSpPr>
        <dsp:cNvPr id="0" name=""/>
        <dsp:cNvSpPr/>
      </dsp:nvSpPr>
      <dsp:spPr>
        <a:xfrm>
          <a:off x="2347818" y="806716"/>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a:t>Data-driven</a:t>
          </a:r>
        </a:p>
      </dsp:txBody>
      <dsp:txXfrm>
        <a:off x="2347818" y="806716"/>
        <a:ext cx="1133882" cy="566941"/>
      </dsp:txXfrm>
    </dsp:sp>
    <dsp:sp modelId="{DFF81FC7-3448-7B41-BDC0-9945D04847CC}">
      <dsp:nvSpPr>
        <dsp:cNvPr id="0" name=""/>
        <dsp:cNvSpPr/>
      </dsp:nvSpPr>
      <dsp:spPr>
        <a:xfrm>
          <a:off x="2631288" y="1611773"/>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a:t>Problem Domain</a:t>
          </a:r>
        </a:p>
      </dsp:txBody>
      <dsp:txXfrm>
        <a:off x="2631288" y="1611773"/>
        <a:ext cx="1133882" cy="566941"/>
      </dsp:txXfrm>
    </dsp:sp>
    <dsp:sp modelId="{177DC597-0FEC-5348-A6BD-7F223C8C7182}">
      <dsp:nvSpPr>
        <dsp:cNvPr id="0" name=""/>
        <dsp:cNvSpPr/>
      </dsp:nvSpPr>
      <dsp:spPr>
        <a:xfrm>
          <a:off x="2631288" y="2416829"/>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a:t>Non-problem Domain</a:t>
          </a:r>
        </a:p>
      </dsp:txBody>
      <dsp:txXfrm>
        <a:off x="2631288" y="2416829"/>
        <a:ext cx="1133882" cy="566941"/>
      </dsp:txXfrm>
    </dsp:sp>
    <dsp:sp modelId="{A5211366-5319-D945-94E2-4188D54F90ED}">
      <dsp:nvSpPr>
        <dsp:cNvPr id="0" name=""/>
        <dsp:cNvSpPr/>
      </dsp:nvSpPr>
      <dsp:spPr>
        <a:xfrm>
          <a:off x="2631288" y="3221885"/>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a:t>Data Free</a:t>
          </a:r>
        </a:p>
      </dsp:txBody>
      <dsp:txXfrm>
        <a:off x="2631288" y="3221885"/>
        <a:ext cx="1133882" cy="566941"/>
      </dsp:txXfrm>
    </dsp:sp>
    <dsp:sp modelId="{7513F272-71E2-FB4C-936B-B29263C1BFDA}">
      <dsp:nvSpPr>
        <dsp:cNvPr id="0" name=""/>
        <dsp:cNvSpPr/>
      </dsp:nvSpPr>
      <dsp:spPr>
        <a:xfrm>
          <a:off x="3719815" y="806716"/>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a:t>Side-channel</a:t>
          </a:r>
        </a:p>
      </dsp:txBody>
      <dsp:txXfrm>
        <a:off x="3719815" y="806716"/>
        <a:ext cx="1133882" cy="566941"/>
      </dsp:txXfrm>
    </dsp:sp>
    <dsp:sp modelId="{233B8E4D-2F37-7643-B129-C51C6012DE86}">
      <dsp:nvSpPr>
        <dsp:cNvPr id="0" name=""/>
        <dsp:cNvSpPr/>
      </dsp:nvSpPr>
      <dsp:spPr>
        <a:xfrm>
          <a:off x="4003286" y="1611773"/>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a:t>Software Side-channel</a:t>
          </a:r>
        </a:p>
      </dsp:txBody>
      <dsp:txXfrm>
        <a:off x="4003286" y="1611773"/>
        <a:ext cx="1133882" cy="566941"/>
      </dsp:txXfrm>
    </dsp:sp>
    <dsp:sp modelId="{9D427553-480E-DB45-ACF0-6AA1D2E68157}">
      <dsp:nvSpPr>
        <dsp:cNvPr id="0" name=""/>
        <dsp:cNvSpPr/>
      </dsp:nvSpPr>
      <dsp:spPr>
        <a:xfrm>
          <a:off x="4003286" y="2416829"/>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a:t>Hardware Side-channel</a:t>
          </a:r>
        </a:p>
      </dsp:txBody>
      <dsp:txXfrm>
        <a:off x="4003286" y="2416829"/>
        <a:ext cx="1133882" cy="566941"/>
      </dsp:txXfrm>
    </dsp:sp>
    <dsp:sp modelId="{111820FF-7C67-5548-90A1-D22687C85040}">
      <dsp:nvSpPr>
        <dsp:cNvPr id="0" name=""/>
        <dsp:cNvSpPr/>
      </dsp:nvSpPr>
      <dsp:spPr>
        <a:xfrm>
          <a:off x="5091813" y="806716"/>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a:t>Gradient-based</a:t>
          </a:r>
        </a:p>
      </dsp:txBody>
      <dsp:txXfrm>
        <a:off x="5091813" y="806716"/>
        <a:ext cx="1133882" cy="566941"/>
      </dsp:txXfrm>
    </dsp:sp>
    <dsp:sp modelId="{297AD816-BCDE-E140-8B56-56BE127D612E}">
      <dsp:nvSpPr>
        <dsp:cNvPr id="0" name=""/>
        <dsp:cNvSpPr/>
      </dsp:nvSpPr>
      <dsp:spPr>
        <a:xfrm>
          <a:off x="5375283" y="1611773"/>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a:t>Direct Gradient Theft</a:t>
          </a:r>
        </a:p>
      </dsp:txBody>
      <dsp:txXfrm>
        <a:off x="5375283" y="1611773"/>
        <a:ext cx="1133882" cy="566941"/>
      </dsp:txXfrm>
    </dsp:sp>
    <dsp:sp modelId="{EA601F8F-3401-D34A-8316-BDD00E90A5FE}">
      <dsp:nvSpPr>
        <dsp:cNvPr id="0" name=""/>
        <dsp:cNvSpPr/>
      </dsp:nvSpPr>
      <dsp:spPr>
        <a:xfrm>
          <a:off x="5375283" y="2416829"/>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a:t>Gradient Estimation</a:t>
          </a:r>
        </a:p>
      </dsp:txBody>
      <dsp:txXfrm>
        <a:off x="5375283" y="2416829"/>
        <a:ext cx="1133882" cy="566941"/>
      </dsp:txXfrm>
    </dsp:sp>
    <dsp:sp modelId="{A162C72F-5E49-1F46-9DEE-F3557FB86B90}">
      <dsp:nvSpPr>
        <dsp:cNvPr id="0" name=""/>
        <dsp:cNvSpPr/>
      </dsp:nvSpPr>
      <dsp:spPr>
        <a:xfrm>
          <a:off x="6463810" y="806716"/>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a:t>Other Data Modalities</a:t>
          </a:r>
        </a:p>
      </dsp:txBody>
      <dsp:txXfrm>
        <a:off x="6463810" y="806716"/>
        <a:ext cx="1133882" cy="566941"/>
      </dsp:txXfrm>
    </dsp:sp>
    <dsp:sp modelId="{C7263F49-60CC-1C41-9F8D-31F8F0B0EF9C}">
      <dsp:nvSpPr>
        <dsp:cNvPr id="0" name=""/>
        <dsp:cNvSpPr/>
      </dsp:nvSpPr>
      <dsp:spPr>
        <a:xfrm>
          <a:off x="6747280" y="1611773"/>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a:t>Attacks On Text Models</a:t>
          </a:r>
        </a:p>
      </dsp:txBody>
      <dsp:txXfrm>
        <a:off x="6747280" y="1611773"/>
        <a:ext cx="1133882" cy="566941"/>
      </dsp:txXfrm>
    </dsp:sp>
    <dsp:sp modelId="{CB276759-E98A-2747-80AF-E07951737D90}">
      <dsp:nvSpPr>
        <dsp:cNvPr id="0" name=""/>
        <dsp:cNvSpPr/>
      </dsp:nvSpPr>
      <dsp:spPr>
        <a:xfrm>
          <a:off x="6747280" y="2416829"/>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a:t>Attacks On Vision Models</a:t>
          </a:r>
        </a:p>
      </dsp:txBody>
      <dsp:txXfrm>
        <a:off x="6747280" y="2416829"/>
        <a:ext cx="1133882" cy="566941"/>
      </dsp:txXfrm>
    </dsp:sp>
    <dsp:sp modelId="{97A8728B-3244-0148-BDB4-5A4C4E25ED70}">
      <dsp:nvSpPr>
        <dsp:cNvPr id="0" name=""/>
        <dsp:cNvSpPr/>
      </dsp:nvSpPr>
      <dsp:spPr>
        <a:xfrm>
          <a:off x="6747280" y="3221885"/>
          <a:ext cx="1133882" cy="566941"/>
        </a:xfrm>
        <a:prstGeom prst="rect">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CA" sz="1300" kern="1200"/>
            <a:t>Attacks On Graph Models</a:t>
          </a:r>
        </a:p>
      </dsp:txBody>
      <dsp:txXfrm>
        <a:off x="6747280" y="3221885"/>
        <a:ext cx="1133882" cy="56694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DBFE76-0693-9A40-B64A-C7DF6119BAA3}">
      <dsp:nvSpPr>
        <dsp:cNvPr id="0" name=""/>
        <dsp:cNvSpPr/>
      </dsp:nvSpPr>
      <dsp:spPr>
        <a:xfrm>
          <a:off x="0" y="0"/>
          <a:ext cx="5111548" cy="408106"/>
        </a:xfrm>
        <a:prstGeom prst="roundRect">
          <a:avLst>
            <a:gd name="adj" fmla="val 10000"/>
          </a:avLst>
        </a:prstGeom>
        <a:solidFill>
          <a:srgbClr val="336699"/>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Linear Relationship</a:t>
          </a:r>
          <a:endParaRPr lang="en-CA" sz="1800" kern="1200" dirty="0"/>
        </a:p>
      </dsp:txBody>
      <dsp:txXfrm>
        <a:off x="11953" y="11953"/>
        <a:ext cx="4671170" cy="384200"/>
      </dsp:txXfrm>
    </dsp:sp>
    <dsp:sp modelId="{D6F93D87-C692-DC48-9549-C6934C40517A}">
      <dsp:nvSpPr>
        <dsp:cNvPr id="0" name=""/>
        <dsp:cNvSpPr/>
      </dsp:nvSpPr>
      <dsp:spPr>
        <a:xfrm>
          <a:off x="451019" y="476123"/>
          <a:ext cx="5111548" cy="408106"/>
        </a:xfrm>
        <a:prstGeom prst="roundRect">
          <a:avLst>
            <a:gd name="adj" fmla="val 10000"/>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System of Equations</a:t>
          </a:r>
          <a:endParaRPr lang="en-CA" sz="1800" kern="1200" dirty="0"/>
        </a:p>
      </dsp:txBody>
      <dsp:txXfrm>
        <a:off x="462972" y="488076"/>
        <a:ext cx="4371354" cy="384200"/>
      </dsp:txXfrm>
    </dsp:sp>
    <dsp:sp modelId="{E20747CF-9E85-5F46-8726-795BE4869604}">
      <dsp:nvSpPr>
        <dsp:cNvPr id="0" name=""/>
        <dsp:cNvSpPr/>
      </dsp:nvSpPr>
      <dsp:spPr>
        <a:xfrm>
          <a:off x="902038" y="952247"/>
          <a:ext cx="5111548" cy="408106"/>
        </a:xfrm>
        <a:prstGeom prst="roundRect">
          <a:avLst>
            <a:gd name="adj" fmla="val 10000"/>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Solve</a:t>
          </a:r>
          <a:endParaRPr lang="en-CA" sz="1800" kern="1200" dirty="0"/>
        </a:p>
      </dsp:txBody>
      <dsp:txXfrm>
        <a:off x="913991" y="964200"/>
        <a:ext cx="4371354" cy="384200"/>
      </dsp:txXfrm>
    </dsp:sp>
    <dsp:sp modelId="{C3B490C7-9C2B-3F43-88E3-B75645EB2C8B}">
      <dsp:nvSpPr>
        <dsp:cNvPr id="0" name=""/>
        <dsp:cNvSpPr/>
      </dsp:nvSpPr>
      <dsp:spPr>
        <a:xfrm>
          <a:off x="4846279" y="309480"/>
          <a:ext cx="265269" cy="265269"/>
        </a:xfrm>
        <a:prstGeom prst="downArrow">
          <a:avLst>
            <a:gd name="adj1" fmla="val 55000"/>
            <a:gd name="adj2" fmla="val 45000"/>
          </a:avLst>
        </a:prstGeom>
        <a:solidFill>
          <a:schemeClr val="accent2">
            <a:lumMod val="20000"/>
            <a:lumOff val="80000"/>
          </a:schemeClr>
        </a:solidFill>
        <a:ln w="25400" cap="flat" cmpd="sng" algn="ctr">
          <a:solidFill>
            <a:srgbClr val="336699"/>
          </a:solidFill>
          <a:prstDash val="solid"/>
        </a:ln>
        <a:effectLst/>
      </dsp:spPr>
      <dsp:style>
        <a:lnRef idx="2">
          <a:schemeClr val="accent3"/>
        </a:lnRef>
        <a:fillRef idx="1">
          <a:schemeClr val="lt1"/>
        </a:fillRef>
        <a:effectRef idx="0">
          <a:schemeClr val="accent3"/>
        </a:effectRef>
        <a:fontRef idx="minor">
          <a:schemeClr val="dk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4905965" y="309480"/>
        <a:ext cx="145897" cy="199615"/>
      </dsp:txXfrm>
    </dsp:sp>
    <dsp:sp modelId="{708E942A-6E7A-1A48-AE66-CBF58EE2A827}">
      <dsp:nvSpPr>
        <dsp:cNvPr id="0" name=""/>
        <dsp:cNvSpPr/>
      </dsp:nvSpPr>
      <dsp:spPr>
        <a:xfrm>
          <a:off x="5297298" y="782883"/>
          <a:ext cx="265269" cy="265269"/>
        </a:xfrm>
        <a:prstGeom prst="downArrow">
          <a:avLst>
            <a:gd name="adj1" fmla="val 55000"/>
            <a:gd name="adj2" fmla="val 45000"/>
          </a:avLst>
        </a:prstGeom>
        <a:solidFill>
          <a:schemeClr val="accent2">
            <a:lumMod val="20000"/>
            <a:lumOff val="80000"/>
          </a:schemeClr>
        </a:solidFill>
        <a:ln w="25400" cap="flat" cmpd="sng" algn="ctr">
          <a:solidFill>
            <a:srgbClr val="336699"/>
          </a:solidFill>
          <a:prstDash val="solid"/>
        </a:ln>
        <a:effectLst/>
      </dsp:spPr>
      <dsp:style>
        <a:lnRef idx="2">
          <a:schemeClr val="accent3"/>
        </a:lnRef>
        <a:fillRef idx="1">
          <a:schemeClr val="lt1"/>
        </a:fillRef>
        <a:effectRef idx="0">
          <a:schemeClr val="accent3"/>
        </a:effectRef>
        <a:fontRef idx="minor">
          <a:schemeClr val="dk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5356984" y="782883"/>
        <a:ext cx="145897" cy="19961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CAEFA1-7130-6441-8A3B-D764FED6BFCC}">
      <dsp:nvSpPr>
        <dsp:cNvPr id="0" name=""/>
        <dsp:cNvSpPr/>
      </dsp:nvSpPr>
      <dsp:spPr>
        <a:xfrm>
          <a:off x="6138" y="0"/>
          <a:ext cx="1834867" cy="830997"/>
        </a:xfrm>
        <a:prstGeom prst="roundRect">
          <a:avLst>
            <a:gd name="adj" fmla="val 10000"/>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ptos Display" panose="020B0004020202020204" pitchFamily="34" charset="0"/>
            </a:rPr>
            <a:t>Synthesize</a:t>
          </a:r>
          <a:endParaRPr lang="en-CA" sz="1800" kern="1200" dirty="0">
            <a:latin typeface="Aptos Display" panose="020B0004020202020204" pitchFamily="34" charset="0"/>
          </a:endParaRPr>
        </a:p>
      </dsp:txBody>
      <dsp:txXfrm>
        <a:off x="30477" y="24339"/>
        <a:ext cx="1786189" cy="782319"/>
      </dsp:txXfrm>
    </dsp:sp>
    <dsp:sp modelId="{5CEB65E9-A283-C64C-9A39-D6BBB8214A0C}">
      <dsp:nvSpPr>
        <dsp:cNvPr id="0" name=""/>
        <dsp:cNvSpPr/>
      </dsp:nvSpPr>
      <dsp:spPr>
        <a:xfrm>
          <a:off x="2024493" y="187974"/>
          <a:ext cx="388991" cy="455047"/>
        </a:xfrm>
        <a:prstGeom prst="rightArrow">
          <a:avLst>
            <a:gd name="adj1" fmla="val 60000"/>
            <a:gd name="adj2" fmla="val 50000"/>
          </a:avLst>
        </a:prstGeom>
        <a:solidFill>
          <a:srgbClr val="336699"/>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2024493" y="278983"/>
        <a:ext cx="272294" cy="273029"/>
      </dsp:txXfrm>
    </dsp:sp>
    <dsp:sp modelId="{C660615E-E777-1542-A6F3-E68C7F06C2C4}">
      <dsp:nvSpPr>
        <dsp:cNvPr id="0" name=""/>
        <dsp:cNvSpPr/>
      </dsp:nvSpPr>
      <dsp:spPr>
        <a:xfrm>
          <a:off x="2574954" y="0"/>
          <a:ext cx="1834867" cy="830997"/>
        </a:xfrm>
        <a:prstGeom prst="roundRect">
          <a:avLst>
            <a:gd name="adj" fmla="val 10000"/>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ptos Display" panose="020B0004020202020204" pitchFamily="34" charset="0"/>
            </a:rPr>
            <a:t>Disagreement Maximization</a:t>
          </a:r>
          <a:endParaRPr lang="en-CA" sz="1800" kern="1200" dirty="0">
            <a:latin typeface="Aptos Display" panose="020B0004020202020204" pitchFamily="34" charset="0"/>
          </a:endParaRPr>
        </a:p>
      </dsp:txBody>
      <dsp:txXfrm>
        <a:off x="2599293" y="24339"/>
        <a:ext cx="1786189" cy="782319"/>
      </dsp:txXfrm>
    </dsp:sp>
    <dsp:sp modelId="{2E367C7F-D86A-DB4A-8DE3-C0439B04FDF2}">
      <dsp:nvSpPr>
        <dsp:cNvPr id="0" name=""/>
        <dsp:cNvSpPr/>
      </dsp:nvSpPr>
      <dsp:spPr>
        <a:xfrm>
          <a:off x="4593308" y="187974"/>
          <a:ext cx="388991" cy="455047"/>
        </a:xfrm>
        <a:prstGeom prst="rightArrow">
          <a:avLst>
            <a:gd name="adj1" fmla="val 60000"/>
            <a:gd name="adj2" fmla="val 50000"/>
          </a:avLst>
        </a:prstGeom>
        <a:solidFill>
          <a:srgbClr val="336699"/>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593308" y="278983"/>
        <a:ext cx="272294" cy="273029"/>
      </dsp:txXfrm>
    </dsp:sp>
    <dsp:sp modelId="{1ECCEC9B-1693-524B-BC1E-52CA4036048B}">
      <dsp:nvSpPr>
        <dsp:cNvPr id="0" name=""/>
        <dsp:cNvSpPr/>
      </dsp:nvSpPr>
      <dsp:spPr>
        <a:xfrm>
          <a:off x="5143769" y="0"/>
          <a:ext cx="1834867" cy="830997"/>
        </a:xfrm>
        <a:prstGeom prst="roundRect">
          <a:avLst>
            <a:gd name="adj" fmla="val 10000"/>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ptos Display" panose="020B0004020202020204" pitchFamily="34" charset="0"/>
            </a:rPr>
            <a:t>Clone Minimization</a:t>
          </a:r>
          <a:endParaRPr lang="en-CA" sz="1800" kern="1200" dirty="0">
            <a:latin typeface="Aptos Display" panose="020B0004020202020204" pitchFamily="34" charset="0"/>
          </a:endParaRPr>
        </a:p>
      </dsp:txBody>
      <dsp:txXfrm>
        <a:off x="5168108" y="24339"/>
        <a:ext cx="1786189" cy="78231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6967E1-3D01-8345-90D3-9ECBFEFA1736}">
      <dsp:nvSpPr>
        <dsp:cNvPr id="0" name=""/>
        <dsp:cNvSpPr/>
      </dsp:nvSpPr>
      <dsp:spPr>
        <a:xfrm>
          <a:off x="3181954" y="245853"/>
          <a:ext cx="1254868" cy="1254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CA" sz="1800" b="1" kern="1200" dirty="0">
              <a:latin typeface="Aptos Display" panose="020B0004020202020204" pitchFamily="34" charset="0"/>
            </a:rPr>
            <a:t>Scan</a:t>
          </a:r>
          <a:endParaRPr lang="en-US" sz="1800" kern="1200" dirty="0">
            <a:latin typeface="Aptos Display" panose="020B0004020202020204" pitchFamily="34" charset="0"/>
          </a:endParaRPr>
        </a:p>
      </dsp:txBody>
      <dsp:txXfrm>
        <a:off x="3181954" y="245853"/>
        <a:ext cx="1254868" cy="1254868"/>
      </dsp:txXfrm>
    </dsp:sp>
    <dsp:sp modelId="{B4684C60-4E4D-1643-8D81-B07616C11F56}">
      <dsp:nvSpPr>
        <dsp:cNvPr id="0" name=""/>
        <dsp:cNvSpPr/>
      </dsp:nvSpPr>
      <dsp:spPr>
        <a:xfrm>
          <a:off x="1271378" y="-830"/>
          <a:ext cx="2966289" cy="2966289"/>
        </a:xfrm>
        <a:prstGeom prst="circularArrow">
          <a:avLst>
            <a:gd name="adj1" fmla="val 8249"/>
            <a:gd name="adj2" fmla="val 576192"/>
            <a:gd name="adj3" fmla="val 2963512"/>
            <a:gd name="adj4" fmla="val 51953"/>
            <a:gd name="adj5" fmla="val 9624"/>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AF9CCC-8F45-A641-AE00-507AF71246D0}">
      <dsp:nvSpPr>
        <dsp:cNvPr id="0" name=""/>
        <dsp:cNvSpPr/>
      </dsp:nvSpPr>
      <dsp:spPr>
        <a:xfrm>
          <a:off x="2127088" y="2072934"/>
          <a:ext cx="1254868" cy="1254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CA" sz="1800" b="1" kern="1200" dirty="0"/>
            <a:t>Step </a:t>
          </a:r>
          <a:r>
            <a:rPr lang="en-CA" sz="1800" b="1" kern="1200" dirty="0">
              <a:latin typeface="Aptos Display" panose="020B0004020202020204" pitchFamily="34" charset="0"/>
            </a:rPr>
            <a:t>Over</a:t>
          </a:r>
          <a:endParaRPr lang="en-US" sz="1800" kern="1200" dirty="0">
            <a:latin typeface="Aptos Display" panose="020B0004020202020204" pitchFamily="34" charset="0"/>
          </a:endParaRPr>
        </a:p>
      </dsp:txBody>
      <dsp:txXfrm>
        <a:off x="2127088" y="2072934"/>
        <a:ext cx="1254868" cy="1254868"/>
      </dsp:txXfrm>
    </dsp:sp>
    <dsp:sp modelId="{53FF9485-A5A0-CD46-B6F2-D23D31C7345F}">
      <dsp:nvSpPr>
        <dsp:cNvPr id="0" name=""/>
        <dsp:cNvSpPr/>
      </dsp:nvSpPr>
      <dsp:spPr>
        <a:xfrm>
          <a:off x="1271378" y="-830"/>
          <a:ext cx="2966289" cy="2966289"/>
        </a:xfrm>
        <a:prstGeom prst="circularArrow">
          <a:avLst>
            <a:gd name="adj1" fmla="val 8249"/>
            <a:gd name="adj2" fmla="val 576192"/>
            <a:gd name="adj3" fmla="val 10171855"/>
            <a:gd name="adj4" fmla="val 7260296"/>
            <a:gd name="adj5" fmla="val 9624"/>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76DF6FF-4AC1-FE4C-B924-1E2451405C5A}">
      <dsp:nvSpPr>
        <dsp:cNvPr id="0" name=""/>
        <dsp:cNvSpPr/>
      </dsp:nvSpPr>
      <dsp:spPr>
        <a:xfrm>
          <a:off x="1072223" y="245853"/>
          <a:ext cx="1254868" cy="1254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CA" sz="1800" b="1" kern="1200" dirty="0">
              <a:latin typeface="Aptos Display" panose="020B0004020202020204" pitchFamily="34" charset="0"/>
            </a:rPr>
            <a:t>Land</a:t>
          </a:r>
          <a:endParaRPr lang="en-US" sz="1800" kern="1200" dirty="0">
            <a:latin typeface="Aptos Display" panose="020B0004020202020204" pitchFamily="34" charset="0"/>
          </a:endParaRPr>
        </a:p>
      </dsp:txBody>
      <dsp:txXfrm>
        <a:off x="1072223" y="245853"/>
        <a:ext cx="1254868" cy="1254868"/>
      </dsp:txXfrm>
    </dsp:sp>
    <dsp:sp modelId="{F21563B7-1625-4649-A2DB-F164622199F0}">
      <dsp:nvSpPr>
        <dsp:cNvPr id="0" name=""/>
        <dsp:cNvSpPr/>
      </dsp:nvSpPr>
      <dsp:spPr>
        <a:xfrm>
          <a:off x="1271378" y="-830"/>
          <a:ext cx="2966289" cy="2966289"/>
        </a:xfrm>
        <a:prstGeom prst="circularArrow">
          <a:avLst>
            <a:gd name="adj1" fmla="val 8249"/>
            <a:gd name="adj2" fmla="val 576192"/>
            <a:gd name="adj3" fmla="val 16856400"/>
            <a:gd name="adj4" fmla="val 14967408"/>
            <a:gd name="adj5" fmla="val 9624"/>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91A939-8D5C-1846-B1CD-FB839A13F89D}">
      <dsp:nvSpPr>
        <dsp:cNvPr id="0" name=""/>
        <dsp:cNvSpPr/>
      </dsp:nvSpPr>
      <dsp:spPr>
        <a:xfrm>
          <a:off x="0" y="3600029"/>
          <a:ext cx="7680960" cy="787598"/>
        </a:xfrm>
        <a:prstGeom prst="rect">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CA" sz="1500" b="1" kern="1200"/>
            <a:t>Legal &amp; IP Policy:</a:t>
          </a:r>
          <a:endParaRPr lang="en-CA" sz="1500" kern="1200"/>
        </a:p>
      </dsp:txBody>
      <dsp:txXfrm>
        <a:off x="0" y="3600029"/>
        <a:ext cx="7680960" cy="425303"/>
      </dsp:txXfrm>
    </dsp:sp>
    <dsp:sp modelId="{63DB802C-0B9D-D74B-809F-29B348E9C6BE}">
      <dsp:nvSpPr>
        <dsp:cNvPr id="0" name=""/>
        <dsp:cNvSpPr/>
      </dsp:nvSpPr>
      <dsp:spPr>
        <a:xfrm>
          <a:off x="0" y="4009580"/>
          <a:ext cx="7680960" cy="362295"/>
        </a:xfrm>
        <a:prstGeom prst="rect">
          <a:avLst/>
        </a:prstGeom>
        <a:solidFill>
          <a:schemeClr val="accent3">
            <a:lumMod val="95000"/>
            <a:alpha val="90000"/>
          </a:schemeClr>
        </a:solidFill>
        <a:ln w="25400" cap="flat" cmpd="sng" algn="ctr">
          <a:solidFill>
            <a:srgbClr val="336699">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l" defTabSz="533400">
            <a:lnSpc>
              <a:spcPct val="90000"/>
            </a:lnSpc>
            <a:spcBef>
              <a:spcPct val="0"/>
            </a:spcBef>
            <a:spcAft>
              <a:spcPct val="35000"/>
            </a:spcAft>
            <a:buNone/>
          </a:pPr>
          <a:r>
            <a:rPr lang="en-CA" sz="1200" kern="1200" dirty="0"/>
            <a:t>Defining copyright infringement boundaries. Is a distilled or copied model legally plagiarism under the DMCA?</a:t>
          </a:r>
        </a:p>
      </dsp:txBody>
      <dsp:txXfrm>
        <a:off x="0" y="4009580"/>
        <a:ext cx="7680960" cy="362295"/>
      </dsp:txXfrm>
    </dsp:sp>
    <dsp:sp modelId="{C99F8582-D7FA-5F40-8527-FE5323C28ACE}">
      <dsp:nvSpPr>
        <dsp:cNvPr id="0" name=""/>
        <dsp:cNvSpPr/>
      </dsp:nvSpPr>
      <dsp:spPr>
        <a:xfrm rot="10800000">
          <a:off x="0" y="2400516"/>
          <a:ext cx="7680960" cy="1211326"/>
        </a:xfrm>
        <a:prstGeom prst="upArrowCallout">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CA" sz="1500" b="1" kern="1200"/>
            <a:t>Collaborative Extraction Integrity:</a:t>
          </a:r>
          <a:endParaRPr lang="en-CA" sz="1500" kern="1200"/>
        </a:p>
      </dsp:txBody>
      <dsp:txXfrm rot="-10800000">
        <a:off x="0" y="2400516"/>
        <a:ext cx="7680960" cy="425175"/>
      </dsp:txXfrm>
    </dsp:sp>
    <dsp:sp modelId="{C70EDD3A-B4B0-DD45-834B-335C2A080243}">
      <dsp:nvSpPr>
        <dsp:cNvPr id="0" name=""/>
        <dsp:cNvSpPr/>
      </dsp:nvSpPr>
      <dsp:spPr>
        <a:xfrm>
          <a:off x="0" y="2825692"/>
          <a:ext cx="7680960" cy="362186"/>
        </a:xfrm>
        <a:prstGeom prst="rect">
          <a:avLst/>
        </a:prstGeom>
        <a:solidFill>
          <a:schemeClr val="accent3">
            <a:lumMod val="95000"/>
            <a:alpha val="90000"/>
          </a:schemeClr>
        </a:solidFill>
        <a:ln w="25400" cap="flat" cmpd="sng" algn="ctr">
          <a:solidFill>
            <a:srgbClr val="336699">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l" defTabSz="533400">
            <a:lnSpc>
              <a:spcPct val="90000"/>
            </a:lnSpc>
            <a:spcBef>
              <a:spcPct val="0"/>
            </a:spcBef>
            <a:spcAft>
              <a:spcPct val="35000"/>
            </a:spcAft>
            <a:buNone/>
          </a:pPr>
          <a:r>
            <a:rPr lang="en-CA" sz="1200" kern="1200" dirty="0"/>
            <a:t>Securing global parameters from client-side gradient hijacking during training.</a:t>
          </a:r>
        </a:p>
      </dsp:txBody>
      <dsp:txXfrm>
        <a:off x="0" y="2825692"/>
        <a:ext cx="7680960" cy="362186"/>
      </dsp:txXfrm>
    </dsp:sp>
    <dsp:sp modelId="{09DF9861-06BE-AC4E-A8EB-A9AE35942F6D}">
      <dsp:nvSpPr>
        <dsp:cNvPr id="0" name=""/>
        <dsp:cNvSpPr/>
      </dsp:nvSpPr>
      <dsp:spPr>
        <a:xfrm rot="10800000">
          <a:off x="0" y="1201004"/>
          <a:ext cx="7680960" cy="1211326"/>
        </a:xfrm>
        <a:prstGeom prst="upArrowCallout">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CA" sz="1500" b="1" kern="1200"/>
            <a:t>Adaptive Adversaries:</a:t>
          </a:r>
          <a:endParaRPr lang="en-CA" sz="1500" kern="1200"/>
        </a:p>
      </dsp:txBody>
      <dsp:txXfrm rot="-10800000">
        <a:off x="0" y="1201004"/>
        <a:ext cx="7680960" cy="425175"/>
      </dsp:txXfrm>
    </dsp:sp>
    <dsp:sp modelId="{39D6565D-6E6F-7D40-A122-B1E2D089EF14}">
      <dsp:nvSpPr>
        <dsp:cNvPr id="0" name=""/>
        <dsp:cNvSpPr/>
      </dsp:nvSpPr>
      <dsp:spPr>
        <a:xfrm>
          <a:off x="0" y="1626180"/>
          <a:ext cx="7680960" cy="362186"/>
        </a:xfrm>
        <a:prstGeom prst="rect">
          <a:avLst/>
        </a:prstGeom>
        <a:solidFill>
          <a:schemeClr val="accent3">
            <a:lumMod val="95000"/>
            <a:alpha val="90000"/>
          </a:schemeClr>
        </a:solidFill>
        <a:ln w="25400" cap="flat" cmpd="sng" algn="ctr">
          <a:solidFill>
            <a:srgbClr val="336699">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l" defTabSz="533400">
            <a:lnSpc>
              <a:spcPct val="90000"/>
            </a:lnSpc>
            <a:spcBef>
              <a:spcPct val="0"/>
            </a:spcBef>
            <a:spcAft>
              <a:spcPct val="35000"/>
            </a:spcAft>
            <a:buNone/>
          </a:pPr>
          <a:r>
            <a:rPr lang="en-CA" sz="1200" kern="1200" dirty="0"/>
            <a:t>Attackers learn to blend query features into natural distributions, making query monitoring systems (e.g. PRADA) ineffective.</a:t>
          </a:r>
        </a:p>
      </dsp:txBody>
      <dsp:txXfrm>
        <a:off x="0" y="1626180"/>
        <a:ext cx="7680960" cy="362186"/>
      </dsp:txXfrm>
    </dsp:sp>
    <dsp:sp modelId="{9F4E3A7D-3063-EC4A-B2BB-58DC0283BB34}">
      <dsp:nvSpPr>
        <dsp:cNvPr id="0" name=""/>
        <dsp:cNvSpPr/>
      </dsp:nvSpPr>
      <dsp:spPr>
        <a:xfrm rot="10800000">
          <a:off x="0" y="1492"/>
          <a:ext cx="7680960" cy="1211326"/>
        </a:xfrm>
        <a:prstGeom prst="upArrowCallout">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CA" sz="1500" b="1" kern="1200"/>
            <a:t>The Security-Utility Tradeoff:</a:t>
          </a:r>
          <a:endParaRPr lang="en-CA" sz="1500" kern="1200"/>
        </a:p>
      </dsp:txBody>
      <dsp:txXfrm rot="-10800000">
        <a:off x="0" y="1492"/>
        <a:ext cx="7680960" cy="425175"/>
      </dsp:txXfrm>
    </dsp:sp>
    <dsp:sp modelId="{18F515E6-EA98-6143-8FB6-7815C7672997}">
      <dsp:nvSpPr>
        <dsp:cNvPr id="0" name=""/>
        <dsp:cNvSpPr/>
      </dsp:nvSpPr>
      <dsp:spPr>
        <a:xfrm>
          <a:off x="0" y="426667"/>
          <a:ext cx="7680960" cy="362186"/>
        </a:xfrm>
        <a:prstGeom prst="rect">
          <a:avLst/>
        </a:prstGeom>
        <a:solidFill>
          <a:schemeClr val="accent3">
            <a:lumMod val="95000"/>
            <a:alpha val="90000"/>
          </a:schemeClr>
        </a:solidFill>
        <a:ln w="25400" cap="flat" cmpd="sng" algn="ctr">
          <a:solidFill>
            <a:srgbClr val="336699">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l" defTabSz="533400">
            <a:lnSpc>
              <a:spcPct val="90000"/>
            </a:lnSpc>
            <a:spcBef>
              <a:spcPct val="0"/>
            </a:spcBef>
            <a:spcAft>
              <a:spcPct val="35000"/>
            </a:spcAft>
            <a:buNone/>
          </a:pPr>
          <a:r>
            <a:rPr lang="en-CA" sz="1200" kern="1200" dirty="0"/>
            <a:t>Restricting output precision (rounding logits, adding differential noise) degrades accuracy for legitimate users.</a:t>
          </a:r>
        </a:p>
      </dsp:txBody>
      <dsp:txXfrm>
        <a:off x="0" y="426667"/>
        <a:ext cx="7680960" cy="36218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29910C-9E9F-3B4E-8E7B-93F424CD3609}">
      <dsp:nvSpPr>
        <dsp:cNvPr id="0" name=""/>
        <dsp:cNvSpPr/>
      </dsp:nvSpPr>
      <dsp:spPr>
        <a:xfrm>
          <a:off x="-4962170" y="-760328"/>
          <a:ext cx="5909777" cy="5909777"/>
        </a:xfrm>
        <a:prstGeom prst="blockArc">
          <a:avLst>
            <a:gd name="adj1" fmla="val 18900000"/>
            <a:gd name="adj2" fmla="val 2700000"/>
            <a:gd name="adj3" fmla="val 365"/>
          </a:avLst>
        </a:prstGeom>
        <a:noFill/>
        <a:ln w="25400" cap="flat" cmpd="sng" algn="ctr">
          <a:solidFill>
            <a:srgbClr val="336699"/>
          </a:solidFill>
          <a:prstDash val="solid"/>
        </a:ln>
        <a:effectLst/>
      </dsp:spPr>
      <dsp:style>
        <a:lnRef idx="2">
          <a:scrgbClr r="0" g="0" b="0"/>
        </a:lnRef>
        <a:fillRef idx="0">
          <a:scrgbClr r="0" g="0" b="0"/>
        </a:fillRef>
        <a:effectRef idx="0">
          <a:scrgbClr r="0" g="0" b="0"/>
        </a:effectRef>
        <a:fontRef idx="minor"/>
      </dsp:style>
    </dsp:sp>
    <dsp:sp modelId="{2B06FA7E-83F6-7F4C-914F-8ABA82B5ED69}">
      <dsp:nvSpPr>
        <dsp:cNvPr id="0" name=""/>
        <dsp:cNvSpPr/>
      </dsp:nvSpPr>
      <dsp:spPr>
        <a:xfrm>
          <a:off x="353572" y="231131"/>
          <a:ext cx="7267065" cy="462086"/>
        </a:xfrm>
        <a:prstGeom prst="rect">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6781" tIns="35560" rIns="35560" bIns="35560" numCol="1" spcCol="1270" anchor="ctr" anchorCtr="0">
          <a:noAutofit/>
        </a:bodyPr>
        <a:lstStyle/>
        <a:p>
          <a:pPr marL="0" lvl="0" indent="0" algn="l" defTabSz="622300">
            <a:lnSpc>
              <a:spcPct val="90000"/>
            </a:lnSpc>
            <a:spcBef>
              <a:spcPct val="0"/>
            </a:spcBef>
            <a:spcAft>
              <a:spcPct val="35000"/>
            </a:spcAft>
            <a:buNone/>
          </a:pPr>
          <a:r>
            <a:rPr lang="en-CA" sz="1400" b="1" kern="1200" dirty="0">
              <a:solidFill>
                <a:srgbClr val="FF9900"/>
              </a:solidFill>
            </a:rPr>
            <a:t>Model Extraction</a:t>
          </a:r>
          <a:r>
            <a:rPr lang="en-CA" sz="1400" kern="1200" dirty="0"/>
            <a:t> is a systemic threat to private intellectual property and data privacy.</a:t>
          </a:r>
        </a:p>
      </dsp:txBody>
      <dsp:txXfrm>
        <a:off x="353572" y="231131"/>
        <a:ext cx="7267065" cy="462086"/>
      </dsp:txXfrm>
    </dsp:sp>
    <dsp:sp modelId="{3DF9DA3D-4E6E-9541-83D5-6686465BC4E5}">
      <dsp:nvSpPr>
        <dsp:cNvPr id="0" name=""/>
        <dsp:cNvSpPr/>
      </dsp:nvSpPr>
      <dsp:spPr>
        <a:xfrm>
          <a:off x="64768" y="173370"/>
          <a:ext cx="577608" cy="577608"/>
        </a:xfrm>
        <a:prstGeom prst="ellipse">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dsp:style>
    </dsp:sp>
    <dsp:sp modelId="{FE061D0E-AB97-8043-88E9-C08AEC6B2A92}">
      <dsp:nvSpPr>
        <dsp:cNvPr id="0" name=""/>
        <dsp:cNvSpPr/>
      </dsp:nvSpPr>
      <dsp:spPr>
        <a:xfrm>
          <a:off x="733670" y="924173"/>
          <a:ext cx="6886968" cy="462086"/>
        </a:xfrm>
        <a:prstGeom prst="rect">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6781" tIns="35560" rIns="35560" bIns="35560" numCol="1" spcCol="1270" anchor="ctr" anchorCtr="0">
          <a:noAutofit/>
        </a:bodyPr>
        <a:lstStyle/>
        <a:p>
          <a:pPr marL="0" lvl="0" indent="0" algn="l" defTabSz="622300">
            <a:lnSpc>
              <a:spcPct val="90000"/>
            </a:lnSpc>
            <a:spcBef>
              <a:spcPct val="0"/>
            </a:spcBef>
            <a:spcAft>
              <a:spcPct val="35000"/>
            </a:spcAft>
            <a:buNone/>
          </a:pPr>
          <a:r>
            <a:rPr lang="en-CA" sz="1400" b="1" kern="1200" dirty="0">
              <a:solidFill>
                <a:srgbClr val="FF9900"/>
              </a:solidFill>
            </a:rPr>
            <a:t>Unified Attack Taxonomy</a:t>
          </a:r>
          <a:r>
            <a:rPr lang="en-CA" sz="1400" kern="1200" dirty="0"/>
            <a:t> organizes extraction along Channels (API, Gradients, Side-channels), Constraints, and Objectives.</a:t>
          </a:r>
        </a:p>
      </dsp:txBody>
      <dsp:txXfrm>
        <a:off x="733670" y="924173"/>
        <a:ext cx="6886968" cy="462086"/>
      </dsp:txXfrm>
    </dsp:sp>
    <dsp:sp modelId="{1C4BA7C0-981D-8442-8B8F-11B5FB07A3D6}">
      <dsp:nvSpPr>
        <dsp:cNvPr id="0" name=""/>
        <dsp:cNvSpPr/>
      </dsp:nvSpPr>
      <dsp:spPr>
        <a:xfrm>
          <a:off x="444866" y="866412"/>
          <a:ext cx="577608" cy="577608"/>
        </a:xfrm>
        <a:prstGeom prst="ellipse">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dsp:style>
    </dsp:sp>
    <dsp:sp modelId="{C83ABCE2-8C19-A046-953F-F3967659E302}">
      <dsp:nvSpPr>
        <dsp:cNvPr id="0" name=""/>
        <dsp:cNvSpPr/>
      </dsp:nvSpPr>
      <dsp:spPr>
        <a:xfrm>
          <a:off x="907479" y="1617215"/>
          <a:ext cx="6713159" cy="462086"/>
        </a:xfrm>
        <a:prstGeom prst="rect">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6781" tIns="35560" rIns="35560" bIns="35560" numCol="1" spcCol="1270" anchor="ctr" anchorCtr="0">
          <a:noAutofit/>
        </a:bodyPr>
        <a:lstStyle/>
        <a:p>
          <a:pPr marL="0" lvl="0" indent="0" algn="l" defTabSz="622300">
            <a:lnSpc>
              <a:spcPct val="90000"/>
            </a:lnSpc>
            <a:spcBef>
              <a:spcPct val="0"/>
            </a:spcBef>
            <a:spcAft>
              <a:spcPct val="35000"/>
            </a:spcAft>
            <a:buNone/>
          </a:pPr>
          <a:r>
            <a:rPr lang="en-CA" sz="1400" kern="1200" dirty="0"/>
            <a:t>Simpler models (LR, </a:t>
          </a:r>
          <a:r>
            <a:rPr lang="en-CA" sz="1400" kern="1200" dirty="0" err="1"/>
            <a:t>Softmax</a:t>
          </a:r>
          <a:r>
            <a:rPr lang="en-CA" sz="1400" kern="1200" dirty="0"/>
            <a:t>, DT) are </a:t>
          </a:r>
          <a:r>
            <a:rPr lang="en-CA" sz="1400" b="1" kern="1200" dirty="0">
              <a:solidFill>
                <a:srgbClr val="FF9900"/>
              </a:solidFill>
            </a:rPr>
            <a:t>analytically solvable</a:t>
          </a:r>
          <a:r>
            <a:rPr lang="en-CA" sz="1400" kern="1200" dirty="0"/>
            <a:t> in </a:t>
          </a:r>
          <a:r>
            <a:rPr lang="en-CA" sz="1400" i="1" kern="1200" dirty="0"/>
            <a:t>O</a:t>
          </a:r>
          <a:r>
            <a:rPr lang="en-CA" sz="1400" kern="1200" dirty="0"/>
            <a:t>(</a:t>
          </a:r>
          <a:r>
            <a:rPr lang="en-CA" sz="1400" i="1" kern="1200" dirty="0"/>
            <a:t>d</a:t>
          </a:r>
          <a:r>
            <a:rPr lang="en-CA" sz="1400" kern="1200" dirty="0"/>
            <a:t>) queries.</a:t>
          </a:r>
        </a:p>
      </dsp:txBody>
      <dsp:txXfrm>
        <a:off x="907479" y="1617215"/>
        <a:ext cx="6713159" cy="462086"/>
      </dsp:txXfrm>
    </dsp:sp>
    <dsp:sp modelId="{49471FBD-27F2-6042-9D11-FF5F11A7881F}">
      <dsp:nvSpPr>
        <dsp:cNvPr id="0" name=""/>
        <dsp:cNvSpPr/>
      </dsp:nvSpPr>
      <dsp:spPr>
        <a:xfrm>
          <a:off x="618675" y="1559454"/>
          <a:ext cx="577608" cy="577608"/>
        </a:xfrm>
        <a:prstGeom prst="ellipse">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dsp:style>
    </dsp:sp>
    <dsp:sp modelId="{6EF01351-6507-4C45-8A80-A4267A96FF84}">
      <dsp:nvSpPr>
        <dsp:cNvPr id="0" name=""/>
        <dsp:cNvSpPr/>
      </dsp:nvSpPr>
      <dsp:spPr>
        <a:xfrm>
          <a:off x="907479" y="2309818"/>
          <a:ext cx="6713159" cy="462086"/>
        </a:xfrm>
        <a:prstGeom prst="rect">
          <a:avLst/>
        </a:prstGeom>
        <a:solidFill>
          <a:srgbClr val="336699"/>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6781" tIns="35560" rIns="35560" bIns="35560" numCol="1" spcCol="1270" anchor="ctr" anchorCtr="0">
          <a:noAutofit/>
        </a:bodyPr>
        <a:lstStyle/>
        <a:p>
          <a:pPr marL="0" lvl="0" indent="0" algn="l" defTabSz="622300">
            <a:lnSpc>
              <a:spcPct val="90000"/>
            </a:lnSpc>
            <a:spcBef>
              <a:spcPct val="0"/>
            </a:spcBef>
            <a:spcAft>
              <a:spcPct val="35000"/>
            </a:spcAft>
            <a:buNone/>
          </a:pPr>
          <a:r>
            <a:rPr lang="en-CA" sz="1400" kern="1200" dirty="0"/>
            <a:t>Neural Networks (MLPs, GNNs) are extractable via </a:t>
          </a:r>
          <a:r>
            <a:rPr lang="en-CA" sz="1400" b="1" kern="1200" dirty="0">
              <a:solidFill>
                <a:srgbClr val="FF9900"/>
              </a:solidFill>
            </a:rPr>
            <a:t>non-linear optimization</a:t>
          </a:r>
          <a:r>
            <a:rPr lang="en-CA" sz="1400" kern="1200" dirty="0">
              <a:solidFill>
                <a:srgbClr val="FF9900"/>
              </a:solidFill>
            </a:rPr>
            <a:t> </a:t>
          </a:r>
          <a:r>
            <a:rPr lang="en-CA" sz="1400" kern="1200" dirty="0"/>
            <a:t>and structure reconstruction.</a:t>
          </a:r>
        </a:p>
      </dsp:txBody>
      <dsp:txXfrm>
        <a:off x="907479" y="2309818"/>
        <a:ext cx="6713159" cy="462086"/>
      </dsp:txXfrm>
    </dsp:sp>
    <dsp:sp modelId="{A5FD56B9-B27E-A748-959E-51DA75C157AE}">
      <dsp:nvSpPr>
        <dsp:cNvPr id="0" name=""/>
        <dsp:cNvSpPr/>
      </dsp:nvSpPr>
      <dsp:spPr>
        <a:xfrm>
          <a:off x="618675" y="2252057"/>
          <a:ext cx="577608" cy="577608"/>
        </a:xfrm>
        <a:prstGeom prst="ellipse">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dsp:style>
    </dsp:sp>
    <dsp:sp modelId="{8892CFB8-2A6B-7540-9F5D-78DFDDCA03D8}">
      <dsp:nvSpPr>
        <dsp:cNvPr id="0" name=""/>
        <dsp:cNvSpPr/>
      </dsp:nvSpPr>
      <dsp:spPr>
        <a:xfrm>
          <a:off x="733670" y="3002860"/>
          <a:ext cx="6886968" cy="462086"/>
        </a:xfrm>
        <a:prstGeom prst="rect">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6781" tIns="35560" rIns="35560" bIns="35560" numCol="1" spcCol="1270" anchor="ctr" anchorCtr="0">
          <a:noAutofit/>
        </a:bodyPr>
        <a:lstStyle/>
        <a:p>
          <a:pPr marL="0" lvl="0" indent="0" algn="l" defTabSz="622300">
            <a:lnSpc>
              <a:spcPct val="90000"/>
            </a:lnSpc>
            <a:spcBef>
              <a:spcPct val="0"/>
            </a:spcBef>
            <a:spcAft>
              <a:spcPct val="35000"/>
            </a:spcAft>
            <a:buNone/>
          </a:pPr>
          <a:r>
            <a:rPr lang="en-CA" sz="1400" kern="1200" dirty="0"/>
            <a:t>LLMs face </a:t>
          </a:r>
          <a:r>
            <a:rPr lang="en-CA" sz="1400" b="1" kern="1200" dirty="0">
              <a:solidFill>
                <a:srgbClr val="FF9900"/>
              </a:solidFill>
            </a:rPr>
            <a:t>generative vulnerabilities</a:t>
          </a:r>
          <a:r>
            <a:rPr lang="en-CA" sz="1400" kern="1200" dirty="0">
              <a:solidFill>
                <a:srgbClr val="FF9900"/>
              </a:solidFill>
            </a:rPr>
            <a:t> </a:t>
          </a:r>
          <a:r>
            <a:rPr lang="en-CA" sz="1400" kern="1200" dirty="0"/>
            <a:t>such as API functionality distillation and training data memorization leaks.</a:t>
          </a:r>
        </a:p>
      </dsp:txBody>
      <dsp:txXfrm>
        <a:off x="733670" y="3002860"/>
        <a:ext cx="6886968" cy="462086"/>
      </dsp:txXfrm>
    </dsp:sp>
    <dsp:sp modelId="{7ACE9853-1845-D542-A390-8B7FA824C8CB}">
      <dsp:nvSpPr>
        <dsp:cNvPr id="0" name=""/>
        <dsp:cNvSpPr/>
      </dsp:nvSpPr>
      <dsp:spPr>
        <a:xfrm>
          <a:off x="444866" y="2945099"/>
          <a:ext cx="577608" cy="577608"/>
        </a:xfrm>
        <a:prstGeom prst="ellipse">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dsp:style>
    </dsp:sp>
    <dsp:sp modelId="{52E9F2F0-DB50-1746-9BEC-49AA037A546F}">
      <dsp:nvSpPr>
        <dsp:cNvPr id="0" name=""/>
        <dsp:cNvSpPr/>
      </dsp:nvSpPr>
      <dsp:spPr>
        <a:xfrm>
          <a:off x="353572" y="3695902"/>
          <a:ext cx="7267065" cy="462086"/>
        </a:xfrm>
        <a:prstGeom prst="rect">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6781" tIns="35560" rIns="35560" bIns="35560" numCol="1" spcCol="1270" anchor="ctr" anchorCtr="0">
          <a:noAutofit/>
        </a:bodyPr>
        <a:lstStyle/>
        <a:p>
          <a:pPr marL="0" lvl="0" indent="0" algn="l" defTabSz="622300">
            <a:lnSpc>
              <a:spcPct val="90000"/>
            </a:lnSpc>
            <a:spcBef>
              <a:spcPct val="0"/>
            </a:spcBef>
            <a:spcAft>
              <a:spcPct val="35000"/>
            </a:spcAft>
            <a:buNone/>
          </a:pPr>
          <a:r>
            <a:rPr lang="en-CA" sz="1400" kern="1200" dirty="0"/>
            <a:t>Edge deployments shift the extraction threat vector from query budgets to </a:t>
          </a:r>
          <a:r>
            <a:rPr lang="en-CA" sz="1400" b="1" kern="1200" dirty="0">
              <a:solidFill>
                <a:srgbClr val="FF9900"/>
              </a:solidFill>
            </a:rPr>
            <a:t>physical side-channels</a:t>
          </a:r>
          <a:r>
            <a:rPr lang="en-CA" sz="1400" kern="1200" dirty="0">
              <a:solidFill>
                <a:srgbClr val="FF9900"/>
              </a:solidFill>
            </a:rPr>
            <a:t>.</a:t>
          </a:r>
        </a:p>
      </dsp:txBody>
      <dsp:txXfrm>
        <a:off x="353572" y="3695902"/>
        <a:ext cx="7267065" cy="462086"/>
      </dsp:txXfrm>
    </dsp:sp>
    <dsp:sp modelId="{FFD46077-7942-9E4A-A1B3-189A9D6A356B}">
      <dsp:nvSpPr>
        <dsp:cNvPr id="0" name=""/>
        <dsp:cNvSpPr/>
      </dsp:nvSpPr>
      <dsp:spPr>
        <a:xfrm>
          <a:off x="64768" y="3638141"/>
          <a:ext cx="577608" cy="577608"/>
        </a:xfrm>
        <a:prstGeom prst="ellipse">
          <a:avLst/>
        </a:prstGeom>
        <a:solidFill>
          <a:schemeClr val="lt1">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3170238" cy="481013"/>
          </a:xfrm>
          <a:prstGeom prst="rect">
            <a:avLst/>
          </a:prstGeom>
        </p:spPr>
        <p:txBody>
          <a:bodyPr vert="horz" lIns="91429" tIns="45714" rIns="91429" bIns="45714" rtlCol="0"/>
          <a:lstStyle>
            <a:lvl1pPr algn="l">
              <a:defRPr sz="1200">
                <a:latin typeface="Arial" pitchFamily="34" charset="0"/>
                <a:cs typeface="+mn-cs"/>
              </a:defRPr>
            </a:lvl1pPr>
          </a:lstStyle>
          <a:p>
            <a:pPr>
              <a:defRPr/>
            </a:pPr>
            <a:endParaRPr lang="it-IT"/>
          </a:p>
        </p:txBody>
      </p:sp>
      <p:sp>
        <p:nvSpPr>
          <p:cNvPr id="3" name="Segnaposto data 2"/>
          <p:cNvSpPr>
            <a:spLocks noGrp="1"/>
          </p:cNvSpPr>
          <p:nvPr>
            <p:ph type="dt" sz="quarter" idx="1"/>
          </p:nvPr>
        </p:nvSpPr>
        <p:spPr>
          <a:xfrm>
            <a:off x="4143375" y="0"/>
            <a:ext cx="3170238" cy="481013"/>
          </a:xfrm>
          <a:prstGeom prst="rect">
            <a:avLst/>
          </a:prstGeom>
        </p:spPr>
        <p:txBody>
          <a:bodyPr vert="horz" lIns="91429" tIns="45714" rIns="91429" bIns="45714" rtlCol="0"/>
          <a:lstStyle>
            <a:lvl1pPr algn="r">
              <a:defRPr sz="1200">
                <a:latin typeface="Arial" pitchFamily="34" charset="0"/>
                <a:cs typeface="+mn-cs"/>
              </a:defRPr>
            </a:lvl1pPr>
          </a:lstStyle>
          <a:p>
            <a:pPr>
              <a:defRPr/>
            </a:pPr>
            <a:fld id="{9D243C66-358E-43DE-9130-C777BBDF2A11}" type="datetimeFigureOut">
              <a:rPr lang="it-IT"/>
              <a:pPr>
                <a:defRPr/>
              </a:pPr>
              <a:t>11/08/26</a:t>
            </a:fld>
            <a:endParaRPr lang="it-IT"/>
          </a:p>
        </p:txBody>
      </p:sp>
      <p:sp>
        <p:nvSpPr>
          <p:cNvPr id="4" name="Segnaposto piè di pagina 3"/>
          <p:cNvSpPr>
            <a:spLocks noGrp="1"/>
          </p:cNvSpPr>
          <p:nvPr>
            <p:ph type="ftr" sz="quarter" idx="2"/>
          </p:nvPr>
        </p:nvSpPr>
        <p:spPr>
          <a:xfrm>
            <a:off x="0" y="9118600"/>
            <a:ext cx="3170238" cy="481013"/>
          </a:xfrm>
          <a:prstGeom prst="rect">
            <a:avLst/>
          </a:prstGeom>
        </p:spPr>
        <p:txBody>
          <a:bodyPr vert="horz" lIns="91429" tIns="45714" rIns="91429" bIns="45714" rtlCol="0" anchor="b"/>
          <a:lstStyle>
            <a:lvl1pPr algn="l">
              <a:defRPr sz="1200">
                <a:latin typeface="Arial" pitchFamily="34" charset="0"/>
                <a:cs typeface="+mn-cs"/>
              </a:defRPr>
            </a:lvl1pPr>
          </a:lstStyle>
          <a:p>
            <a:pPr>
              <a:defRPr/>
            </a:pPr>
            <a:endParaRPr lang="it-IT"/>
          </a:p>
        </p:txBody>
      </p:sp>
      <p:sp>
        <p:nvSpPr>
          <p:cNvPr id="5" name="Segnaposto numero diapositiva 4"/>
          <p:cNvSpPr>
            <a:spLocks noGrp="1"/>
          </p:cNvSpPr>
          <p:nvPr>
            <p:ph type="sldNum" sz="quarter" idx="3"/>
          </p:nvPr>
        </p:nvSpPr>
        <p:spPr>
          <a:xfrm>
            <a:off x="4143375" y="9118600"/>
            <a:ext cx="3170238" cy="481013"/>
          </a:xfrm>
          <a:prstGeom prst="rect">
            <a:avLst/>
          </a:prstGeom>
        </p:spPr>
        <p:txBody>
          <a:bodyPr vert="horz" lIns="91429" tIns="45714" rIns="91429" bIns="45714" rtlCol="0" anchor="b"/>
          <a:lstStyle>
            <a:lvl1pPr algn="r">
              <a:defRPr sz="1200">
                <a:latin typeface="Arial" pitchFamily="34" charset="0"/>
                <a:cs typeface="+mn-cs"/>
              </a:defRPr>
            </a:lvl1pPr>
          </a:lstStyle>
          <a:p>
            <a:pPr>
              <a:defRPr/>
            </a:pPr>
            <a:fld id="{5EB37B43-0DDB-470A-9A4E-B978F0ACCA2A}" type="slidenum">
              <a:rPr lang="it-IT"/>
              <a:pPr>
                <a:defRPr/>
              </a:pPr>
              <a:t>‹#›</a:t>
            </a:fld>
            <a:endParaRPr lang="it-IT"/>
          </a:p>
        </p:txBody>
      </p:sp>
    </p:spTree>
    <p:extLst>
      <p:ext uri="{BB962C8B-B14F-4D97-AF65-F5344CB8AC3E}">
        <p14:creationId xmlns:p14="http://schemas.microsoft.com/office/powerpoint/2010/main" val="777227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0" y="0"/>
            <a:ext cx="3170238" cy="481013"/>
          </a:xfrm>
          <a:prstGeom prst="rect">
            <a:avLst/>
          </a:prstGeom>
          <a:noFill/>
          <a:ln w="9525">
            <a:noFill/>
            <a:miter lim="800000"/>
            <a:headEnd/>
            <a:tailEnd/>
          </a:ln>
          <a:effectLst/>
        </p:spPr>
        <p:txBody>
          <a:bodyPr vert="horz" wrap="square" lIns="93165" tIns="46583" rIns="93165" bIns="46583" numCol="1" anchor="t" anchorCtr="0" compatLnSpc="1">
            <a:prstTxWarp prst="textNoShape">
              <a:avLst/>
            </a:prstTxWarp>
          </a:bodyPr>
          <a:lstStyle>
            <a:lvl1pPr>
              <a:defRPr sz="1200">
                <a:latin typeface="Arial" charset="0"/>
                <a:cs typeface="+mn-cs"/>
              </a:defRPr>
            </a:lvl1pPr>
          </a:lstStyle>
          <a:p>
            <a:pPr>
              <a:defRPr/>
            </a:pPr>
            <a:endParaRPr lang="it-IT"/>
          </a:p>
        </p:txBody>
      </p:sp>
      <p:sp>
        <p:nvSpPr>
          <p:cNvPr id="74755" name="Rectangle 3"/>
          <p:cNvSpPr>
            <a:spLocks noGrp="1" noChangeArrowheads="1"/>
          </p:cNvSpPr>
          <p:nvPr>
            <p:ph type="dt" idx="1"/>
          </p:nvPr>
        </p:nvSpPr>
        <p:spPr bwMode="auto">
          <a:xfrm>
            <a:off x="4143375" y="0"/>
            <a:ext cx="3170238" cy="481013"/>
          </a:xfrm>
          <a:prstGeom prst="rect">
            <a:avLst/>
          </a:prstGeom>
          <a:noFill/>
          <a:ln w="9525">
            <a:noFill/>
            <a:miter lim="800000"/>
            <a:headEnd/>
            <a:tailEnd/>
          </a:ln>
          <a:effectLst/>
        </p:spPr>
        <p:txBody>
          <a:bodyPr vert="horz" wrap="square" lIns="93165" tIns="46583" rIns="93165" bIns="46583" numCol="1" anchor="t" anchorCtr="0" compatLnSpc="1">
            <a:prstTxWarp prst="textNoShape">
              <a:avLst/>
            </a:prstTxWarp>
          </a:bodyPr>
          <a:lstStyle>
            <a:lvl1pPr algn="r">
              <a:defRPr sz="1200">
                <a:latin typeface="Arial" charset="0"/>
                <a:cs typeface="+mn-cs"/>
              </a:defRPr>
            </a:lvl1pPr>
          </a:lstStyle>
          <a:p>
            <a:pPr>
              <a:defRPr/>
            </a:pPr>
            <a:endParaRPr lang="it-IT"/>
          </a:p>
        </p:txBody>
      </p:sp>
      <p:sp>
        <p:nvSpPr>
          <p:cNvPr id="16388"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74757" name="Rectangle 5"/>
          <p:cNvSpPr>
            <a:spLocks noGrp="1" noChangeArrowheads="1"/>
          </p:cNvSpPr>
          <p:nvPr>
            <p:ph type="body" sz="quarter" idx="3"/>
          </p:nvPr>
        </p:nvSpPr>
        <p:spPr bwMode="auto">
          <a:xfrm>
            <a:off x="731838" y="4560888"/>
            <a:ext cx="5851525" cy="4321175"/>
          </a:xfrm>
          <a:prstGeom prst="rect">
            <a:avLst/>
          </a:prstGeom>
          <a:noFill/>
          <a:ln w="9525">
            <a:noFill/>
            <a:miter lim="800000"/>
            <a:headEnd/>
            <a:tailEnd/>
          </a:ln>
          <a:effectLst/>
        </p:spPr>
        <p:txBody>
          <a:bodyPr vert="horz" wrap="square" lIns="93165" tIns="46583" rIns="93165" bIns="46583" numCol="1" anchor="t" anchorCtr="0" compatLnSpc="1">
            <a:prstTxWarp prst="textNoShape">
              <a:avLst/>
            </a:prstTxWarp>
          </a:bodyPr>
          <a:lstStyle/>
          <a:p>
            <a:pPr lvl="0"/>
            <a:r>
              <a:rPr lang="it-IT" noProof="0"/>
              <a:t>Fare clic per modificare gli stili del testo dello schema</a:t>
            </a:r>
          </a:p>
          <a:p>
            <a:pPr lvl="1"/>
            <a:r>
              <a:rPr lang="it-IT" noProof="0"/>
              <a:t>Secondo livello</a:t>
            </a:r>
          </a:p>
          <a:p>
            <a:pPr lvl="2"/>
            <a:r>
              <a:rPr lang="it-IT" noProof="0"/>
              <a:t>Terzo livello</a:t>
            </a:r>
          </a:p>
          <a:p>
            <a:pPr lvl="3"/>
            <a:r>
              <a:rPr lang="it-IT" noProof="0"/>
              <a:t>Quarto livello</a:t>
            </a:r>
          </a:p>
          <a:p>
            <a:pPr lvl="4"/>
            <a:r>
              <a:rPr lang="it-IT" noProof="0"/>
              <a:t>Quinto livello</a:t>
            </a:r>
          </a:p>
        </p:txBody>
      </p:sp>
      <p:sp>
        <p:nvSpPr>
          <p:cNvPr id="74758" name="Rectangle 6"/>
          <p:cNvSpPr>
            <a:spLocks noGrp="1" noChangeArrowheads="1"/>
          </p:cNvSpPr>
          <p:nvPr>
            <p:ph type="ftr" sz="quarter" idx="4"/>
          </p:nvPr>
        </p:nvSpPr>
        <p:spPr bwMode="auto">
          <a:xfrm>
            <a:off x="0" y="9118600"/>
            <a:ext cx="3170238" cy="481013"/>
          </a:xfrm>
          <a:prstGeom prst="rect">
            <a:avLst/>
          </a:prstGeom>
          <a:noFill/>
          <a:ln w="9525">
            <a:noFill/>
            <a:miter lim="800000"/>
            <a:headEnd/>
            <a:tailEnd/>
          </a:ln>
          <a:effectLst/>
        </p:spPr>
        <p:txBody>
          <a:bodyPr vert="horz" wrap="square" lIns="93165" tIns="46583" rIns="93165" bIns="46583" numCol="1" anchor="b" anchorCtr="0" compatLnSpc="1">
            <a:prstTxWarp prst="textNoShape">
              <a:avLst/>
            </a:prstTxWarp>
          </a:bodyPr>
          <a:lstStyle>
            <a:lvl1pPr>
              <a:defRPr sz="1200">
                <a:latin typeface="Arial" charset="0"/>
                <a:cs typeface="+mn-cs"/>
              </a:defRPr>
            </a:lvl1pPr>
          </a:lstStyle>
          <a:p>
            <a:pPr>
              <a:defRPr/>
            </a:pPr>
            <a:endParaRPr lang="it-IT"/>
          </a:p>
        </p:txBody>
      </p:sp>
      <p:sp>
        <p:nvSpPr>
          <p:cNvPr id="74759" name="Rectangle 7"/>
          <p:cNvSpPr>
            <a:spLocks noGrp="1" noChangeArrowheads="1"/>
          </p:cNvSpPr>
          <p:nvPr>
            <p:ph type="sldNum" sz="quarter" idx="5"/>
          </p:nvPr>
        </p:nvSpPr>
        <p:spPr bwMode="auto">
          <a:xfrm>
            <a:off x="4143375" y="9118600"/>
            <a:ext cx="3170238" cy="481013"/>
          </a:xfrm>
          <a:prstGeom prst="rect">
            <a:avLst/>
          </a:prstGeom>
          <a:noFill/>
          <a:ln w="9525">
            <a:noFill/>
            <a:miter lim="800000"/>
            <a:headEnd/>
            <a:tailEnd/>
          </a:ln>
          <a:effectLst/>
        </p:spPr>
        <p:txBody>
          <a:bodyPr vert="horz" wrap="square" lIns="93165" tIns="46583" rIns="93165" bIns="46583" numCol="1" anchor="b" anchorCtr="0" compatLnSpc="1">
            <a:prstTxWarp prst="textNoShape">
              <a:avLst/>
            </a:prstTxWarp>
          </a:bodyPr>
          <a:lstStyle>
            <a:lvl1pPr algn="r">
              <a:defRPr sz="1200">
                <a:latin typeface="Arial" charset="0"/>
                <a:cs typeface="+mn-cs"/>
              </a:defRPr>
            </a:lvl1pPr>
          </a:lstStyle>
          <a:p>
            <a:pPr>
              <a:defRPr/>
            </a:pPr>
            <a:fld id="{8BC0F33B-1674-4AD7-BDC8-DD9E9E0A95D4}" type="slidenum">
              <a:rPr lang="it-IT"/>
              <a:pPr>
                <a:defRPr/>
              </a:pPr>
              <a:t>‹#›</a:t>
            </a:fld>
            <a:endParaRPr lang="it-IT"/>
          </a:p>
        </p:txBody>
      </p:sp>
    </p:spTree>
    <p:extLst>
      <p:ext uri="{BB962C8B-B14F-4D97-AF65-F5344CB8AC3E}">
        <p14:creationId xmlns:p14="http://schemas.microsoft.com/office/powerpoint/2010/main" val="24466853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a:p>
            <a:endParaRPr lang="en-CA" dirty="0"/>
          </a:p>
        </p:txBody>
      </p:sp>
      <p:sp>
        <p:nvSpPr>
          <p:cNvPr id="4" name="Slide Number Placeholder 3"/>
          <p:cNvSpPr>
            <a:spLocks noGrp="1"/>
          </p:cNvSpPr>
          <p:nvPr>
            <p:ph type="sldNum" sz="quarter" idx="5"/>
          </p:nvPr>
        </p:nvSpPr>
        <p:spPr/>
        <p:txBody>
          <a:bodyPr/>
          <a:lstStyle/>
          <a:p>
            <a:pPr>
              <a:defRPr/>
            </a:pPr>
            <a:fld id="{8BC0F33B-1674-4AD7-BDC8-DD9E9E0A95D4}" type="slidenum">
              <a:rPr lang="it-IT" smtClean="0"/>
              <a:pPr>
                <a:defRPr/>
              </a:pPr>
              <a:t>1</a:t>
            </a:fld>
            <a:endParaRPr lang="it-IT"/>
          </a:p>
        </p:txBody>
      </p:sp>
    </p:spTree>
    <p:extLst>
      <p:ext uri="{BB962C8B-B14F-4D97-AF65-F5344CB8AC3E}">
        <p14:creationId xmlns:p14="http://schemas.microsoft.com/office/powerpoint/2010/main" val="2963251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CA" sz="1800" b="1" dirty="0">
                <a:solidFill>
                  <a:srgbClr val="000000"/>
                </a:solidFill>
                <a:latin typeface="Cambria"/>
              </a:rPr>
              <a:t>The Secret Chef Analogy:</a:t>
            </a:r>
          </a:p>
          <a:p>
            <a:pPr lvl="1">
              <a:spcAft>
                <a:spcPts val="600"/>
              </a:spcAft>
            </a:pPr>
            <a:r>
              <a:rPr lang="en-CA" sz="1600" dirty="0">
                <a:solidFill>
                  <a:srgbClr val="000000"/>
                </a:solidFill>
                <a:latin typeface="Cambria"/>
              </a:rPr>
              <a:t>A chef works inside a locked kitchen, selling dishes through a small window.</a:t>
            </a:r>
          </a:p>
          <a:p>
            <a:pPr lvl="1">
              <a:spcAft>
                <a:spcPts val="600"/>
              </a:spcAft>
            </a:pPr>
            <a:r>
              <a:rPr lang="en-CA" sz="1600" dirty="0">
                <a:solidFill>
                  <a:srgbClr val="000000"/>
                </a:solidFill>
                <a:latin typeface="Cambria"/>
              </a:rPr>
              <a:t>A competitor orders dishes, tastes them, and reverse-engineers the recipe to open a copycat restaurant next door.</a:t>
            </a:r>
          </a:p>
          <a:p>
            <a:pPr>
              <a:spcAft>
                <a:spcPts val="600"/>
              </a:spcAft>
            </a:pPr>
            <a:r>
              <a:rPr lang="en-CA" sz="1800" b="1" dirty="0">
                <a:solidFill>
                  <a:srgbClr val="000000"/>
                </a:solidFill>
                <a:latin typeface="Cambria"/>
              </a:rPr>
              <a:t>The </a:t>
            </a:r>
            <a:r>
              <a:rPr lang="en-CA" sz="1800" b="1" dirty="0" err="1">
                <a:solidFill>
                  <a:srgbClr val="000000"/>
                </a:solidFill>
                <a:latin typeface="Cambria"/>
              </a:rPr>
              <a:t>MLaaS</a:t>
            </a:r>
            <a:r>
              <a:rPr lang="en-CA" sz="1800" b="1" dirty="0">
                <a:solidFill>
                  <a:srgbClr val="000000"/>
                </a:solidFill>
                <a:latin typeface="Cambria"/>
              </a:rPr>
              <a:t> Dilemma:</a:t>
            </a:r>
          </a:p>
          <a:p>
            <a:pPr lvl="1">
              <a:spcAft>
                <a:spcPts val="600"/>
              </a:spcAft>
            </a:pPr>
            <a:r>
              <a:rPr lang="en-CA" sz="1600" dirty="0">
                <a:solidFill>
                  <a:srgbClr val="000000"/>
                </a:solidFill>
                <a:latin typeface="Cambria"/>
              </a:rPr>
              <a:t> APIs offer black-box access to proprietary machine learning models.</a:t>
            </a:r>
          </a:p>
          <a:p>
            <a:pPr lvl="1">
              <a:spcAft>
                <a:spcPts val="600"/>
              </a:spcAft>
            </a:pPr>
            <a:r>
              <a:rPr lang="en-CA" sz="1600" dirty="0">
                <a:solidFill>
                  <a:srgbClr val="000000"/>
                </a:solidFill>
                <a:latin typeface="Cambria"/>
              </a:rPr>
              <a:t>The outputs lease the internal model boundaries to anyone who queries them.</a:t>
            </a:r>
          </a:p>
          <a:p>
            <a:endParaRPr lang="en-US" dirty="0"/>
          </a:p>
        </p:txBody>
      </p:sp>
      <p:sp>
        <p:nvSpPr>
          <p:cNvPr id="4" name="Slide Number Placeholder 3"/>
          <p:cNvSpPr>
            <a:spLocks noGrp="1"/>
          </p:cNvSpPr>
          <p:nvPr>
            <p:ph type="sldNum" sz="quarter" idx="5"/>
          </p:nvPr>
        </p:nvSpPr>
        <p:spPr/>
        <p:txBody>
          <a:bodyPr/>
          <a:lstStyle/>
          <a:p>
            <a:pPr>
              <a:defRPr/>
            </a:pPr>
            <a:fld id="{8BC0F33B-1674-4AD7-BDC8-DD9E9E0A95D4}" type="slidenum">
              <a:rPr lang="it-IT" smtClean="0"/>
              <a:pPr>
                <a:defRPr/>
              </a:pPr>
              <a:t>3</a:t>
            </a:fld>
            <a:endParaRPr lang="it-IT"/>
          </a:p>
        </p:txBody>
      </p:sp>
    </p:spTree>
    <p:extLst>
      <p:ext uri="{BB962C8B-B14F-4D97-AF65-F5344CB8AC3E}">
        <p14:creationId xmlns:p14="http://schemas.microsoft.com/office/powerpoint/2010/main" val="714225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CA" sz="1200" dirty="0">
                <a:solidFill>
                  <a:srgbClr val="000000"/>
                </a:solidFill>
                <a:latin typeface="Aptos Display" panose="020B0004020202020204" pitchFamily="34" charset="0"/>
              </a:rPr>
              <a:t>Extraction bypasses huge R&amp;D, data preparation, and GPU compute costs.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200" dirty="0">
                <a:solidFill>
                  <a:srgbClr val="000000"/>
                </a:solidFill>
                <a:latin typeface="Aptos Display" panose="020B0004020202020204" pitchFamily="34" charset="0"/>
              </a:rPr>
              <a:t>Stolen models act as white-box surrogates to generate perfect adversarial examples (evading spam/malware filters).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200" dirty="0">
                <a:solidFill>
                  <a:srgbClr val="000000"/>
                </a:solidFill>
                <a:latin typeface="Aptos Display" panose="020B0004020202020204" pitchFamily="34" charset="0"/>
              </a:rPr>
              <a:t>Extracted models can be used for model inversion attacks to steal training data.</a:t>
            </a:r>
          </a:p>
          <a:p>
            <a:endParaRPr lang="en-US" dirty="0"/>
          </a:p>
          <a:p>
            <a:endParaRPr lang="en-US" dirty="0"/>
          </a:p>
          <a:p>
            <a:endParaRPr lang="en-US" dirty="0"/>
          </a:p>
          <a:p>
            <a:pPr lvl="0"/>
            <a:r>
              <a:rPr lang="en-CA" b="1" dirty="0"/>
              <a:t>LLM Leeching</a:t>
            </a:r>
            <a:r>
              <a:rPr lang="en-CA" dirty="0"/>
              <a:t>: Distilling GPT-4 capability into student models (e.g., Alpaca/Vicuna).</a:t>
            </a:r>
          </a:p>
          <a:p>
            <a:pPr lvl="0"/>
            <a:r>
              <a:rPr lang="en-CA" b="1" dirty="0"/>
              <a:t>Voice Biometrics Fraud</a:t>
            </a:r>
            <a:r>
              <a:rPr lang="en-CA" dirty="0"/>
              <a:t>: Stealing synthesis boundaries to bypass bank security systems ($35M case).</a:t>
            </a:r>
          </a:p>
          <a:p>
            <a:endParaRPr lang="en-US" dirty="0"/>
          </a:p>
        </p:txBody>
      </p:sp>
      <p:sp>
        <p:nvSpPr>
          <p:cNvPr id="4" name="Slide Number Placeholder 3"/>
          <p:cNvSpPr>
            <a:spLocks noGrp="1"/>
          </p:cNvSpPr>
          <p:nvPr>
            <p:ph type="sldNum" sz="quarter" idx="5"/>
          </p:nvPr>
        </p:nvSpPr>
        <p:spPr/>
        <p:txBody>
          <a:bodyPr/>
          <a:lstStyle/>
          <a:p>
            <a:pPr>
              <a:defRPr/>
            </a:pPr>
            <a:fld id="{8BC0F33B-1674-4AD7-BDC8-DD9E9E0A95D4}" type="slidenum">
              <a:rPr lang="it-IT" smtClean="0"/>
              <a:pPr>
                <a:defRPr/>
              </a:pPr>
              <a:t>4</a:t>
            </a:fld>
            <a:endParaRPr lang="it-IT"/>
          </a:p>
        </p:txBody>
      </p:sp>
    </p:spTree>
    <p:extLst>
      <p:ext uri="{BB962C8B-B14F-4D97-AF65-F5344CB8AC3E}">
        <p14:creationId xmlns:p14="http://schemas.microsoft.com/office/powerpoint/2010/main" val="1945608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dirty="0">
                <a:solidFill>
                  <a:srgbClr val="000000"/>
                </a:solidFill>
                <a:latin typeface="Cambria"/>
              </a:rPr>
              <a:t>The private victim model hosted on </a:t>
            </a:r>
            <a:r>
              <a:rPr lang="en-CA" sz="1200" dirty="0" err="1">
                <a:solidFill>
                  <a:srgbClr val="000000"/>
                </a:solidFill>
                <a:latin typeface="Cambria"/>
              </a:rPr>
              <a:t>MLaaS</a:t>
            </a:r>
            <a:r>
              <a:rPr lang="en-CA" sz="1200" dirty="0">
                <a:solidFill>
                  <a:srgbClr val="000000"/>
                </a:solidFill>
                <a:latin typeface="Cambria"/>
              </a:rPr>
              <a:t> or edge devices.</a:t>
            </a:r>
          </a:p>
          <a:p>
            <a:endParaRPr lang="en-CA" sz="1200" dirty="0">
              <a:solidFill>
                <a:srgbClr val="000000"/>
              </a:solidFill>
              <a:latin typeface="Cambri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200" dirty="0">
                <a:solidFill>
                  <a:srgbClr val="000000"/>
                </a:solidFill>
                <a:latin typeface="Cambria"/>
              </a:rPr>
              <a:t>The student copycat model trained by the attacker.</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200" dirty="0">
                <a:solidFill>
                  <a:srgbClr val="000000"/>
                </a:solidFill>
                <a:latin typeface="Cambria"/>
              </a:rPr>
              <a:t>The victim API query interface returning predictions/probabilities.</a:t>
            </a:r>
          </a:p>
          <a:p>
            <a:endParaRPr lang="en-US" dirty="0"/>
          </a:p>
          <a:p>
            <a:r>
              <a:rPr lang="en-CA" sz="1200" dirty="0">
                <a:solidFill>
                  <a:srgbClr val="000000"/>
                </a:solidFill>
                <a:latin typeface="Cambria"/>
              </a:rPr>
              <a:t>An individual input data point sent to the target model</a:t>
            </a:r>
          </a:p>
          <a:p>
            <a:endParaRPr lang="en-CA" sz="1200" dirty="0">
              <a:solidFill>
                <a:srgbClr val="000000"/>
              </a:solidFill>
              <a:latin typeface="Cambria"/>
            </a:endParaRPr>
          </a:p>
          <a:p>
            <a:r>
              <a:rPr lang="en-CA" sz="1200" dirty="0">
                <a:solidFill>
                  <a:srgbClr val="000000"/>
                </a:solidFill>
                <a:latin typeface="Cambria"/>
              </a:rPr>
              <a:t>The maximum number of API queries allowed.</a:t>
            </a:r>
            <a:endParaRPr lang="en-US" dirty="0"/>
          </a:p>
        </p:txBody>
      </p:sp>
      <p:sp>
        <p:nvSpPr>
          <p:cNvPr id="4" name="Slide Number Placeholder 3"/>
          <p:cNvSpPr>
            <a:spLocks noGrp="1"/>
          </p:cNvSpPr>
          <p:nvPr>
            <p:ph type="sldNum" sz="quarter" idx="5"/>
          </p:nvPr>
        </p:nvSpPr>
        <p:spPr/>
        <p:txBody>
          <a:bodyPr/>
          <a:lstStyle/>
          <a:p>
            <a:pPr>
              <a:defRPr/>
            </a:pPr>
            <a:fld id="{8BC0F33B-1674-4AD7-BDC8-DD9E9E0A95D4}" type="slidenum">
              <a:rPr lang="it-IT" smtClean="0"/>
              <a:pPr>
                <a:defRPr/>
              </a:pPr>
              <a:t>5</a:t>
            </a:fld>
            <a:endParaRPr lang="it-IT"/>
          </a:p>
        </p:txBody>
      </p:sp>
    </p:spTree>
    <p:extLst>
      <p:ext uri="{BB962C8B-B14F-4D97-AF65-F5344CB8AC3E}">
        <p14:creationId xmlns:p14="http://schemas.microsoft.com/office/powerpoint/2010/main" val="3657605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Stealing Objective’s POV</a:t>
            </a:r>
          </a:p>
        </p:txBody>
      </p:sp>
      <p:sp>
        <p:nvSpPr>
          <p:cNvPr id="4" name="Slide Number Placeholder 3"/>
          <p:cNvSpPr>
            <a:spLocks noGrp="1"/>
          </p:cNvSpPr>
          <p:nvPr>
            <p:ph type="sldNum" sz="quarter" idx="5"/>
          </p:nvPr>
        </p:nvSpPr>
        <p:spPr/>
        <p:txBody>
          <a:bodyPr/>
          <a:lstStyle/>
          <a:p>
            <a:pPr>
              <a:defRPr/>
            </a:pPr>
            <a:fld id="{8BC0F33B-1674-4AD7-BDC8-DD9E9E0A95D4}" type="slidenum">
              <a:rPr lang="it-IT" smtClean="0"/>
              <a:pPr>
                <a:defRPr/>
              </a:pPr>
              <a:t>6</a:t>
            </a:fld>
            <a:endParaRPr lang="it-IT"/>
          </a:p>
        </p:txBody>
      </p:sp>
    </p:spTree>
    <p:extLst>
      <p:ext uri="{BB962C8B-B14F-4D97-AF65-F5344CB8AC3E}">
        <p14:creationId xmlns:p14="http://schemas.microsoft.com/office/powerpoint/2010/main" val="9528905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From Stealing Technique’s POV (How or why it is divided into this 5)</a:t>
            </a:r>
          </a:p>
          <a:p>
            <a:endParaRPr lang="en-US" dirty="0"/>
          </a:p>
        </p:txBody>
      </p:sp>
      <p:sp>
        <p:nvSpPr>
          <p:cNvPr id="4" name="Slide Number Placeholder 3"/>
          <p:cNvSpPr>
            <a:spLocks noGrp="1"/>
          </p:cNvSpPr>
          <p:nvPr>
            <p:ph type="sldNum" sz="quarter" idx="5"/>
          </p:nvPr>
        </p:nvSpPr>
        <p:spPr/>
        <p:txBody>
          <a:bodyPr/>
          <a:lstStyle/>
          <a:p>
            <a:pPr>
              <a:defRPr/>
            </a:pPr>
            <a:fld id="{8BC0F33B-1674-4AD7-BDC8-DD9E9E0A95D4}" type="slidenum">
              <a:rPr lang="it-IT" smtClean="0"/>
              <a:pPr>
                <a:defRPr/>
              </a:pPr>
              <a:t>7</a:t>
            </a:fld>
            <a:endParaRPr lang="it-IT"/>
          </a:p>
        </p:txBody>
      </p:sp>
    </p:spTree>
    <p:extLst>
      <p:ext uri="{BB962C8B-B14F-4D97-AF65-F5344CB8AC3E}">
        <p14:creationId xmlns:p14="http://schemas.microsoft.com/office/powerpoint/2010/main" val="22816440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Query-based attacks represent the most classic form of model extraction. The attacker treats the target model as a complete black box, having access to neither its architecture, its parameters, nor its training data.</a:t>
            </a:r>
          </a:p>
          <a:p>
            <a:r>
              <a:rPr lang="en-US" dirty="0"/>
              <a:t>The core intuition is simple:</a:t>
            </a:r>
          </a:p>
          <a:p>
            <a:r>
              <a:rPr lang="en-US" dirty="0"/>
              <a:t>“If a model behaves in a certain way on a set of inputs, we can train a second model to mimic</a:t>
            </a:r>
          </a:p>
          <a:p>
            <a:r>
              <a:rPr lang="en-US" dirty="0"/>
              <a:t>that behavior on the same inputs, or write a system of equations to solve for the model’s exact</a:t>
            </a:r>
          </a:p>
          <a:p>
            <a:r>
              <a:rPr lang="en-US" dirty="0"/>
              <a:t>parameters.”</a:t>
            </a:r>
          </a:p>
          <a:p>
            <a:endParaRPr lang="en-US" dirty="0"/>
          </a:p>
          <a:p>
            <a:r>
              <a:rPr lang="en-US" dirty="0"/>
              <a:t>For example, imagine a teacher (the victim model) who knows the answer to any question. A student (the attacker) asks the teacher many questions and writes down the answers. By studying the questions and answers, the student can learn to think exactly like the teacher, eventually recreating their knowledge without ever reading their original textbooks.</a:t>
            </a:r>
          </a:p>
        </p:txBody>
      </p:sp>
      <p:sp>
        <p:nvSpPr>
          <p:cNvPr id="4" name="Slide Number Placeholder 3"/>
          <p:cNvSpPr>
            <a:spLocks noGrp="1"/>
          </p:cNvSpPr>
          <p:nvPr>
            <p:ph type="sldNum" sz="quarter" idx="5"/>
          </p:nvPr>
        </p:nvSpPr>
        <p:spPr/>
        <p:txBody>
          <a:bodyPr/>
          <a:lstStyle/>
          <a:p>
            <a:pPr>
              <a:defRPr/>
            </a:pPr>
            <a:fld id="{8BC0F33B-1674-4AD7-BDC8-DD9E9E0A95D4}" type="slidenum">
              <a:rPr lang="it-IT" smtClean="0"/>
              <a:pPr>
                <a:defRPr/>
              </a:pPr>
              <a:t>8</a:t>
            </a:fld>
            <a:endParaRPr lang="it-IT"/>
          </a:p>
        </p:txBody>
      </p:sp>
    </p:spTree>
    <p:extLst>
      <p:ext uri="{BB962C8B-B14F-4D97-AF65-F5344CB8AC3E}">
        <p14:creationId xmlns:p14="http://schemas.microsoft.com/office/powerpoint/2010/main" val="38120626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13404-4EAC-F059-D133-8E8433FC7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B08A43-6641-0573-AAEB-894AFCB544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5A5810-7D09-DA17-D60E-4AF180AC5D2D}"/>
              </a:ext>
            </a:extLst>
          </p:cNvPr>
          <p:cNvSpPr>
            <a:spLocks noGrp="1"/>
          </p:cNvSpPr>
          <p:nvPr>
            <p:ph type="body" idx="1"/>
          </p:nvPr>
        </p:nvSpPr>
        <p:spPr/>
        <p:txBody>
          <a:bodyPr/>
          <a:lstStyle/>
          <a:p>
            <a:r>
              <a:rPr lang="en-US" dirty="0"/>
              <a:t>Substitute model training is used when the target model is too complex to solve directly (e.g., a deep neural</a:t>
            </a:r>
          </a:p>
          <a:p>
            <a:r>
              <a:rPr lang="en-US" dirty="0"/>
              <a:t>network). </a:t>
            </a:r>
          </a:p>
          <a:p>
            <a:r>
              <a:rPr lang="en-US" dirty="0"/>
              <a:t>1. Initialize: The attacker starts with a small set of inputs (the seed set) and a local model</a:t>
            </a:r>
          </a:p>
          <a:p>
            <a:r>
              <a:rPr lang="en-US" dirty="0"/>
              <a:t>(the clone/substitute model). </a:t>
            </a:r>
          </a:p>
          <a:p>
            <a:endParaRPr lang="en-US" dirty="0"/>
          </a:p>
          <a:p>
            <a:r>
              <a:rPr lang="en-US" dirty="0"/>
              <a:t>2. Query: The attacker sends these inputs to the victim API and receives</a:t>
            </a:r>
          </a:p>
          <a:p>
            <a:r>
              <a:rPr lang="en-US" dirty="0"/>
              <a:t>predicted labels (hard labels like “Cat/Dog” or soft labels like probability distributions). </a:t>
            </a:r>
          </a:p>
          <a:p>
            <a:endParaRPr lang="en-US" dirty="0"/>
          </a:p>
          <a:p>
            <a:r>
              <a:rPr lang="en-US" dirty="0"/>
              <a:t>3. **Augment(Jacobian-Based)**: To make the clone model represent the victim’s decision boundary accurately with a small query budget, the attacker perturbs the inputs in the direction of the clone model’s gradients (the</a:t>
            </a:r>
          </a:p>
          <a:p>
            <a:r>
              <a:rPr lang="en-US" dirty="0"/>
              <a:t>Jacobian matrix). </a:t>
            </a:r>
          </a:p>
          <a:p>
            <a:endParaRPr lang="en-US" dirty="0"/>
          </a:p>
          <a:p>
            <a:r>
              <a:rPr lang="en-US" dirty="0"/>
              <a:t>4. Iterate: The perturbed samples are queried, added to the dataset, and used to retrain</a:t>
            </a:r>
          </a:p>
          <a:p>
            <a:r>
              <a:rPr lang="en-US" dirty="0"/>
              <a:t>the clone model. This pushes the queries directly toward the victim’s decision boundary where the model is most uncertain</a:t>
            </a:r>
          </a:p>
          <a:p>
            <a:endParaRPr lang="en-US" dirty="0"/>
          </a:p>
          <a:p>
            <a:r>
              <a:rPr lang="en-CA" sz="1200" b="0" i="0" kern="1200" dirty="0">
                <a:solidFill>
                  <a:schemeClr val="tx1"/>
                </a:solidFill>
                <a:effectLst/>
                <a:latin typeface="Arial" charset="0"/>
                <a:ea typeface="+mn-ea"/>
                <a:cs typeface="+mn-cs"/>
              </a:rPr>
              <a:t>1. What is a Jacobian Matrix?</a:t>
            </a:r>
          </a:p>
          <a:p>
            <a:r>
              <a:rPr lang="en-CA" sz="1200" b="0" i="0" kern="1200" dirty="0">
                <a:solidFill>
                  <a:schemeClr val="tx1"/>
                </a:solidFill>
                <a:effectLst/>
                <a:latin typeface="Arial" charset="0"/>
                <a:ea typeface="+mn-ea"/>
                <a:cs typeface="+mn-cs"/>
              </a:rPr>
              <a:t>To understand a Jacobian matrix, think of derivatives step-by-step:</a:t>
            </a:r>
          </a:p>
          <a:p>
            <a:r>
              <a:rPr lang="en-CA" sz="1200" b="1" i="0" kern="1200" dirty="0">
                <a:solidFill>
                  <a:schemeClr val="tx1"/>
                </a:solidFill>
                <a:effectLst/>
                <a:latin typeface="Arial" charset="0"/>
                <a:ea typeface="+mn-ea"/>
                <a:cs typeface="+mn-cs"/>
              </a:rPr>
              <a:t>Simple Derivative ($f'(x)$)</a:t>
            </a:r>
            <a:r>
              <a:rPr lang="en-CA" sz="1200" b="0" i="0" kern="1200" dirty="0">
                <a:solidFill>
                  <a:schemeClr val="tx1"/>
                </a:solidFill>
                <a:effectLst/>
                <a:latin typeface="Arial" charset="0"/>
                <a:ea typeface="+mn-ea"/>
                <a:cs typeface="+mn-cs"/>
              </a:rPr>
              <a:t>: Tells you how a single output changes when you change a single input.</a:t>
            </a:r>
          </a:p>
          <a:p>
            <a:r>
              <a:rPr lang="en-CA" sz="1200" b="1" i="0" kern="1200" dirty="0">
                <a:solidFill>
                  <a:schemeClr val="tx1"/>
                </a:solidFill>
                <a:effectLst/>
                <a:latin typeface="Arial" charset="0"/>
                <a:ea typeface="+mn-ea"/>
                <a:cs typeface="+mn-cs"/>
              </a:rPr>
              <a:t>Gradient ($\</a:t>
            </a:r>
            <a:r>
              <a:rPr lang="en-CA" sz="1200" b="1" i="0" kern="1200" dirty="0" err="1">
                <a:solidFill>
                  <a:schemeClr val="tx1"/>
                </a:solidFill>
                <a:effectLst/>
                <a:latin typeface="Arial" charset="0"/>
                <a:ea typeface="+mn-ea"/>
                <a:cs typeface="+mn-cs"/>
              </a:rPr>
              <a:t>nabla</a:t>
            </a:r>
            <a:r>
              <a:rPr lang="en-CA" sz="1200" b="1" i="0" kern="1200" dirty="0">
                <a:solidFill>
                  <a:schemeClr val="tx1"/>
                </a:solidFill>
                <a:effectLst/>
                <a:latin typeface="Arial" charset="0"/>
                <a:ea typeface="+mn-ea"/>
                <a:cs typeface="+mn-cs"/>
              </a:rPr>
              <a:t> f(x)$)</a:t>
            </a:r>
            <a:r>
              <a:rPr lang="en-CA" sz="1200" b="0" i="0" kern="1200" dirty="0">
                <a:solidFill>
                  <a:schemeClr val="tx1"/>
                </a:solidFill>
                <a:effectLst/>
                <a:latin typeface="Arial" charset="0"/>
                <a:ea typeface="+mn-ea"/>
                <a:cs typeface="+mn-cs"/>
              </a:rPr>
              <a:t>: Tells you how a single output changes when you change </a:t>
            </a:r>
            <a:r>
              <a:rPr lang="en-CA" sz="1200" b="1" i="0" kern="1200" dirty="0">
                <a:solidFill>
                  <a:schemeClr val="tx1"/>
                </a:solidFill>
                <a:effectLst/>
                <a:latin typeface="Arial" charset="0"/>
                <a:ea typeface="+mn-ea"/>
                <a:cs typeface="+mn-cs"/>
              </a:rPr>
              <a:t>multiple</a:t>
            </a:r>
            <a:r>
              <a:rPr lang="en-CA" sz="1200" b="0" i="0" kern="1200" dirty="0">
                <a:solidFill>
                  <a:schemeClr val="tx1"/>
                </a:solidFill>
                <a:effectLst/>
                <a:latin typeface="Arial" charset="0"/>
                <a:ea typeface="+mn-ea"/>
                <a:cs typeface="+mn-cs"/>
              </a:rPr>
              <a:t> inputs (a vector $x$).</a:t>
            </a:r>
          </a:p>
          <a:p>
            <a:r>
              <a:rPr lang="en-CA" sz="1200" b="1" i="0" kern="1200" dirty="0">
                <a:solidFill>
                  <a:schemeClr val="tx1"/>
                </a:solidFill>
                <a:effectLst/>
                <a:latin typeface="Arial" charset="0"/>
                <a:ea typeface="+mn-ea"/>
                <a:cs typeface="+mn-cs"/>
              </a:rPr>
              <a:t>Jacobian Matrix ($J$)</a:t>
            </a:r>
            <a:r>
              <a:rPr lang="en-CA" sz="1200" b="0" i="0" kern="1200" dirty="0">
                <a:solidFill>
                  <a:schemeClr val="tx1"/>
                </a:solidFill>
                <a:effectLst/>
                <a:latin typeface="Arial" charset="0"/>
                <a:ea typeface="+mn-ea"/>
                <a:cs typeface="+mn-cs"/>
              </a:rPr>
              <a:t>: Tells you how </a:t>
            </a:r>
            <a:r>
              <a:rPr lang="en-CA" sz="1200" b="1" i="0" kern="1200" dirty="0">
                <a:solidFill>
                  <a:schemeClr val="tx1"/>
                </a:solidFill>
                <a:effectLst/>
                <a:latin typeface="Arial" charset="0"/>
                <a:ea typeface="+mn-ea"/>
                <a:cs typeface="+mn-cs"/>
              </a:rPr>
              <a:t>multiple</a:t>
            </a:r>
            <a:r>
              <a:rPr lang="en-CA" sz="1200" b="0" i="0" kern="1200" dirty="0">
                <a:solidFill>
                  <a:schemeClr val="tx1"/>
                </a:solidFill>
                <a:effectLst/>
                <a:latin typeface="Arial" charset="0"/>
                <a:ea typeface="+mn-ea"/>
                <a:cs typeface="+mn-cs"/>
              </a:rPr>
              <a:t> outputs change when you change </a:t>
            </a:r>
            <a:r>
              <a:rPr lang="en-CA" sz="1200" b="1" i="0" kern="1200" dirty="0">
                <a:solidFill>
                  <a:schemeClr val="tx1"/>
                </a:solidFill>
                <a:effectLst/>
                <a:latin typeface="Arial" charset="0"/>
                <a:ea typeface="+mn-ea"/>
                <a:cs typeface="+mn-cs"/>
              </a:rPr>
              <a:t>multiple</a:t>
            </a:r>
            <a:r>
              <a:rPr lang="en-CA" sz="1200" b="0" i="0" kern="1200" dirty="0">
                <a:solidFill>
                  <a:schemeClr val="tx1"/>
                </a:solidFill>
                <a:effectLst/>
                <a:latin typeface="Arial" charset="0"/>
                <a:ea typeface="+mn-ea"/>
                <a:cs typeface="+mn-cs"/>
              </a:rPr>
              <a:t> inputs.</a:t>
            </a:r>
          </a:p>
          <a:p>
            <a:endParaRPr lang="en-CA" sz="1200" b="0" i="0" kern="1200" dirty="0">
              <a:solidFill>
                <a:schemeClr val="tx1"/>
              </a:solidFill>
              <a:effectLst/>
              <a:latin typeface="Arial" charset="0"/>
              <a:ea typeface="+mn-ea"/>
              <a:cs typeface="+mn-cs"/>
            </a:endParaRPr>
          </a:p>
          <a:p>
            <a:r>
              <a:rPr lang="en-CA" sz="1200" b="0" i="0" kern="1200" dirty="0">
                <a:solidFill>
                  <a:schemeClr val="tx1"/>
                </a:solidFill>
                <a:effectLst/>
                <a:latin typeface="Arial" charset="0"/>
                <a:ea typeface="+mn-ea"/>
                <a:cs typeface="+mn-cs"/>
              </a:rPr>
              <a:t>2. How it works in Model Extraction</a:t>
            </a:r>
          </a:p>
          <a:p>
            <a:r>
              <a:rPr lang="en-CA" sz="1200" b="0" i="0" kern="1200" dirty="0">
                <a:solidFill>
                  <a:schemeClr val="tx1"/>
                </a:solidFill>
                <a:effectLst/>
                <a:latin typeface="Arial" charset="0"/>
                <a:ea typeface="+mn-ea"/>
                <a:cs typeface="+mn-cs"/>
              </a:rPr>
              <a:t>In </a:t>
            </a:r>
            <a:r>
              <a:rPr lang="en-CA" sz="1200" b="1" i="0" kern="1200" dirty="0">
                <a:solidFill>
                  <a:schemeClr val="tx1"/>
                </a:solidFill>
                <a:effectLst/>
                <a:latin typeface="Arial" charset="0"/>
                <a:ea typeface="+mn-ea"/>
                <a:cs typeface="+mn-cs"/>
              </a:rPr>
              <a:t>Substitute Model Training</a:t>
            </a:r>
            <a:r>
              <a:rPr lang="en-CA" sz="1200" b="0" i="0" kern="1200" dirty="0">
                <a:solidFill>
                  <a:schemeClr val="tx1"/>
                </a:solidFill>
                <a:effectLst/>
                <a:latin typeface="Arial" charset="0"/>
                <a:ea typeface="+mn-ea"/>
                <a:cs typeface="+mn-cs"/>
              </a:rPr>
              <a:t>, the attacker wants to find inputs that sit directly on the decision boundary of the victim model (where the model is most uncertain).</a:t>
            </a:r>
          </a:p>
          <a:p>
            <a:r>
              <a:rPr lang="en-CA" sz="1200" b="1" i="0" kern="1200" dirty="0">
                <a:solidFill>
                  <a:schemeClr val="tx1"/>
                </a:solidFill>
                <a:effectLst/>
                <a:latin typeface="Arial" charset="0"/>
                <a:ea typeface="+mn-ea"/>
                <a:cs typeface="+mn-cs"/>
              </a:rPr>
              <a:t>Analyze Sensitivity</a:t>
            </a:r>
            <a:r>
              <a:rPr lang="en-CA" sz="1200" b="0" i="0" kern="1200" dirty="0">
                <a:solidFill>
                  <a:schemeClr val="tx1"/>
                </a:solidFill>
                <a:effectLst/>
                <a:latin typeface="Arial" charset="0"/>
                <a:ea typeface="+mn-ea"/>
                <a:cs typeface="+mn-cs"/>
              </a:rPr>
              <a:t>: The attacker computes the Jacobian matrix of their local </a:t>
            </a:r>
            <a:r>
              <a:rPr lang="en-CA" sz="1200" b="0" i="1" kern="1200" dirty="0">
                <a:solidFill>
                  <a:schemeClr val="tx1"/>
                </a:solidFill>
                <a:effectLst/>
                <a:latin typeface="Arial" charset="0"/>
                <a:ea typeface="+mn-ea"/>
                <a:cs typeface="+mn-cs"/>
              </a:rPr>
              <a:t>surrogate</a:t>
            </a:r>
            <a:r>
              <a:rPr lang="en-CA" sz="1200" b="0" i="0" kern="1200" dirty="0">
                <a:solidFill>
                  <a:schemeClr val="tx1"/>
                </a:solidFill>
                <a:effectLst/>
                <a:latin typeface="Arial" charset="0"/>
                <a:ea typeface="+mn-ea"/>
                <a:cs typeface="+mn-cs"/>
              </a:rPr>
              <a:t> model on a seed input $x$.</a:t>
            </a:r>
          </a:p>
          <a:p>
            <a:r>
              <a:rPr lang="en-CA" sz="1200" b="1" i="0" kern="1200" dirty="0">
                <a:solidFill>
                  <a:schemeClr val="tx1"/>
                </a:solidFill>
                <a:effectLst/>
                <a:latin typeface="Arial" charset="0"/>
                <a:ea typeface="+mn-ea"/>
                <a:cs typeface="+mn-cs"/>
              </a:rPr>
              <a:t>Determine Direction</a:t>
            </a:r>
            <a:r>
              <a:rPr lang="en-CA" sz="1200" b="0" i="0" kern="1200" dirty="0">
                <a:solidFill>
                  <a:schemeClr val="tx1"/>
                </a:solidFill>
                <a:effectLst/>
                <a:latin typeface="Arial" charset="0"/>
                <a:ea typeface="+mn-ea"/>
                <a:cs typeface="+mn-cs"/>
              </a:rPr>
              <a:t>: The rows of the Jacobian tell the attacker which direction of input change will increase or decrease the class probability the fastest.</a:t>
            </a:r>
          </a:p>
          <a:p>
            <a:r>
              <a:rPr lang="en-CA" sz="1200" b="1" i="0" kern="1200" dirty="0">
                <a:solidFill>
                  <a:schemeClr val="tx1"/>
                </a:solidFill>
                <a:effectLst/>
                <a:latin typeface="Arial" charset="0"/>
                <a:ea typeface="+mn-ea"/>
                <a:cs typeface="+mn-cs"/>
              </a:rPr>
              <a:t>Perturb the Input</a:t>
            </a:r>
            <a:r>
              <a:rPr lang="en-CA" sz="1200" b="0" i="0" kern="1200" dirty="0">
                <a:solidFill>
                  <a:schemeClr val="tx1"/>
                </a:solidFill>
                <a:effectLst/>
                <a:latin typeface="Arial" charset="0"/>
                <a:ea typeface="+mn-ea"/>
                <a:cs typeface="+mn-cs"/>
              </a:rPr>
              <a:t>: By shifting $x$ along the sign of the Jacobian's gradient for class $c$, they generate a new query $x^</a:t>
            </a:r>
            <a:r>
              <a:rPr lang="en-CA" sz="1200" b="0" i="1" kern="1200" dirty="0">
                <a:solidFill>
                  <a:schemeClr val="tx1"/>
                </a:solidFill>
                <a:effectLst/>
                <a:latin typeface="Arial" charset="0"/>
                <a:ea typeface="+mn-ea"/>
                <a:cs typeface="+mn-cs"/>
              </a:rPr>
              <a:t>$ that is closer to the decision boundary: $$x^</a:t>
            </a:r>
            <a:r>
              <a:rPr lang="en-CA" sz="1200" b="0" i="0" kern="1200" dirty="0">
                <a:solidFill>
                  <a:schemeClr val="tx1"/>
                </a:solidFill>
                <a:effectLst/>
                <a:latin typeface="Arial" charset="0"/>
                <a:ea typeface="+mn-ea"/>
                <a:cs typeface="+mn-cs"/>
              </a:rPr>
              <a:t> = x + \lambda \</a:t>
            </a:r>
            <a:r>
              <a:rPr lang="en-CA" sz="1200" b="0" i="0" kern="1200" dirty="0" err="1">
                <a:solidFill>
                  <a:schemeClr val="tx1"/>
                </a:solidFill>
                <a:effectLst/>
                <a:latin typeface="Arial" charset="0"/>
                <a:ea typeface="+mn-ea"/>
                <a:cs typeface="+mn-cs"/>
              </a:rPr>
              <a:t>cdot</a:t>
            </a:r>
            <a:r>
              <a:rPr lang="en-CA" sz="1200" b="0" i="0" kern="1200" dirty="0">
                <a:solidFill>
                  <a:schemeClr val="tx1"/>
                </a:solidFill>
                <a:effectLst/>
                <a:latin typeface="Arial" charset="0"/>
                <a:ea typeface="+mn-ea"/>
                <a:cs typeface="+mn-cs"/>
              </a:rPr>
              <a:t> \text{</a:t>
            </a:r>
            <a:r>
              <a:rPr lang="en-CA" sz="1200" b="0" i="0" kern="1200" dirty="0" err="1">
                <a:solidFill>
                  <a:schemeClr val="tx1"/>
                </a:solidFill>
                <a:effectLst/>
                <a:latin typeface="Arial" charset="0"/>
                <a:ea typeface="+mn-ea"/>
                <a:cs typeface="+mn-cs"/>
              </a:rPr>
              <a:t>sgn</a:t>
            </a:r>
            <a:r>
              <a:rPr lang="en-CA" sz="1200" b="0" i="0" kern="1200" dirty="0">
                <a:solidFill>
                  <a:schemeClr val="tx1"/>
                </a:solidFill>
                <a:effectLst/>
                <a:latin typeface="Arial" charset="0"/>
                <a:ea typeface="+mn-ea"/>
                <a:cs typeface="+mn-cs"/>
              </a:rPr>
              <a:t>}\left(\</a:t>
            </a:r>
            <a:r>
              <a:rPr lang="en-CA" sz="1200" b="0" i="0" kern="1200" dirty="0" err="1">
                <a:solidFill>
                  <a:schemeClr val="tx1"/>
                </a:solidFill>
                <a:effectLst/>
                <a:latin typeface="Arial" charset="0"/>
                <a:ea typeface="+mn-ea"/>
                <a:cs typeface="+mn-cs"/>
              </a:rPr>
              <a:t>nabla_x</a:t>
            </a:r>
            <a:r>
              <a:rPr lang="en-CA" sz="1200" b="0" i="0" kern="1200" dirty="0">
                <a:solidFill>
                  <a:schemeClr val="tx1"/>
                </a:solidFill>
                <a:effectLst/>
                <a:latin typeface="Arial" charset="0"/>
                <a:ea typeface="+mn-ea"/>
                <a:cs typeface="+mn-cs"/>
              </a:rPr>
              <a:t> f(x)_c\right)$$</a:t>
            </a:r>
          </a:p>
          <a:p>
            <a:r>
              <a:rPr lang="en-CA" sz="1200" b="1" i="0" kern="1200" dirty="0">
                <a:solidFill>
                  <a:schemeClr val="tx1"/>
                </a:solidFill>
                <a:effectLst/>
                <a:latin typeface="Arial" charset="0"/>
                <a:ea typeface="+mn-ea"/>
                <a:cs typeface="+mn-cs"/>
              </a:rPr>
              <a:t>Query Target</a:t>
            </a:r>
            <a:r>
              <a:rPr lang="en-CA" sz="1200" b="0" i="0" kern="1200" dirty="0">
                <a:solidFill>
                  <a:schemeClr val="tx1"/>
                </a:solidFill>
                <a:effectLst/>
                <a:latin typeface="Arial" charset="0"/>
                <a:ea typeface="+mn-ea"/>
                <a:cs typeface="+mn-cs"/>
              </a:rPr>
              <a:t>: They send $x^*$ to the target API to find out where the target model draws the line.</a:t>
            </a:r>
          </a:p>
          <a:p>
            <a:endParaRPr lang="en-CA" sz="1200" b="0" i="0" kern="1200" dirty="0">
              <a:solidFill>
                <a:schemeClr val="tx1"/>
              </a:solidFill>
              <a:effectLst/>
              <a:latin typeface="Arial" charset="0"/>
              <a:ea typeface="+mn-ea"/>
              <a:cs typeface="+mn-cs"/>
            </a:endParaRPr>
          </a:p>
          <a:p>
            <a:endParaRPr lang="en-US" dirty="0"/>
          </a:p>
        </p:txBody>
      </p:sp>
      <p:sp>
        <p:nvSpPr>
          <p:cNvPr id="4" name="Slide Number Placeholder 3">
            <a:extLst>
              <a:ext uri="{FF2B5EF4-FFF2-40B4-BE49-F238E27FC236}">
                <a16:creationId xmlns:a16="http://schemas.microsoft.com/office/drawing/2014/main" id="{11BEA059-C4C7-D9FA-B724-DFFAF689B7C2}"/>
              </a:ext>
            </a:extLst>
          </p:cNvPr>
          <p:cNvSpPr>
            <a:spLocks noGrp="1"/>
          </p:cNvSpPr>
          <p:nvPr>
            <p:ph type="sldNum" sz="quarter" idx="5"/>
          </p:nvPr>
        </p:nvSpPr>
        <p:spPr/>
        <p:txBody>
          <a:bodyPr/>
          <a:lstStyle/>
          <a:p>
            <a:pPr>
              <a:defRPr/>
            </a:pPr>
            <a:fld id="{8BC0F33B-1674-4AD7-BDC8-DD9E9E0A95D4}" type="slidenum">
              <a:rPr lang="it-IT" smtClean="0"/>
              <a:pPr>
                <a:defRPr/>
              </a:pPr>
              <a:t>9</a:t>
            </a:fld>
            <a:endParaRPr lang="it-IT"/>
          </a:p>
        </p:txBody>
      </p:sp>
    </p:spTree>
    <p:extLst>
      <p:ext uri="{BB962C8B-B14F-4D97-AF65-F5344CB8AC3E}">
        <p14:creationId xmlns:p14="http://schemas.microsoft.com/office/powerpoint/2010/main" val="27230807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E5975-09DF-8614-0774-5DCD9D5902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6ED1C2-9CE3-1C0D-5B77-029FAC585A3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E00BBDF-7D13-C09D-DAC3-120BAEAF7905}"/>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latin typeface="Aptos Display" panose="020B0004020202020204" pitchFamily="34" charset="0"/>
                  </a:rPr>
                  <a:t>The attacker wants to generate a perturbed input </a:t>
                </a:r>
                <a14:m>
                  <m:oMath xmlns:m="http://schemas.openxmlformats.org/officeDocument/2006/math">
                    <m:sSup>
                      <m:sSupPr>
                        <m:ctrlPr>
                          <a:rPr lang="en-US" i="1" dirty="0" smtClean="0">
                            <a:latin typeface="Cambria Math" panose="02040503050406030204" pitchFamily="18" charset="0"/>
                          </a:rPr>
                        </m:ctrlPr>
                      </m:sSupPr>
                      <m:e>
                        <m:r>
                          <a:rPr lang="en-US" i="1" dirty="0">
                            <a:latin typeface="Cambria Math" panose="02040503050406030204" pitchFamily="18" charset="0"/>
                          </a:rPr>
                          <m:t>𝑥</m:t>
                        </m:r>
                      </m:e>
                      <m:sup>
                        <m:r>
                          <a:rPr lang="en-US" i="0" dirty="0">
                            <a:latin typeface="Cambria Math" panose="02040503050406030204" pitchFamily="18" charset="0"/>
                          </a:rPr>
                          <m:t>∗</m:t>
                        </m:r>
                      </m:sup>
                    </m:sSup>
                  </m:oMath>
                </a14:m>
                <a:r>
                  <a:rPr lang="en-US" dirty="0">
                    <a:latin typeface="Aptos Display" panose="020B0004020202020204" pitchFamily="34" charset="0"/>
                  </a:rPr>
                  <a:t>  from a seed input </a:t>
                </a:r>
                <a14:m>
                  <m:oMath xmlns:m="http://schemas.openxmlformats.org/officeDocument/2006/math">
                    <m:r>
                      <a:rPr lang="en-US" i="1" dirty="0" smtClean="0">
                        <a:latin typeface="Cambria Math" panose="02040503050406030204" pitchFamily="18" charset="0"/>
                      </a:rPr>
                      <m:t>𝑥</m:t>
                    </m:r>
                  </m:oMath>
                </a14:m>
                <a:r>
                  <a:rPr lang="en-US" dirty="0">
                    <a:latin typeface="Aptos Display" panose="020B0004020202020204" pitchFamily="34" charset="0"/>
                  </a:rPr>
                  <a:t> to probe the model's boundary for class </a:t>
                </a:r>
                <a14:m>
                  <m:oMath xmlns:m="http://schemas.openxmlformats.org/officeDocument/2006/math">
                    <m:r>
                      <a:rPr lang="en-US" i="1" dirty="0" smtClean="0">
                        <a:latin typeface="Cambria Math" panose="02040503050406030204" pitchFamily="18" charset="0"/>
                      </a:rPr>
                      <m:t>𝑐</m:t>
                    </m:r>
                  </m:oMath>
                </a14:m>
                <a:r>
                  <a:rPr lang="en-US" dirty="0">
                    <a:latin typeface="Aptos Display" panose="020B0004020202020204" pitchFamily="34" charset="0"/>
                  </a:rPr>
                  <a:t>:</a:t>
                </a:r>
              </a:p>
              <a:p>
                <a:endParaRPr lang="en-US" dirty="0"/>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latin typeface="Aptos Display" panose="020B0004020202020204" pitchFamily="34" charset="0"/>
                  </a:rPr>
                  <a:t>Where </a:t>
                </a:r>
                <a14:m>
                  <m:oMath xmlns:m="http://schemas.openxmlformats.org/officeDocument/2006/math">
                    <m:sSub>
                      <m:sSubPr>
                        <m:ctrlPr>
                          <a:rPr lang="en-US" i="1" dirty="0" smtClean="0">
                            <a:latin typeface="Cambria Math" panose="02040503050406030204" pitchFamily="18" charset="0"/>
                          </a:rPr>
                        </m:ctrlPr>
                      </m:sSubPr>
                      <m:e>
                        <m:r>
                          <a:rPr lang="en-US" i="1" dirty="0">
                            <a:latin typeface="Cambria Math" panose="02040503050406030204" pitchFamily="18" charset="0"/>
                          </a:rPr>
                          <m:t>𝛻</m:t>
                        </m:r>
                      </m:e>
                      <m:sub>
                        <m:r>
                          <a:rPr lang="en-US" i="1" dirty="0">
                            <a:latin typeface="Cambria Math" panose="02040503050406030204" pitchFamily="18" charset="0"/>
                          </a:rPr>
                          <m:t>𝑥</m:t>
                        </m:r>
                      </m:sub>
                    </m:sSub>
                  </m:oMath>
                </a14:m>
                <a:r>
                  <a:rPr lang="en-US" dirty="0">
                    <a:latin typeface="Aptos Display" panose="020B0004020202020204" pitchFamily="34" charset="0"/>
                  </a:rPr>
                  <a:t> </a:t>
                </a:r>
                <a14:m>
                  <m:oMath xmlns:m="http://schemas.openxmlformats.org/officeDocument/2006/math">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𝑓</m:t>
                        </m:r>
                      </m:e>
                    </m:acc>
                    <m:sSub>
                      <m:sSubPr>
                        <m:ctrlPr>
                          <a:rPr lang="en-US" i="1" dirty="0" smtClean="0">
                            <a:latin typeface="Cambria Math" panose="02040503050406030204" pitchFamily="18" charset="0"/>
                          </a:rPr>
                        </m:ctrlPr>
                      </m:sSubPr>
                      <m:e>
                        <m:d>
                          <m:dPr>
                            <m:ctrlPr>
                              <a:rPr lang="en-US" i="1" dirty="0" smtClean="0">
                                <a:latin typeface="Cambria Math" panose="02040503050406030204" pitchFamily="18" charset="0"/>
                              </a:rPr>
                            </m:ctrlPr>
                          </m:dPr>
                          <m:e>
                            <m:r>
                              <a:rPr lang="en-US" i="1" dirty="0" smtClean="0">
                                <a:latin typeface="Cambria Math" panose="02040503050406030204" pitchFamily="18" charset="0"/>
                              </a:rPr>
                              <m:t>𝑥</m:t>
                            </m:r>
                          </m:e>
                        </m:d>
                      </m:e>
                      <m:sub>
                        <m:r>
                          <a:rPr lang="en-US" i="1" dirty="0" smtClean="0">
                            <a:latin typeface="Cambria Math" panose="02040503050406030204" pitchFamily="18" charset="0"/>
                          </a:rPr>
                          <m:t>𝑐</m:t>
                        </m:r>
                      </m:sub>
                    </m:sSub>
                    <m:r>
                      <a:rPr lang="en-US" i="0" dirty="0" smtClean="0">
                        <a:latin typeface="Cambria Math" panose="02040503050406030204" pitchFamily="18" charset="0"/>
                      </a:rPr>
                      <m:t>$</m:t>
                    </m:r>
                  </m:oMath>
                </a14:m>
                <a:r>
                  <a:rPr lang="en-US" dirty="0">
                    <a:latin typeface="Aptos Display" panose="020B0004020202020204" pitchFamily="34" charset="0"/>
                  </a:rPr>
                  <a:t> is the gradient of the predicted probability of class </a:t>
                </a:r>
                <a14:m>
                  <m:oMath xmlns:m="http://schemas.openxmlformats.org/officeDocument/2006/math">
                    <m:r>
                      <a:rPr lang="en-US" i="1" dirty="0" smtClean="0">
                        <a:latin typeface="Cambria Math" panose="02040503050406030204" pitchFamily="18" charset="0"/>
                      </a:rPr>
                      <m:t>𝑐</m:t>
                    </m:r>
                  </m:oMath>
                </a14:m>
                <a:r>
                  <a:rPr lang="en-US" dirty="0">
                    <a:latin typeface="Aptos Display" panose="020B0004020202020204" pitchFamily="34" charset="0"/>
                  </a:rPr>
                  <a:t> with respect to the input features</a:t>
                </a:r>
                <a14:m>
                  <m:oMath xmlns:m="http://schemas.openxmlformats.org/officeDocument/2006/math">
                    <m:r>
                      <a:rPr lang="en-US" dirty="0" smtClean="0">
                        <a:latin typeface="Cambria Math" panose="02040503050406030204" pitchFamily="18" charset="0"/>
                      </a:rPr>
                      <m:t>,</m:t>
                    </m:r>
                    <m:r>
                      <a:rPr lang="en-US" i="0" dirty="0">
                        <a:latin typeface="Cambria Math" panose="02040503050406030204" pitchFamily="18" charset="0"/>
                      </a:rPr>
                      <m:t>$</m:t>
                    </m:r>
                    <m:r>
                      <m:rPr>
                        <m:nor/>
                      </m:rPr>
                      <a:rPr lang="en-US" i="0" dirty="0">
                        <a:latin typeface="Aptos Display" panose="020B0004020202020204" pitchFamily="34" charset="0"/>
                      </a:rPr>
                      <m:t>sgn</m:t>
                    </m:r>
                    <m:r>
                      <a:rPr lang="en-US" i="0" dirty="0">
                        <a:latin typeface="Cambria Math" panose="02040503050406030204" pitchFamily="18" charset="0"/>
                      </a:rPr>
                      <m:t>$</m:t>
                    </m:r>
                  </m:oMath>
                </a14:m>
                <a:r>
                  <a:rPr lang="en-US" dirty="0">
                    <a:latin typeface="Aptos Display" panose="020B0004020202020204" pitchFamily="34" charset="0"/>
                  </a:rPr>
                  <a:t> is the sign function (returning </a:t>
                </a:r>
                <a14:m>
                  <m:oMath xmlns:m="http://schemas.openxmlformats.org/officeDocument/2006/math">
                    <m:r>
                      <a:rPr lang="en-US" dirty="0" smtClean="0">
                        <a:latin typeface="Cambria Math" panose="02040503050406030204" pitchFamily="18" charset="0"/>
                      </a:rPr>
                      <m:t>+</m:t>
                    </m:r>
                    <m:r>
                      <a:rPr lang="en-US" i="0" dirty="0">
                        <a:latin typeface="Cambria Math" panose="02040503050406030204" pitchFamily="18" charset="0"/>
                      </a:rPr>
                      <m:t>1</m:t>
                    </m:r>
                  </m:oMath>
                </a14:m>
                <a:r>
                  <a:rPr lang="en-US" dirty="0">
                    <a:latin typeface="Aptos Display" panose="020B0004020202020204" pitchFamily="34" charset="0"/>
                  </a:rPr>
                  <a:t> or </a:t>
                </a:r>
                <a14:m>
                  <m:oMath xmlns:m="http://schemas.openxmlformats.org/officeDocument/2006/math">
                    <m:r>
                      <a:rPr lang="en-US" dirty="0" smtClean="0">
                        <a:latin typeface="Cambria Math" panose="02040503050406030204" pitchFamily="18" charset="0"/>
                      </a:rPr>
                      <m:t>−</m:t>
                    </m:r>
                    <m:r>
                      <a:rPr lang="en-US" i="0" dirty="0">
                        <a:latin typeface="Cambria Math" panose="02040503050406030204" pitchFamily="18" charset="0"/>
                      </a:rPr>
                      <m:t>1</m:t>
                    </m:r>
                  </m:oMath>
                </a14:m>
                <a:r>
                  <a:rPr lang="en-US" dirty="0">
                    <a:latin typeface="Aptos Display" panose="020B0004020202020204" pitchFamily="34" charset="0"/>
                  </a:rPr>
                  <a:t>), and </a:t>
                </a:r>
                <a14:m>
                  <m:oMath xmlns:m="http://schemas.openxmlformats.org/officeDocument/2006/math">
                    <m:r>
                      <a:rPr lang="en-US" i="1" dirty="0" smtClean="0">
                        <a:latin typeface="Cambria Math" panose="02040503050406030204" pitchFamily="18" charset="0"/>
                      </a:rPr>
                      <m:t>𝜆</m:t>
                    </m:r>
                  </m:oMath>
                </a14:m>
                <a:r>
                  <a:rPr lang="en-US" dirty="0">
                    <a:latin typeface="Aptos Display" panose="020B0004020202020204" pitchFamily="34" charset="0"/>
                  </a:rPr>
                  <a:t> is the step size.</a:t>
                </a:r>
              </a:p>
              <a:p>
                <a:endParaRPr lang="en-US" dirty="0"/>
              </a:p>
            </p:txBody>
          </p:sp>
        </mc:Choice>
        <mc:Fallback xmlns="">
          <p:sp>
            <p:nvSpPr>
              <p:cNvPr id="3" name="Notes Placeholder 2">
                <a:extLst>
                  <a:ext uri="{FF2B5EF4-FFF2-40B4-BE49-F238E27FC236}">
                    <a16:creationId xmlns:a16="http://schemas.microsoft.com/office/drawing/2014/main" id="{4E00BBDF-7D13-C09D-DAC3-120BAEAF7905}"/>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latin typeface="Aptos Display" panose="020B0004020202020204" pitchFamily="34" charset="0"/>
                  </a:rPr>
                  <a:t>The attacker wants to generate a perturbed input </a:t>
                </a:r>
                <a:r>
                  <a:rPr lang="en-US" i="0" dirty="0">
                    <a:latin typeface="Cambria Math" panose="02040503050406030204" pitchFamily="18" charset="0"/>
                  </a:rPr>
                  <a:t>𝑥^∗</a:t>
                </a:r>
                <a:r>
                  <a:rPr lang="en-US" dirty="0">
                    <a:latin typeface="Aptos Display" panose="020B0004020202020204" pitchFamily="34" charset="0"/>
                  </a:rPr>
                  <a:t>  from a seed input </a:t>
                </a:r>
                <a:r>
                  <a:rPr lang="en-US" i="0" dirty="0">
                    <a:latin typeface="Cambria Math" panose="02040503050406030204" pitchFamily="18" charset="0"/>
                  </a:rPr>
                  <a:t>𝑥</a:t>
                </a:r>
                <a:r>
                  <a:rPr lang="en-US" dirty="0">
                    <a:latin typeface="Aptos Display" panose="020B0004020202020204" pitchFamily="34" charset="0"/>
                  </a:rPr>
                  <a:t> to probe the model's boundary for class </a:t>
                </a:r>
                <a:r>
                  <a:rPr lang="en-US" i="0" dirty="0">
                    <a:latin typeface="Cambria Math" panose="02040503050406030204" pitchFamily="18" charset="0"/>
                  </a:rPr>
                  <a:t>𝑐</a:t>
                </a:r>
                <a:r>
                  <a:rPr lang="en-US" dirty="0">
                    <a:latin typeface="Aptos Display" panose="020B0004020202020204" pitchFamily="34" charset="0"/>
                  </a:rPr>
                  <a:t>:</a:t>
                </a:r>
              </a:p>
              <a:p>
                <a:endParaRPr lang="en-US" dirty="0"/>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latin typeface="Aptos Display" panose="020B0004020202020204" pitchFamily="34" charset="0"/>
                  </a:rPr>
                  <a:t>Where </a:t>
                </a:r>
                <a:r>
                  <a:rPr lang="en-US" i="0" dirty="0">
                    <a:latin typeface="Cambria Math" panose="02040503050406030204" pitchFamily="18" charset="0"/>
                  </a:rPr>
                  <a:t>𝛻_𝑥</a:t>
                </a:r>
                <a:r>
                  <a:rPr lang="en-US" dirty="0">
                    <a:latin typeface="Aptos Display" panose="020B0004020202020204" pitchFamily="34" charset="0"/>
                  </a:rPr>
                  <a:t> </a:t>
                </a:r>
                <a:r>
                  <a:rPr lang="en-US" i="0" dirty="0">
                    <a:latin typeface="Cambria Math" panose="02040503050406030204" pitchFamily="18" charset="0"/>
                  </a:rPr>
                  <a:t>𝑓 ˜(𝑥)_𝑐 $</a:t>
                </a:r>
                <a:r>
                  <a:rPr lang="en-US" dirty="0">
                    <a:latin typeface="Aptos Display" panose="020B0004020202020204" pitchFamily="34" charset="0"/>
                  </a:rPr>
                  <a:t> is the gradient of the predicted probability of class </a:t>
                </a:r>
                <a:r>
                  <a:rPr lang="en-US" i="0" dirty="0">
                    <a:latin typeface="Cambria Math" panose="02040503050406030204" pitchFamily="18" charset="0"/>
                  </a:rPr>
                  <a:t>𝑐</a:t>
                </a:r>
                <a:r>
                  <a:rPr lang="en-US" dirty="0">
                    <a:latin typeface="Aptos Display" panose="020B0004020202020204" pitchFamily="34" charset="0"/>
                  </a:rPr>
                  <a:t> with respect to the input features</a:t>
                </a:r>
                <a:r>
                  <a:rPr lang="en-US" i="0" dirty="0">
                    <a:latin typeface="Cambria Math" panose="02040503050406030204" pitchFamily="18" charset="0"/>
                  </a:rPr>
                  <a:t>,$"sgn" $</a:t>
                </a:r>
                <a:r>
                  <a:rPr lang="en-US" dirty="0">
                    <a:latin typeface="Aptos Display" panose="020B0004020202020204" pitchFamily="34" charset="0"/>
                  </a:rPr>
                  <a:t> is the sign function (returning </a:t>
                </a:r>
                <a:r>
                  <a:rPr lang="en-US" i="0" dirty="0">
                    <a:latin typeface="Cambria Math" panose="02040503050406030204" pitchFamily="18" charset="0"/>
                  </a:rPr>
                  <a:t>+1</a:t>
                </a:r>
                <a:r>
                  <a:rPr lang="en-US" dirty="0">
                    <a:latin typeface="Aptos Display" panose="020B0004020202020204" pitchFamily="34" charset="0"/>
                  </a:rPr>
                  <a:t> or </a:t>
                </a:r>
                <a:r>
                  <a:rPr lang="en-US" i="0" dirty="0">
                    <a:latin typeface="Cambria Math" panose="02040503050406030204" pitchFamily="18" charset="0"/>
                  </a:rPr>
                  <a:t>−1</a:t>
                </a:r>
                <a:r>
                  <a:rPr lang="en-US" dirty="0">
                    <a:latin typeface="Aptos Display" panose="020B0004020202020204" pitchFamily="34" charset="0"/>
                  </a:rPr>
                  <a:t>), and </a:t>
                </a:r>
                <a:r>
                  <a:rPr lang="en-US" i="0" dirty="0">
                    <a:latin typeface="Cambria Math" panose="02040503050406030204" pitchFamily="18" charset="0"/>
                  </a:rPr>
                  <a:t>𝜆</a:t>
                </a:r>
                <a:r>
                  <a:rPr lang="en-US" dirty="0">
                    <a:latin typeface="Aptos Display" panose="020B0004020202020204" pitchFamily="34" charset="0"/>
                  </a:rPr>
                  <a:t> is the step size.</a:t>
                </a:r>
              </a:p>
              <a:p>
                <a:endParaRPr lang="en-US" dirty="0"/>
              </a:p>
            </p:txBody>
          </p:sp>
        </mc:Fallback>
      </mc:AlternateContent>
      <p:sp>
        <p:nvSpPr>
          <p:cNvPr id="4" name="Slide Number Placeholder 3">
            <a:extLst>
              <a:ext uri="{FF2B5EF4-FFF2-40B4-BE49-F238E27FC236}">
                <a16:creationId xmlns:a16="http://schemas.microsoft.com/office/drawing/2014/main" id="{4A7066B4-EEBC-A763-BFA4-3930D4A308BA}"/>
              </a:ext>
            </a:extLst>
          </p:cNvPr>
          <p:cNvSpPr>
            <a:spLocks noGrp="1"/>
          </p:cNvSpPr>
          <p:nvPr>
            <p:ph type="sldNum" sz="quarter" idx="5"/>
          </p:nvPr>
        </p:nvSpPr>
        <p:spPr/>
        <p:txBody>
          <a:bodyPr/>
          <a:lstStyle/>
          <a:p>
            <a:pPr>
              <a:defRPr/>
            </a:pPr>
            <a:fld id="{8BC0F33B-1674-4AD7-BDC8-DD9E9E0A95D4}" type="slidenum">
              <a:rPr lang="it-IT" smtClean="0"/>
              <a:pPr>
                <a:defRPr/>
              </a:pPr>
              <a:t>10</a:t>
            </a:fld>
            <a:endParaRPr lang="it-IT"/>
          </a:p>
        </p:txBody>
      </p:sp>
    </p:spTree>
    <p:extLst>
      <p:ext uri="{BB962C8B-B14F-4D97-AF65-F5344CB8AC3E}">
        <p14:creationId xmlns:p14="http://schemas.microsoft.com/office/powerpoint/2010/main" val="6846284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06CBF-90BB-028D-1385-3DF39B716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B8012-93DC-1578-42F4-B6B3BF6BD2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4D389D-4123-EE06-49B0-4505FBEAEE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793C80-ED89-0AB8-6723-2FC096D874A4}"/>
              </a:ext>
            </a:extLst>
          </p:cNvPr>
          <p:cNvSpPr>
            <a:spLocks noGrp="1"/>
          </p:cNvSpPr>
          <p:nvPr>
            <p:ph type="sldNum" sz="quarter" idx="5"/>
          </p:nvPr>
        </p:nvSpPr>
        <p:spPr/>
        <p:txBody>
          <a:bodyPr/>
          <a:lstStyle/>
          <a:p>
            <a:pPr>
              <a:defRPr/>
            </a:pPr>
            <a:fld id="{8BC0F33B-1674-4AD7-BDC8-DD9E9E0A95D4}" type="slidenum">
              <a:rPr lang="it-IT" smtClean="0"/>
              <a:pPr>
                <a:defRPr/>
              </a:pPr>
              <a:t>11</a:t>
            </a:fld>
            <a:endParaRPr lang="it-IT"/>
          </a:p>
        </p:txBody>
      </p:sp>
    </p:spTree>
    <p:extLst>
      <p:ext uri="{BB962C8B-B14F-4D97-AF65-F5344CB8AC3E}">
        <p14:creationId xmlns:p14="http://schemas.microsoft.com/office/powerpoint/2010/main" val="17306984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E8B11-49E3-A9BC-5942-AD6FF1131B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072DF-3E65-1AFF-1DA8-3374F1C1DC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9BF49-8421-365D-BB08-E1F75B8D16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4D331B-911C-DF54-A243-D535AFEC6706}"/>
              </a:ext>
            </a:extLst>
          </p:cNvPr>
          <p:cNvSpPr>
            <a:spLocks noGrp="1"/>
          </p:cNvSpPr>
          <p:nvPr>
            <p:ph type="sldNum" sz="quarter" idx="5"/>
          </p:nvPr>
        </p:nvSpPr>
        <p:spPr/>
        <p:txBody>
          <a:bodyPr/>
          <a:lstStyle/>
          <a:p>
            <a:pPr>
              <a:defRPr/>
            </a:pPr>
            <a:fld id="{8BC0F33B-1674-4AD7-BDC8-DD9E9E0A95D4}" type="slidenum">
              <a:rPr lang="it-IT" smtClean="0"/>
              <a:pPr>
                <a:defRPr/>
              </a:pPr>
              <a:t>12</a:t>
            </a:fld>
            <a:endParaRPr lang="it-IT"/>
          </a:p>
        </p:txBody>
      </p:sp>
    </p:spTree>
    <p:extLst>
      <p:ext uri="{BB962C8B-B14F-4D97-AF65-F5344CB8AC3E}">
        <p14:creationId xmlns:p14="http://schemas.microsoft.com/office/powerpoint/2010/main" val="12666950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13CBC-F48B-E39E-BC49-6E3CAF48ED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B2FD5E-26CE-DAA8-0203-75B871977C6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F62A42C-A47F-9DBC-4296-866B06E39404}"/>
                  </a:ext>
                </a:extLst>
              </p:cNvPr>
              <p:cNvSpPr>
                <a:spLocks noGrp="1"/>
              </p:cNvSpPr>
              <p:nvPr>
                <p:ph type="body" idx="1"/>
              </p:nvPr>
            </p:nvSpPr>
            <p:spPr/>
            <p:txBody>
              <a:bodyPr/>
              <a:lstStyle/>
              <a:p>
                <a:r>
                  <a:rPr lang="en-US" sz="1200" dirty="0">
                    <a:latin typeface="Aptos Display" panose="020B0004020202020204" pitchFamily="34" charset="0"/>
                  </a:rPr>
                  <a:t>This completes the first iteration. The new sample </a:t>
                </a:r>
                <a14:m>
                  <m:oMath xmlns:m="http://schemas.openxmlformats.org/officeDocument/2006/math">
                    <m:sSup>
                      <m:sSupPr>
                        <m:ctrlPr>
                          <a:rPr lang="en-US" sz="1200" i="1" dirty="0" smtClean="0">
                            <a:latin typeface="Cambria Math" panose="02040503050406030204" pitchFamily="18" charset="0"/>
                          </a:rPr>
                        </m:ctrlPr>
                      </m:sSupPr>
                      <m:e>
                        <m:r>
                          <a:rPr lang="en-US" sz="1200" i="1" dirty="0">
                            <a:latin typeface="Cambria Math" panose="02040503050406030204" pitchFamily="18" charset="0"/>
                          </a:rPr>
                          <m:t>𝑥</m:t>
                        </m:r>
                      </m:e>
                      <m:sup>
                        <m:d>
                          <m:dPr>
                            <m:ctrlPr>
                              <a:rPr lang="en-US" sz="1200" i="1" dirty="0">
                                <a:latin typeface="Cambria Math" panose="02040503050406030204" pitchFamily="18" charset="0"/>
                              </a:rPr>
                            </m:ctrlPr>
                          </m:dPr>
                          <m:e>
                            <m:r>
                              <a:rPr lang="en-US" sz="1200" i="0" dirty="0">
                                <a:latin typeface="Cambria Math" panose="02040503050406030204" pitchFamily="18" charset="0"/>
                              </a:rPr>
                              <m:t>1</m:t>
                            </m:r>
                          </m:e>
                        </m:d>
                      </m:sup>
                    </m:sSup>
                  </m:oMath>
                </a14:m>
                <a:r>
                  <a:rPr lang="en-US" sz="1200" dirty="0">
                    <a:latin typeface="Aptos Display" panose="020B0004020202020204" pitchFamily="34" charset="0"/>
                  </a:rPr>
                  <a:t> is sent to the target API to find the boundary label.</a:t>
                </a:r>
              </a:p>
              <a:p>
                <a:r>
                  <a:rPr lang="en-US" sz="1200" dirty="0">
                    <a:latin typeface="Aptos Display" panose="020B0004020202020204" pitchFamily="34" charset="0"/>
                  </a:rPr>
                  <a:t>To trace how the attack continues to walk along the decision boundary, we perform the next iterations: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latin typeface="Aptos Display" panose="020B0004020202020204" pitchFamily="34" charset="0"/>
                  </a:rPr>
                  <a:t>Continues numbering from 4</a:t>
                </a:r>
              </a:p>
              <a:p>
                <a:endParaRPr lang="en-US" dirty="0"/>
              </a:p>
            </p:txBody>
          </p:sp>
        </mc:Choice>
        <mc:Fallback xmlns="">
          <p:sp>
            <p:nvSpPr>
              <p:cNvPr id="3" name="Notes Placeholder 2">
                <a:extLst>
                  <a:ext uri="{FF2B5EF4-FFF2-40B4-BE49-F238E27FC236}">
                    <a16:creationId xmlns:a16="http://schemas.microsoft.com/office/drawing/2014/main" id="{1F62A42C-A47F-9DBC-4296-866B06E39404}"/>
                  </a:ext>
                </a:extLst>
              </p:cNvPr>
              <p:cNvSpPr>
                <a:spLocks noGrp="1"/>
              </p:cNvSpPr>
              <p:nvPr>
                <p:ph type="body" idx="1"/>
              </p:nvPr>
            </p:nvSpPr>
            <p:spPr/>
            <p:txBody>
              <a:bodyPr/>
              <a:lstStyle/>
              <a:p>
                <a:r>
                  <a:rPr lang="en-US" sz="1200" dirty="0">
                    <a:latin typeface="Aptos Display" panose="020B0004020202020204" pitchFamily="34" charset="0"/>
                  </a:rPr>
                  <a:t>This completes the first iteration. The new sample </a:t>
                </a:r>
                <a:r>
                  <a:rPr lang="en-US" sz="1200" i="0" dirty="0">
                    <a:latin typeface="Cambria Math" panose="02040503050406030204" pitchFamily="18" charset="0"/>
                  </a:rPr>
                  <a:t>𝑥^((1) )</a:t>
                </a:r>
                <a:r>
                  <a:rPr lang="en-US" sz="1200" dirty="0">
                    <a:latin typeface="Aptos Display" panose="020B0004020202020204" pitchFamily="34" charset="0"/>
                  </a:rPr>
                  <a:t> is sent to the target API to find the boundary label.</a:t>
                </a:r>
              </a:p>
              <a:p>
                <a:r>
                  <a:rPr lang="en-US" sz="1200" dirty="0">
                    <a:latin typeface="Aptos Display" panose="020B0004020202020204" pitchFamily="34" charset="0"/>
                  </a:rPr>
                  <a:t>To trace how the attack continues to walk along the decision boundary, we perform the next iterations: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latin typeface="Aptos Display" panose="020B0004020202020204" pitchFamily="34" charset="0"/>
                  </a:rPr>
                  <a:t>Continues numbering from 4</a:t>
                </a:r>
              </a:p>
              <a:p>
                <a:endParaRPr lang="en-US" dirty="0"/>
              </a:p>
            </p:txBody>
          </p:sp>
        </mc:Fallback>
      </mc:AlternateContent>
      <p:sp>
        <p:nvSpPr>
          <p:cNvPr id="4" name="Slide Number Placeholder 3">
            <a:extLst>
              <a:ext uri="{FF2B5EF4-FFF2-40B4-BE49-F238E27FC236}">
                <a16:creationId xmlns:a16="http://schemas.microsoft.com/office/drawing/2014/main" id="{749D75BA-FFDE-8AE2-84A1-272805DA7DEE}"/>
              </a:ext>
            </a:extLst>
          </p:cNvPr>
          <p:cNvSpPr>
            <a:spLocks noGrp="1"/>
          </p:cNvSpPr>
          <p:nvPr>
            <p:ph type="sldNum" sz="quarter" idx="5"/>
          </p:nvPr>
        </p:nvSpPr>
        <p:spPr/>
        <p:txBody>
          <a:bodyPr/>
          <a:lstStyle/>
          <a:p>
            <a:pPr>
              <a:defRPr/>
            </a:pPr>
            <a:fld id="{8BC0F33B-1674-4AD7-BDC8-DD9E9E0A95D4}" type="slidenum">
              <a:rPr lang="it-IT" smtClean="0"/>
              <a:pPr>
                <a:defRPr/>
              </a:pPr>
              <a:t>13</a:t>
            </a:fld>
            <a:endParaRPr lang="it-IT"/>
          </a:p>
        </p:txBody>
      </p:sp>
    </p:spTree>
    <p:extLst>
      <p:ext uri="{BB962C8B-B14F-4D97-AF65-F5344CB8AC3E}">
        <p14:creationId xmlns:p14="http://schemas.microsoft.com/office/powerpoint/2010/main" val="40735263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369C8-4806-D5DD-59AC-11AE537D72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9AABF8-F79A-BBD4-96DC-01D928DC83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7A2A5E-C6B1-CB5C-3ECB-B47C7CC286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8A1DB4-54D9-2209-A63F-61A62D750C47}"/>
              </a:ext>
            </a:extLst>
          </p:cNvPr>
          <p:cNvSpPr>
            <a:spLocks noGrp="1"/>
          </p:cNvSpPr>
          <p:nvPr>
            <p:ph type="sldNum" sz="quarter" idx="5"/>
          </p:nvPr>
        </p:nvSpPr>
        <p:spPr/>
        <p:txBody>
          <a:bodyPr/>
          <a:lstStyle/>
          <a:p>
            <a:pPr>
              <a:defRPr/>
            </a:pPr>
            <a:fld id="{8BC0F33B-1674-4AD7-BDC8-DD9E9E0A95D4}" type="slidenum">
              <a:rPr lang="it-IT" smtClean="0"/>
              <a:pPr>
                <a:defRPr/>
              </a:pPr>
              <a:t>14</a:t>
            </a:fld>
            <a:endParaRPr lang="it-IT"/>
          </a:p>
        </p:txBody>
      </p:sp>
    </p:spTree>
    <p:extLst>
      <p:ext uri="{BB962C8B-B14F-4D97-AF65-F5344CB8AC3E}">
        <p14:creationId xmlns:p14="http://schemas.microsoft.com/office/powerpoint/2010/main" val="32215298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90209-C671-E025-0153-DE4EBD41CC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7A02D-7C37-B8EA-953C-9516355AE167}"/>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55958D4F-0CC3-E1FA-D8D9-CB814F448606}"/>
                  </a:ext>
                </a:extLst>
              </p:cNvPr>
              <p:cNvSpPr>
                <a:spLocks noGrp="1"/>
              </p:cNvSpPr>
              <p:nvPr>
                <p:ph type="body" idx="1"/>
              </p:nvPr>
            </p:nvSpPr>
            <p:spPr/>
            <p:txBody>
              <a:bodyPr/>
              <a:lstStyle/>
              <a:p>
                <a:r>
                  <a:rPr lang="en-US" dirty="0">
                    <a:latin typeface="Aptos Display" panose="020B0004020202020204" pitchFamily="34" charset="0"/>
                  </a:rPr>
                  <a:t>The attacker starts at </a:t>
                </a:r>
                <a14:m>
                  <m:oMath xmlns:m="http://schemas.openxmlformats.org/officeDocument/2006/math">
                    <m:sSup>
                      <m:sSupPr>
                        <m:ctrlPr>
                          <a:rPr lang="en-US" i="1" dirty="0" smtClean="0">
                            <a:latin typeface="Cambria Math" panose="02040503050406030204" pitchFamily="18" charset="0"/>
                          </a:rPr>
                        </m:ctrlPr>
                      </m:sSupPr>
                      <m:e>
                        <m:r>
                          <a:rPr lang="en-US" i="1" dirty="0">
                            <a:latin typeface="Cambria Math" panose="02040503050406030204" pitchFamily="18" charset="0"/>
                          </a:rPr>
                          <m:t>𝑥</m:t>
                        </m:r>
                      </m:e>
                      <m:sup>
                        <m:d>
                          <m:dPr>
                            <m:ctrlPr>
                              <a:rPr lang="en-US" i="1" dirty="0">
                                <a:latin typeface="Cambria Math" panose="02040503050406030204" pitchFamily="18" charset="0"/>
                              </a:rPr>
                            </m:ctrlPr>
                          </m:dPr>
                          <m:e>
                            <m:r>
                              <a:rPr lang="en-US" i="0" dirty="0">
                                <a:latin typeface="Cambria Math" panose="02040503050406030204" pitchFamily="18" charset="0"/>
                              </a:rPr>
                              <m:t>2</m:t>
                            </m:r>
                          </m:e>
                        </m:d>
                      </m:sup>
                    </m:sSup>
                    <m:r>
                      <a:rPr lang="en-US" i="0" dirty="0">
                        <a:latin typeface="Cambria Math" panose="02040503050406030204" pitchFamily="18" charset="0"/>
                      </a:rPr>
                      <m:t>=</m:t>
                    </m:r>
                    <m:sSup>
                      <m:sSupPr>
                        <m:ctrlPr>
                          <a:rPr lang="en-US" i="1" dirty="0">
                            <a:latin typeface="Cambria Math" panose="02040503050406030204" pitchFamily="18" charset="0"/>
                          </a:rPr>
                        </m:ctrlPr>
                      </m:sSupPr>
                      <m:e>
                        <m:d>
                          <m:dPr>
                            <m:begChr m:val="["/>
                            <m:endChr m:val="]"/>
                            <m:ctrlPr>
                              <a:rPr lang="en-US" i="1" dirty="0">
                                <a:latin typeface="Cambria Math" panose="02040503050406030204" pitchFamily="18" charset="0"/>
                              </a:rPr>
                            </m:ctrlPr>
                          </m:dPr>
                          <m:e>
                            <m:r>
                              <a:rPr lang="en-US" i="0" dirty="0">
                                <a:latin typeface="Cambria Math" panose="02040503050406030204" pitchFamily="18" charset="0"/>
                              </a:rPr>
                              <m:t>0.7,0.6</m:t>
                            </m:r>
                          </m:e>
                        </m:d>
                      </m:e>
                      <m:sup>
                        <m:r>
                          <a:rPr lang="en-US" i="1" dirty="0">
                            <a:latin typeface="Cambria Math" panose="02040503050406030204" pitchFamily="18" charset="0"/>
                          </a:rPr>
                          <m:t>𝑇</m:t>
                        </m:r>
                      </m:sup>
                    </m:sSup>
                  </m:oMath>
                </a14:m>
                <a:r>
                  <a:rPr lang="en-US" dirty="0">
                    <a:latin typeface="Aptos Display" panose="020B0004020202020204" pitchFamily="34" charset="0"/>
                  </a:rPr>
                  <a:t>. </a:t>
                </a:r>
                <a:endParaRPr lang="en-US" dirty="0"/>
              </a:p>
            </p:txBody>
          </p:sp>
        </mc:Choice>
        <mc:Fallback xmlns="">
          <p:sp>
            <p:nvSpPr>
              <p:cNvPr id="3" name="Notes Placeholder 2">
                <a:extLst>
                  <a:ext uri="{FF2B5EF4-FFF2-40B4-BE49-F238E27FC236}">
                    <a16:creationId xmlns:a16="http://schemas.microsoft.com/office/drawing/2014/main" id="{55958D4F-0CC3-E1FA-D8D9-CB814F448606}"/>
                  </a:ext>
                </a:extLst>
              </p:cNvPr>
              <p:cNvSpPr>
                <a:spLocks noGrp="1"/>
              </p:cNvSpPr>
              <p:nvPr>
                <p:ph type="body" idx="1"/>
              </p:nvPr>
            </p:nvSpPr>
            <p:spPr/>
            <p:txBody>
              <a:bodyPr/>
              <a:lstStyle/>
              <a:p>
                <a:r>
                  <a:rPr lang="en-US" dirty="0">
                    <a:latin typeface="Aptos Display" panose="020B0004020202020204" pitchFamily="34" charset="0"/>
                  </a:rPr>
                  <a:t>The attacker starts at </a:t>
                </a:r>
                <a:r>
                  <a:rPr lang="en-US" i="0" dirty="0">
                    <a:latin typeface="Cambria Math" panose="02040503050406030204" pitchFamily="18" charset="0"/>
                  </a:rPr>
                  <a:t>𝑥^((2) )=[0.7,0.6]^𝑇</a:t>
                </a:r>
                <a:r>
                  <a:rPr lang="en-US" dirty="0">
                    <a:latin typeface="Aptos Display" panose="020B0004020202020204" pitchFamily="34" charset="0"/>
                  </a:rPr>
                  <a:t>. </a:t>
                </a:r>
                <a:endParaRPr lang="en-US" dirty="0"/>
              </a:p>
            </p:txBody>
          </p:sp>
        </mc:Fallback>
      </mc:AlternateContent>
      <p:sp>
        <p:nvSpPr>
          <p:cNvPr id="4" name="Slide Number Placeholder 3">
            <a:extLst>
              <a:ext uri="{FF2B5EF4-FFF2-40B4-BE49-F238E27FC236}">
                <a16:creationId xmlns:a16="http://schemas.microsoft.com/office/drawing/2014/main" id="{A059CB80-65D3-D529-CFA9-3DC222F9ECBB}"/>
              </a:ext>
            </a:extLst>
          </p:cNvPr>
          <p:cNvSpPr>
            <a:spLocks noGrp="1"/>
          </p:cNvSpPr>
          <p:nvPr>
            <p:ph type="sldNum" sz="quarter" idx="5"/>
          </p:nvPr>
        </p:nvSpPr>
        <p:spPr/>
        <p:txBody>
          <a:bodyPr/>
          <a:lstStyle/>
          <a:p>
            <a:pPr>
              <a:defRPr/>
            </a:pPr>
            <a:fld id="{8BC0F33B-1674-4AD7-BDC8-DD9E9E0A95D4}" type="slidenum">
              <a:rPr lang="it-IT" smtClean="0"/>
              <a:pPr>
                <a:defRPr/>
              </a:pPr>
              <a:t>15</a:t>
            </a:fld>
            <a:endParaRPr lang="it-IT"/>
          </a:p>
        </p:txBody>
      </p:sp>
    </p:spTree>
    <p:extLst>
      <p:ext uri="{BB962C8B-B14F-4D97-AF65-F5344CB8AC3E}">
        <p14:creationId xmlns:p14="http://schemas.microsoft.com/office/powerpoint/2010/main" val="27797059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87DE1-896E-2A39-6600-D5DAF12443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41BEC5-0248-9406-8E0D-65E31C307D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9FEAA0-E3CE-7FF1-6EC1-EA6327AD6B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A29F95-D061-A199-A7E5-2C4EE4AE0CC0}"/>
              </a:ext>
            </a:extLst>
          </p:cNvPr>
          <p:cNvSpPr>
            <a:spLocks noGrp="1"/>
          </p:cNvSpPr>
          <p:nvPr>
            <p:ph type="sldNum" sz="quarter" idx="5"/>
          </p:nvPr>
        </p:nvSpPr>
        <p:spPr/>
        <p:txBody>
          <a:bodyPr/>
          <a:lstStyle/>
          <a:p>
            <a:pPr>
              <a:defRPr/>
            </a:pPr>
            <a:fld id="{8BC0F33B-1674-4AD7-BDC8-DD9E9E0A95D4}" type="slidenum">
              <a:rPr lang="it-IT" smtClean="0"/>
              <a:pPr>
                <a:defRPr/>
              </a:pPr>
              <a:t>16</a:t>
            </a:fld>
            <a:endParaRPr lang="it-IT"/>
          </a:p>
        </p:txBody>
      </p:sp>
    </p:spTree>
    <p:extLst>
      <p:ext uri="{BB962C8B-B14F-4D97-AF65-F5344CB8AC3E}">
        <p14:creationId xmlns:p14="http://schemas.microsoft.com/office/powerpoint/2010/main" val="146748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9F5A8-3A8C-D77E-79BD-1341CE061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08EA9A-2BC0-DB89-47DA-187A6ED961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4A8761-B422-1061-EB1A-5BBC3BE968EF}"/>
              </a:ext>
            </a:extLst>
          </p:cNvPr>
          <p:cNvSpPr>
            <a:spLocks noGrp="1"/>
          </p:cNvSpPr>
          <p:nvPr>
            <p:ph type="body" idx="1"/>
          </p:nvPr>
        </p:nvSpPr>
        <p:spPr/>
        <p:txBody>
          <a:bodyPr/>
          <a:lstStyle/>
          <a:p>
            <a:r>
              <a:rPr lang="en-US" dirty="0"/>
              <a:t>Equation solving is used when the victim model is a simple, standard machine learning algorithm (like Linear</a:t>
            </a:r>
          </a:p>
          <a:p>
            <a:r>
              <a:rPr lang="en-US" dirty="0"/>
              <a:t>or Logistic Regression). </a:t>
            </a:r>
          </a:p>
          <a:p>
            <a:r>
              <a:rPr lang="en-US" dirty="0"/>
              <a:t>1. Linear Relationship: These models make predictions by multiplying inputs</a:t>
            </a:r>
          </a:p>
          <a:p>
            <a:r>
              <a:rPr lang="en-US" dirty="0"/>
              <a:t>by weights and adding a bias. If the API returns exact prediction confidence scores (probabilities), we can</a:t>
            </a:r>
          </a:p>
          <a:p>
            <a:r>
              <a:rPr lang="en-US" dirty="0"/>
              <a:t>reverse-engineer this math. </a:t>
            </a:r>
          </a:p>
          <a:p>
            <a:endParaRPr lang="en-US" dirty="0"/>
          </a:p>
          <a:p>
            <a:r>
              <a:rPr lang="en-US" dirty="0"/>
              <a:t>2. System of Equations: Since the parameters are unknown, we can treat</a:t>
            </a:r>
          </a:p>
          <a:p>
            <a:r>
              <a:rPr lang="en-US" dirty="0"/>
              <a:t>them as variables in a system of linear equations. </a:t>
            </a:r>
          </a:p>
          <a:p>
            <a:endParaRPr lang="en-US" dirty="0"/>
          </a:p>
          <a:p>
            <a:r>
              <a:rPr lang="en-US" dirty="0"/>
              <a:t>3. Solve: By querying the API with a set of linearly</a:t>
            </a:r>
          </a:p>
          <a:p>
            <a:r>
              <a:rPr lang="en-US" dirty="0"/>
              <a:t>independent inputs, we generate enough equations to solve for the exact weights and bias</a:t>
            </a:r>
          </a:p>
        </p:txBody>
      </p:sp>
      <p:sp>
        <p:nvSpPr>
          <p:cNvPr id="4" name="Slide Number Placeholder 3">
            <a:extLst>
              <a:ext uri="{FF2B5EF4-FFF2-40B4-BE49-F238E27FC236}">
                <a16:creationId xmlns:a16="http://schemas.microsoft.com/office/drawing/2014/main" id="{7DBF9A49-494E-8B36-E5AA-667D3B1C6B67}"/>
              </a:ext>
            </a:extLst>
          </p:cNvPr>
          <p:cNvSpPr>
            <a:spLocks noGrp="1"/>
          </p:cNvSpPr>
          <p:nvPr>
            <p:ph type="sldNum" sz="quarter" idx="5"/>
          </p:nvPr>
        </p:nvSpPr>
        <p:spPr/>
        <p:txBody>
          <a:bodyPr/>
          <a:lstStyle/>
          <a:p>
            <a:pPr>
              <a:defRPr/>
            </a:pPr>
            <a:fld id="{8BC0F33B-1674-4AD7-BDC8-DD9E9E0A95D4}" type="slidenum">
              <a:rPr lang="it-IT" smtClean="0"/>
              <a:pPr>
                <a:defRPr/>
              </a:pPr>
              <a:t>17</a:t>
            </a:fld>
            <a:endParaRPr lang="it-IT"/>
          </a:p>
        </p:txBody>
      </p:sp>
    </p:spTree>
    <p:extLst>
      <p:ext uri="{BB962C8B-B14F-4D97-AF65-F5344CB8AC3E}">
        <p14:creationId xmlns:p14="http://schemas.microsoft.com/office/powerpoint/2010/main" val="39215277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56944-1042-46F3-5CA3-5B0A2D5B9C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022888-7032-4EBE-3177-9F807AADE3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B50D3A-A37A-2145-1DE5-1C096F3ED6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A5F8D4-1667-2389-D0CE-8BEAB403D3B9}"/>
              </a:ext>
            </a:extLst>
          </p:cNvPr>
          <p:cNvSpPr>
            <a:spLocks noGrp="1"/>
          </p:cNvSpPr>
          <p:nvPr>
            <p:ph type="sldNum" sz="quarter" idx="5"/>
          </p:nvPr>
        </p:nvSpPr>
        <p:spPr/>
        <p:txBody>
          <a:bodyPr/>
          <a:lstStyle/>
          <a:p>
            <a:pPr>
              <a:defRPr/>
            </a:pPr>
            <a:fld id="{8BC0F33B-1674-4AD7-BDC8-DD9E9E0A95D4}" type="slidenum">
              <a:rPr lang="it-IT" smtClean="0"/>
              <a:pPr>
                <a:defRPr/>
              </a:pPr>
              <a:t>18</a:t>
            </a:fld>
            <a:endParaRPr lang="it-IT"/>
          </a:p>
        </p:txBody>
      </p:sp>
    </p:spTree>
    <p:extLst>
      <p:ext uri="{BB962C8B-B14F-4D97-AF65-F5344CB8AC3E}">
        <p14:creationId xmlns:p14="http://schemas.microsoft.com/office/powerpoint/2010/main" val="37725841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416F4-03DE-D155-6594-04270D667E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3D1D48-C18F-4D98-0C89-72C2BDD214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650AE5-B667-3DF4-118A-8A03F85342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B366AF-2713-14A3-43CF-FC92152A98C6}"/>
              </a:ext>
            </a:extLst>
          </p:cNvPr>
          <p:cNvSpPr>
            <a:spLocks noGrp="1"/>
          </p:cNvSpPr>
          <p:nvPr>
            <p:ph type="sldNum" sz="quarter" idx="5"/>
          </p:nvPr>
        </p:nvSpPr>
        <p:spPr/>
        <p:txBody>
          <a:bodyPr/>
          <a:lstStyle/>
          <a:p>
            <a:pPr>
              <a:defRPr/>
            </a:pPr>
            <a:fld id="{8BC0F33B-1674-4AD7-BDC8-DD9E9E0A95D4}" type="slidenum">
              <a:rPr lang="it-IT" smtClean="0"/>
              <a:pPr>
                <a:defRPr/>
              </a:pPr>
              <a:t>19</a:t>
            </a:fld>
            <a:endParaRPr lang="it-IT"/>
          </a:p>
        </p:txBody>
      </p:sp>
    </p:spTree>
    <p:extLst>
      <p:ext uri="{BB962C8B-B14F-4D97-AF65-F5344CB8AC3E}">
        <p14:creationId xmlns:p14="http://schemas.microsoft.com/office/powerpoint/2010/main" val="24022095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204A7-C39A-B6E5-017B-5C428D6224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97E91E-F131-E786-1674-56B4F8E0E3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3FE9FE-3BF0-89F8-E8EF-B0CF1E48E0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3F5B8C-6FC0-6F2E-025C-931426A8FECC}"/>
              </a:ext>
            </a:extLst>
          </p:cNvPr>
          <p:cNvSpPr>
            <a:spLocks noGrp="1"/>
          </p:cNvSpPr>
          <p:nvPr>
            <p:ph type="sldNum" sz="quarter" idx="5"/>
          </p:nvPr>
        </p:nvSpPr>
        <p:spPr/>
        <p:txBody>
          <a:bodyPr/>
          <a:lstStyle/>
          <a:p>
            <a:pPr>
              <a:defRPr/>
            </a:pPr>
            <a:fld id="{8BC0F33B-1674-4AD7-BDC8-DD9E9E0A95D4}" type="slidenum">
              <a:rPr lang="it-IT" smtClean="0"/>
              <a:pPr>
                <a:defRPr/>
              </a:pPr>
              <a:t>20</a:t>
            </a:fld>
            <a:endParaRPr lang="it-IT"/>
          </a:p>
        </p:txBody>
      </p:sp>
    </p:spTree>
    <p:extLst>
      <p:ext uri="{BB962C8B-B14F-4D97-AF65-F5344CB8AC3E}">
        <p14:creationId xmlns:p14="http://schemas.microsoft.com/office/powerpoint/2010/main" val="41499975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F0789-8D6C-183E-384D-7382BECA5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ADE721-B42D-48E7-DD22-8A243D758E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185449-7034-396F-E455-1A5A01624170}"/>
              </a:ext>
            </a:extLst>
          </p:cNvPr>
          <p:cNvSpPr>
            <a:spLocks noGrp="1"/>
          </p:cNvSpPr>
          <p:nvPr>
            <p:ph type="body" idx="1"/>
          </p:nvPr>
        </p:nvSpPr>
        <p:spPr/>
        <p:txBody>
          <a:bodyPr/>
          <a:lstStyle/>
          <a:p>
            <a:r>
              <a:rPr lang="en-US" dirty="0"/>
              <a:t>Problem Domain (PD) Attacks: The attacker queries the model using natural data from the same domain as the target task.</a:t>
            </a:r>
          </a:p>
          <a:p>
            <a:r>
              <a:rPr lang="en-US" dirty="0"/>
              <a:t>Intuition: If we want to steal a model that classifies handwriting, we collect a public set of handwritten letters. This is highly effective but difficult if the domain is private (e.g. clinical datasets).</a:t>
            </a:r>
          </a:p>
          <a:p>
            <a:endParaRPr lang="en-US" dirty="0"/>
          </a:p>
          <a:p>
            <a:r>
              <a:rPr lang="en-US" dirty="0"/>
              <a:t>Non-Problem Domain (NPD) Attacks: The attacker queries the model using natural data from a completely unrelated domain.</a:t>
            </a:r>
          </a:p>
          <a:p>
            <a:r>
              <a:rPr lang="en-US" dirty="0"/>
              <a:t>Intuition: If we want to steal a face-detector model, we query it with pictures of flowers or cars. Even though the input is unrelated, the victim model is forced to make predictions (e.g., classifying a leaf as a ``smiling face'' with a low probability). These predictions reveal the underlying decision boundaries of the target model.</a:t>
            </a:r>
          </a:p>
          <a:p>
            <a:endParaRPr lang="en-US" dirty="0"/>
          </a:p>
          <a:p>
            <a:r>
              <a:rPr lang="en-US" dirty="0"/>
              <a:t>Data-Free (DF) Attacks: The attacker has zero real data, so they use a generative model (like a Generative Adversarial Network, or GAN) to synthetically build inputs.</a:t>
            </a:r>
          </a:p>
          <a:p>
            <a:r>
              <a:rPr lang="en-US" dirty="0"/>
              <a:t>Intuition: This is like drawing random scribbles, showing them to a teacher, and observing their reactions to learn what a ``letter'' looks like. Over time, the generator adjusts the scribbles to become realistic inputs.</a:t>
            </a:r>
          </a:p>
        </p:txBody>
      </p:sp>
      <p:sp>
        <p:nvSpPr>
          <p:cNvPr id="4" name="Slide Number Placeholder 3">
            <a:extLst>
              <a:ext uri="{FF2B5EF4-FFF2-40B4-BE49-F238E27FC236}">
                <a16:creationId xmlns:a16="http://schemas.microsoft.com/office/drawing/2014/main" id="{163BE2A6-034B-E2B6-EE73-8B6DAFB87789}"/>
              </a:ext>
            </a:extLst>
          </p:cNvPr>
          <p:cNvSpPr>
            <a:spLocks noGrp="1"/>
          </p:cNvSpPr>
          <p:nvPr>
            <p:ph type="sldNum" sz="quarter" idx="5"/>
          </p:nvPr>
        </p:nvSpPr>
        <p:spPr/>
        <p:txBody>
          <a:bodyPr/>
          <a:lstStyle/>
          <a:p>
            <a:pPr>
              <a:defRPr/>
            </a:pPr>
            <a:fld id="{8BC0F33B-1674-4AD7-BDC8-DD9E9E0A95D4}" type="slidenum">
              <a:rPr lang="it-IT" smtClean="0"/>
              <a:pPr>
                <a:defRPr/>
              </a:pPr>
              <a:t>21</a:t>
            </a:fld>
            <a:endParaRPr lang="it-IT"/>
          </a:p>
        </p:txBody>
      </p:sp>
    </p:spTree>
    <p:extLst>
      <p:ext uri="{BB962C8B-B14F-4D97-AF65-F5344CB8AC3E}">
        <p14:creationId xmlns:p14="http://schemas.microsoft.com/office/powerpoint/2010/main" val="15836167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C8227-56A1-C628-B6C3-199E0EA202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16DA00-6455-213B-B90C-127B9D165A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2E1314-7E03-CFEB-862F-3F1AF29A56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2E5F81-6487-A4FB-E1EC-67BCA74A5DFC}"/>
              </a:ext>
            </a:extLst>
          </p:cNvPr>
          <p:cNvSpPr>
            <a:spLocks noGrp="1"/>
          </p:cNvSpPr>
          <p:nvPr>
            <p:ph type="sldNum" sz="quarter" idx="5"/>
          </p:nvPr>
        </p:nvSpPr>
        <p:spPr/>
        <p:txBody>
          <a:bodyPr/>
          <a:lstStyle/>
          <a:p>
            <a:pPr>
              <a:defRPr/>
            </a:pPr>
            <a:fld id="{8BC0F33B-1674-4AD7-BDC8-DD9E9E0A95D4}" type="slidenum">
              <a:rPr lang="it-IT" smtClean="0"/>
              <a:pPr>
                <a:defRPr/>
              </a:pPr>
              <a:t>22</a:t>
            </a:fld>
            <a:endParaRPr lang="it-IT"/>
          </a:p>
        </p:txBody>
      </p:sp>
    </p:spTree>
    <p:extLst>
      <p:ext uri="{BB962C8B-B14F-4D97-AF65-F5344CB8AC3E}">
        <p14:creationId xmlns:p14="http://schemas.microsoft.com/office/powerpoint/2010/main" val="10479188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FA31B-F7B8-1342-581C-2860F31321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C5517-33B2-9B62-6C64-6372D6CE23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308574-540E-633C-8461-E1717D6E23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D8DD62-1916-A25A-0F97-55FBB0660F92}"/>
              </a:ext>
            </a:extLst>
          </p:cNvPr>
          <p:cNvSpPr>
            <a:spLocks noGrp="1"/>
          </p:cNvSpPr>
          <p:nvPr>
            <p:ph type="sldNum" sz="quarter" idx="5"/>
          </p:nvPr>
        </p:nvSpPr>
        <p:spPr/>
        <p:txBody>
          <a:bodyPr/>
          <a:lstStyle/>
          <a:p>
            <a:pPr>
              <a:defRPr/>
            </a:pPr>
            <a:fld id="{8BC0F33B-1674-4AD7-BDC8-DD9E9E0A95D4}" type="slidenum">
              <a:rPr lang="it-IT" smtClean="0"/>
              <a:pPr>
                <a:defRPr/>
              </a:pPr>
              <a:t>23</a:t>
            </a:fld>
            <a:endParaRPr lang="it-IT"/>
          </a:p>
        </p:txBody>
      </p:sp>
    </p:spTree>
    <p:extLst>
      <p:ext uri="{BB962C8B-B14F-4D97-AF65-F5344CB8AC3E}">
        <p14:creationId xmlns:p14="http://schemas.microsoft.com/office/powerpoint/2010/main" val="9488879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E4E8B-591E-66CF-9131-48A7F98907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658AE4-4C2B-2652-52FA-621E4987EC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48E6D5-C9F3-61FA-9DD3-4D81A5098D39}"/>
              </a:ext>
            </a:extLst>
          </p:cNvPr>
          <p:cNvSpPr>
            <a:spLocks noGrp="1"/>
          </p:cNvSpPr>
          <p:nvPr>
            <p:ph type="body" idx="1"/>
          </p:nvPr>
        </p:nvSpPr>
        <p:spPr/>
        <p:txBody>
          <a:bodyPr/>
          <a:lstStyle/>
          <a:p>
            <a:r>
              <a:rPr lang="en-US" dirty="0"/>
              <a:t>1. Synthesize: The generator takes a random noise vector z and outputs a synthetic image</a:t>
            </a:r>
          </a:p>
          <a:p>
            <a:r>
              <a:rPr lang="en-US" dirty="0"/>
              <a:t>x = G(z). </a:t>
            </a:r>
          </a:p>
          <a:p>
            <a:endParaRPr lang="en-US" dirty="0"/>
          </a:p>
          <a:p>
            <a:r>
              <a:rPr lang="en-US" dirty="0"/>
              <a:t>2. Disagreement Maximization: To find where the clone model deviates from the victim</a:t>
            </a:r>
          </a:p>
          <a:p>
            <a:r>
              <a:rPr lang="en-US" dirty="0"/>
              <a:t>model, the generator is trained to produce samples where the victim model </a:t>
            </a:r>
            <a:r>
              <a:rPr lang="en-US" dirty="0" err="1"/>
              <a:t>fV</a:t>
            </a:r>
            <a:r>
              <a:rPr lang="en-US" dirty="0"/>
              <a:t> and the clone model ˜f disagree the most. </a:t>
            </a:r>
          </a:p>
          <a:p>
            <a:endParaRPr lang="en-US" dirty="0"/>
          </a:p>
          <a:p>
            <a:r>
              <a:rPr lang="en-US" dirty="0"/>
              <a:t>3. Clone Minimization: The clone model ˜f is then trained on these synthetic samples</a:t>
            </a:r>
          </a:p>
          <a:p>
            <a:r>
              <a:rPr lang="en-US" dirty="0"/>
              <a:t>to minimize the disagreement, shifting its predictions toward the victim’s predictions.</a:t>
            </a:r>
          </a:p>
        </p:txBody>
      </p:sp>
      <p:sp>
        <p:nvSpPr>
          <p:cNvPr id="4" name="Slide Number Placeholder 3">
            <a:extLst>
              <a:ext uri="{FF2B5EF4-FFF2-40B4-BE49-F238E27FC236}">
                <a16:creationId xmlns:a16="http://schemas.microsoft.com/office/drawing/2014/main" id="{F0C3A13B-768D-BA82-8AED-14F129913BE4}"/>
              </a:ext>
            </a:extLst>
          </p:cNvPr>
          <p:cNvSpPr>
            <a:spLocks noGrp="1"/>
          </p:cNvSpPr>
          <p:nvPr>
            <p:ph type="sldNum" sz="quarter" idx="5"/>
          </p:nvPr>
        </p:nvSpPr>
        <p:spPr/>
        <p:txBody>
          <a:bodyPr/>
          <a:lstStyle/>
          <a:p>
            <a:pPr>
              <a:defRPr/>
            </a:pPr>
            <a:fld id="{8BC0F33B-1674-4AD7-BDC8-DD9E9E0A95D4}" type="slidenum">
              <a:rPr lang="it-IT" smtClean="0"/>
              <a:pPr>
                <a:defRPr/>
              </a:pPr>
              <a:t>24</a:t>
            </a:fld>
            <a:endParaRPr lang="it-IT"/>
          </a:p>
        </p:txBody>
      </p:sp>
    </p:spTree>
    <p:extLst>
      <p:ext uri="{BB962C8B-B14F-4D97-AF65-F5344CB8AC3E}">
        <p14:creationId xmlns:p14="http://schemas.microsoft.com/office/powerpoint/2010/main" val="17855676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9F264-5CBE-608C-7F88-77F2FAE9A6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BD17E-BC9F-47A8-B4B3-F3CEE945AE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789150-C00D-D6C1-0D6E-DECE3B5D30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3F5DCE-56E6-ECA6-B55C-3B52791CE793}"/>
              </a:ext>
            </a:extLst>
          </p:cNvPr>
          <p:cNvSpPr>
            <a:spLocks noGrp="1"/>
          </p:cNvSpPr>
          <p:nvPr>
            <p:ph type="sldNum" sz="quarter" idx="5"/>
          </p:nvPr>
        </p:nvSpPr>
        <p:spPr/>
        <p:txBody>
          <a:bodyPr/>
          <a:lstStyle/>
          <a:p>
            <a:pPr>
              <a:defRPr/>
            </a:pPr>
            <a:fld id="{8BC0F33B-1674-4AD7-BDC8-DD9E9E0A95D4}" type="slidenum">
              <a:rPr lang="it-IT" smtClean="0"/>
              <a:pPr>
                <a:defRPr/>
              </a:pPr>
              <a:t>25</a:t>
            </a:fld>
            <a:endParaRPr lang="it-IT"/>
          </a:p>
        </p:txBody>
      </p:sp>
    </p:spTree>
    <p:extLst>
      <p:ext uri="{BB962C8B-B14F-4D97-AF65-F5344CB8AC3E}">
        <p14:creationId xmlns:p14="http://schemas.microsoft.com/office/powerpoint/2010/main" val="4982221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59568-8667-0F90-772C-82C011844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44AC63-ADAC-5AEE-D0AF-65AC28F70A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042D06-9D2A-A5B9-51A9-8FC05174AD7B}"/>
              </a:ext>
            </a:extLst>
          </p:cNvPr>
          <p:cNvSpPr>
            <a:spLocks noGrp="1"/>
          </p:cNvSpPr>
          <p:nvPr>
            <p:ph type="body" idx="1"/>
          </p:nvPr>
        </p:nvSpPr>
        <p:spPr/>
        <p:txBody>
          <a:bodyPr/>
          <a:lstStyle/>
          <a:p>
            <a:r>
              <a:rPr lang="en-US" dirty="0"/>
              <a:t>Side-Channel attacks do not focus on the inputs or outputs (the queries) of a machine learning model. Instead, they monitor the physical or system byproducts of the model's execution on a computer processor.</a:t>
            </a:r>
          </a:p>
          <a:p>
            <a:endParaRPr lang="en-US" dirty="0"/>
          </a:p>
          <a:p>
            <a:r>
              <a:rPr lang="en-US" dirty="0"/>
              <a:t>The core intuition is best understood through an analogy:</a:t>
            </a:r>
          </a:p>
          <a:p>
            <a:r>
              <a:rPr lang="en-US" dirty="0"/>
              <a:t>Imagine a safe. You do not know the combination code (the model parameters). Instead of guessing numbers, you place a stethoscope against the safe door and listen to the clicking sounds of the gears inside as you turn the dial. The clicking sounds are a byproduct (a side-channel) that leaks information about the combination.</a:t>
            </a:r>
          </a:p>
          <a:p>
            <a:endParaRPr lang="en-US" dirty="0"/>
          </a:p>
          <a:p>
            <a:r>
              <a:rPr lang="en-US" dirty="0"/>
              <a:t>This category is divided into two types:</a:t>
            </a:r>
          </a:p>
          <a:p>
            <a:r>
              <a:rPr lang="en-US" dirty="0"/>
              <a:t>Software Side-Channels: These monitor software-level execution cues (such as API execution time, cache memory hits or misses, or network latency).</a:t>
            </a:r>
          </a:p>
          <a:p>
            <a:r>
              <a:rPr lang="en-US" dirty="0"/>
              <a:t>Hardware Side-Channels: These monitor physical hardware byproducts from the physical processor chip (such as electric power consumption, electromagnetic radiation, heat, or acoustic noise).</a:t>
            </a:r>
          </a:p>
        </p:txBody>
      </p:sp>
      <p:sp>
        <p:nvSpPr>
          <p:cNvPr id="4" name="Slide Number Placeholder 3">
            <a:extLst>
              <a:ext uri="{FF2B5EF4-FFF2-40B4-BE49-F238E27FC236}">
                <a16:creationId xmlns:a16="http://schemas.microsoft.com/office/drawing/2014/main" id="{E7C3DCF1-4282-65BE-29E8-F95EAB6ADBD0}"/>
              </a:ext>
            </a:extLst>
          </p:cNvPr>
          <p:cNvSpPr>
            <a:spLocks noGrp="1"/>
          </p:cNvSpPr>
          <p:nvPr>
            <p:ph type="sldNum" sz="quarter" idx="5"/>
          </p:nvPr>
        </p:nvSpPr>
        <p:spPr/>
        <p:txBody>
          <a:bodyPr/>
          <a:lstStyle/>
          <a:p>
            <a:pPr>
              <a:defRPr/>
            </a:pPr>
            <a:fld id="{8BC0F33B-1674-4AD7-BDC8-DD9E9E0A95D4}" type="slidenum">
              <a:rPr lang="it-IT" smtClean="0"/>
              <a:pPr>
                <a:defRPr/>
              </a:pPr>
              <a:t>26</a:t>
            </a:fld>
            <a:endParaRPr lang="it-IT"/>
          </a:p>
        </p:txBody>
      </p:sp>
    </p:spTree>
    <p:extLst>
      <p:ext uri="{BB962C8B-B14F-4D97-AF65-F5344CB8AC3E}">
        <p14:creationId xmlns:p14="http://schemas.microsoft.com/office/powerpoint/2010/main" val="38451311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EA53B-4735-DEF2-0179-5D805962C2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6A54C1-6E34-AC50-98A7-7CFD220479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56BA20-0E19-8B67-42DE-9B6BCF48BCB9}"/>
              </a:ext>
            </a:extLst>
          </p:cNvPr>
          <p:cNvSpPr>
            <a:spLocks noGrp="1"/>
          </p:cNvSpPr>
          <p:nvPr>
            <p:ph type="body" idx="1"/>
          </p:nvPr>
        </p:nvSpPr>
        <p:spPr/>
        <p:txBody>
          <a:bodyPr/>
          <a:lstStyle/>
          <a:p>
            <a:r>
              <a:rPr lang="en-US" dirty="0"/>
              <a:t>During neural network execution, non-linear activation functions like </a:t>
            </a:r>
            <a:r>
              <a:rPr lang="en-US" dirty="0" err="1"/>
              <a:t>ReLU</a:t>
            </a:r>
            <a:r>
              <a:rPr lang="en-US" dirty="0"/>
              <a:t> (Rectified Linear Unit) contain conditional branches:</a:t>
            </a:r>
          </a:p>
          <a:p>
            <a:r>
              <a:rPr lang="en-US" dirty="0"/>
              <a:t>Furthermore, lookup tables for non-linear activations (like Sigmoid or Tanh) are stored in cache memory. Fetching data from the cache is very fast (a ``Cache Hit''), while fetching from main memory is slow (a ``Cache Miss''). By measuring the exact time it takes to process queries, the attacker can identify which path was taken, which tells them whether internal neurons had positive or negative values.</a:t>
            </a:r>
          </a:p>
        </p:txBody>
      </p:sp>
      <p:sp>
        <p:nvSpPr>
          <p:cNvPr id="4" name="Slide Number Placeholder 3">
            <a:extLst>
              <a:ext uri="{FF2B5EF4-FFF2-40B4-BE49-F238E27FC236}">
                <a16:creationId xmlns:a16="http://schemas.microsoft.com/office/drawing/2014/main" id="{9B7D6848-5327-50E0-F357-9BC6F3E497A6}"/>
              </a:ext>
            </a:extLst>
          </p:cNvPr>
          <p:cNvSpPr>
            <a:spLocks noGrp="1"/>
          </p:cNvSpPr>
          <p:nvPr>
            <p:ph type="sldNum" sz="quarter" idx="5"/>
          </p:nvPr>
        </p:nvSpPr>
        <p:spPr/>
        <p:txBody>
          <a:bodyPr/>
          <a:lstStyle/>
          <a:p>
            <a:pPr>
              <a:defRPr/>
            </a:pPr>
            <a:fld id="{8BC0F33B-1674-4AD7-BDC8-DD9E9E0A95D4}" type="slidenum">
              <a:rPr lang="it-IT" smtClean="0"/>
              <a:pPr>
                <a:defRPr/>
              </a:pPr>
              <a:t>27</a:t>
            </a:fld>
            <a:endParaRPr lang="it-IT"/>
          </a:p>
        </p:txBody>
      </p:sp>
    </p:spTree>
    <p:extLst>
      <p:ext uri="{BB962C8B-B14F-4D97-AF65-F5344CB8AC3E}">
        <p14:creationId xmlns:p14="http://schemas.microsoft.com/office/powerpoint/2010/main" val="10119809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23FD0-1109-4EEE-171C-43BE8B140C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DC0523-8981-D0F3-F086-25EB09B8161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3899C59-4A8F-9952-11AB-174BEA0D1EEF}"/>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latin typeface="Aptos Display" panose="020B0004020202020204" pitchFamily="34" charset="0"/>
                  </a:rPr>
                  <a:t>Step 3: Define Parameter Boundaries: By repeating this with many inputs, the attacker compiles a system of linear inequalities that narrows down the values of the weights </a:t>
                </a:r>
                <a14:m>
                  <m:oMath xmlns:m="http://schemas.openxmlformats.org/officeDocument/2006/math">
                    <m:sSub>
                      <m:sSubPr>
                        <m:ctrlPr>
                          <a:rPr lang="en-US" sz="1200" i="1" dirty="0" smtClean="0">
                            <a:latin typeface="Cambria Math" panose="02040503050406030204" pitchFamily="18" charset="0"/>
                          </a:rPr>
                        </m:ctrlPr>
                      </m:sSubPr>
                      <m:e>
                        <m:r>
                          <a:rPr lang="en-US" sz="1200" i="1" dirty="0">
                            <a:latin typeface="Cambria Math" panose="02040503050406030204" pitchFamily="18" charset="0"/>
                          </a:rPr>
                          <m:t>𝑤</m:t>
                        </m:r>
                      </m:e>
                      <m:sub>
                        <m:r>
                          <a:rPr lang="en-US" sz="1200" i="0" dirty="0">
                            <a:latin typeface="Cambria Math" panose="02040503050406030204" pitchFamily="18" charset="0"/>
                          </a:rPr>
                          <m:t>1</m:t>
                        </m:r>
                      </m:sub>
                    </m:sSub>
                    <m:r>
                      <a:rPr lang="en-US" sz="1200" i="0" dirty="0">
                        <a:latin typeface="Cambria Math" panose="02040503050406030204" pitchFamily="18" charset="0"/>
                      </a:rPr>
                      <m:t>,</m:t>
                    </m:r>
                    <m:sSub>
                      <m:sSubPr>
                        <m:ctrlPr>
                          <a:rPr lang="en-US" sz="1200" i="1" dirty="0">
                            <a:latin typeface="Cambria Math" panose="02040503050406030204" pitchFamily="18" charset="0"/>
                          </a:rPr>
                        </m:ctrlPr>
                      </m:sSubPr>
                      <m:e>
                        <m:r>
                          <a:rPr lang="en-US" sz="1200" i="1" dirty="0">
                            <a:latin typeface="Cambria Math" panose="02040503050406030204" pitchFamily="18" charset="0"/>
                          </a:rPr>
                          <m:t>𝑤</m:t>
                        </m:r>
                      </m:e>
                      <m:sub>
                        <m:r>
                          <a:rPr lang="en-US" sz="1200" i="0" dirty="0">
                            <a:latin typeface="Cambria Math" panose="02040503050406030204" pitchFamily="18" charset="0"/>
                          </a:rPr>
                          <m:t>2</m:t>
                        </m:r>
                      </m:sub>
                    </m:sSub>
                  </m:oMath>
                </a14:m>
                <a:r>
                  <a:rPr lang="en-US" sz="1200" dirty="0">
                    <a:latin typeface="Aptos Display" panose="020B0004020202020204" pitchFamily="34" charset="0"/>
                  </a:rPr>
                  <a:t> and bias </a:t>
                </a:r>
                <a14:m>
                  <m:oMath xmlns:m="http://schemas.openxmlformats.org/officeDocument/2006/math">
                    <m:r>
                      <a:rPr lang="en-US" sz="1200" i="1" dirty="0" smtClean="0">
                        <a:latin typeface="Cambria Math" panose="02040503050406030204" pitchFamily="18" charset="0"/>
                      </a:rPr>
                      <m:t>𝑏</m:t>
                    </m:r>
                  </m:oMath>
                </a14:m>
                <a:r>
                  <a:rPr lang="en-US" sz="1200" dirty="0">
                    <a:latin typeface="Aptos Display" panose="020B0004020202020204" pitchFamily="34" charset="0"/>
                  </a:rPr>
                  <a:t> to extract the neuron's parameters.</a:t>
                </a:r>
              </a:p>
              <a:p>
                <a:endParaRPr lang="en-US" dirty="0"/>
              </a:p>
            </p:txBody>
          </p:sp>
        </mc:Choice>
        <mc:Fallback xmlns="">
          <p:sp>
            <p:nvSpPr>
              <p:cNvPr id="3" name="Notes Placeholder 2">
                <a:extLst>
                  <a:ext uri="{FF2B5EF4-FFF2-40B4-BE49-F238E27FC236}">
                    <a16:creationId xmlns:a16="http://schemas.microsoft.com/office/drawing/2014/main" id="{13899C59-4A8F-9952-11AB-174BEA0D1EEF}"/>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latin typeface="Aptos Display" panose="020B0004020202020204" pitchFamily="34" charset="0"/>
                  </a:rPr>
                  <a:t>Step 3: Define Parameter Boundaries: By repeating this with many inputs, the attacker compiles a system of linear inequalities that narrows down the values of the weights </a:t>
                </a:r>
                <a:r>
                  <a:rPr lang="en-US" sz="1200" i="0" dirty="0">
                    <a:latin typeface="Cambria Math" panose="02040503050406030204" pitchFamily="18" charset="0"/>
                  </a:rPr>
                  <a:t>𝑤_1,𝑤_2</a:t>
                </a:r>
                <a:r>
                  <a:rPr lang="en-US" sz="1200" dirty="0">
                    <a:latin typeface="Aptos Display" panose="020B0004020202020204" pitchFamily="34" charset="0"/>
                  </a:rPr>
                  <a:t> and bias </a:t>
                </a:r>
                <a:r>
                  <a:rPr lang="en-US" sz="1200" i="0" dirty="0">
                    <a:latin typeface="Cambria Math" panose="02040503050406030204" pitchFamily="18" charset="0"/>
                  </a:rPr>
                  <a:t>𝑏</a:t>
                </a:r>
                <a:r>
                  <a:rPr lang="en-US" sz="1200" dirty="0">
                    <a:latin typeface="Aptos Display" panose="020B0004020202020204" pitchFamily="34" charset="0"/>
                  </a:rPr>
                  <a:t> to extract the neuron's parameters.</a:t>
                </a:r>
              </a:p>
              <a:p>
                <a:endParaRPr lang="en-US" dirty="0"/>
              </a:p>
            </p:txBody>
          </p:sp>
        </mc:Fallback>
      </mc:AlternateContent>
      <p:sp>
        <p:nvSpPr>
          <p:cNvPr id="4" name="Slide Number Placeholder 3">
            <a:extLst>
              <a:ext uri="{FF2B5EF4-FFF2-40B4-BE49-F238E27FC236}">
                <a16:creationId xmlns:a16="http://schemas.microsoft.com/office/drawing/2014/main" id="{04481778-C776-D211-0522-0B13E6158AA5}"/>
              </a:ext>
            </a:extLst>
          </p:cNvPr>
          <p:cNvSpPr>
            <a:spLocks noGrp="1"/>
          </p:cNvSpPr>
          <p:nvPr>
            <p:ph type="sldNum" sz="quarter" idx="5"/>
          </p:nvPr>
        </p:nvSpPr>
        <p:spPr/>
        <p:txBody>
          <a:bodyPr/>
          <a:lstStyle/>
          <a:p>
            <a:pPr>
              <a:defRPr/>
            </a:pPr>
            <a:fld id="{8BC0F33B-1674-4AD7-BDC8-DD9E9E0A95D4}" type="slidenum">
              <a:rPr lang="it-IT" smtClean="0"/>
              <a:pPr>
                <a:defRPr/>
              </a:pPr>
              <a:t>28</a:t>
            </a:fld>
            <a:endParaRPr lang="it-IT"/>
          </a:p>
        </p:txBody>
      </p:sp>
    </p:spTree>
    <p:extLst>
      <p:ext uri="{BB962C8B-B14F-4D97-AF65-F5344CB8AC3E}">
        <p14:creationId xmlns:p14="http://schemas.microsoft.com/office/powerpoint/2010/main" val="80982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B65E8-CF6E-723F-0CC6-6B78414642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A59C9F-41A7-253A-1D01-A1FB01252A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D99FAD-8ED7-00AF-0F46-D3C56D0D8569}"/>
              </a:ext>
            </a:extLst>
          </p:cNvPr>
          <p:cNvSpPr>
            <a:spLocks noGrp="1"/>
          </p:cNvSpPr>
          <p:nvPr>
            <p:ph type="body" idx="1"/>
          </p:nvPr>
        </p:nvSpPr>
        <p:spPr/>
        <p:txBody>
          <a:bodyPr/>
          <a:lstStyle/>
          <a:p>
            <a:r>
              <a:rPr lang="en-US" sz="1200" dirty="0">
                <a:solidFill>
                  <a:srgbClr val="003366"/>
                </a:solidFill>
                <a:latin typeface="Aptos Display" panose="020B0004020202020204" pitchFamily="34" charset="0"/>
              </a:rPr>
              <a:t>By measuring the electrical power consumption graph (a power trace) of a processor using an oscilloscope, an attacker can count how many multiplications were performed, allowing them to reverse-engineer the model's architecture (number of layers, number of neurons) and parameter sparsity.</a:t>
            </a:r>
            <a:endParaRPr lang="en-US" dirty="0"/>
          </a:p>
        </p:txBody>
      </p:sp>
      <p:sp>
        <p:nvSpPr>
          <p:cNvPr id="4" name="Slide Number Placeholder 3">
            <a:extLst>
              <a:ext uri="{FF2B5EF4-FFF2-40B4-BE49-F238E27FC236}">
                <a16:creationId xmlns:a16="http://schemas.microsoft.com/office/drawing/2014/main" id="{EE429D59-0631-7C5C-9CD3-C922136E7CB7}"/>
              </a:ext>
            </a:extLst>
          </p:cNvPr>
          <p:cNvSpPr>
            <a:spLocks noGrp="1"/>
          </p:cNvSpPr>
          <p:nvPr>
            <p:ph type="sldNum" sz="quarter" idx="5"/>
          </p:nvPr>
        </p:nvSpPr>
        <p:spPr/>
        <p:txBody>
          <a:bodyPr/>
          <a:lstStyle/>
          <a:p>
            <a:pPr>
              <a:defRPr/>
            </a:pPr>
            <a:fld id="{8BC0F33B-1674-4AD7-BDC8-DD9E9E0A95D4}" type="slidenum">
              <a:rPr lang="it-IT" smtClean="0"/>
              <a:pPr>
                <a:defRPr/>
              </a:pPr>
              <a:t>29</a:t>
            </a:fld>
            <a:endParaRPr lang="it-IT"/>
          </a:p>
        </p:txBody>
      </p:sp>
    </p:spTree>
    <p:extLst>
      <p:ext uri="{BB962C8B-B14F-4D97-AF65-F5344CB8AC3E}">
        <p14:creationId xmlns:p14="http://schemas.microsoft.com/office/powerpoint/2010/main" val="9907267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2EA7E-AD16-BE44-498D-6123E48633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ACA688-1078-DA5A-A125-342CF5051125}"/>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E2B63BE-A237-5816-19F2-B1BBDA25604F}"/>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 attacker monitors the processor's power draw during a single neuron computation and captures the sequence of power consumption spikes over time:</a:t>
                </a:r>
              </a:p>
              <a:p>
                <a:endParaRPr lang="en-US" dirty="0"/>
              </a:p>
              <a:p>
                <a:r>
                  <a:rPr lang="en-US" dirty="0"/>
                  <a:t>The attacker decodes the spikes by mapping them to arithmetic operations:</a:t>
                </a:r>
              </a:p>
              <a:p>
                <a:endParaRPr lang="en-US" dirty="0"/>
              </a:p>
              <a:p>
                <a:r>
                  <a:rPr lang="en-US" dirty="0"/>
                  <a:t>If </a:t>
                </a:r>
                <a14:m>
                  <m:oMath xmlns:m="http://schemas.openxmlformats.org/officeDocument/2006/math">
                    <m:sSub>
                      <m:sSubPr>
                        <m:ctrlPr>
                          <a:rPr lang="en-US" i="1" dirty="0" smtClean="0">
                            <a:latin typeface="Cambria Math" panose="02040503050406030204" pitchFamily="18" charset="0"/>
                          </a:rPr>
                        </m:ctrlPr>
                      </m:sSubPr>
                      <m:e>
                        <m:r>
                          <a:rPr lang="en-US" i="1" dirty="0">
                            <a:latin typeface="Cambria Math" panose="02040503050406030204" pitchFamily="18" charset="0"/>
                          </a:rPr>
                          <m:t>𝑤</m:t>
                        </m:r>
                      </m:e>
                      <m:sub>
                        <m:r>
                          <a:rPr lang="en-US" i="0" dirty="0">
                            <a:latin typeface="Cambria Math" panose="02040503050406030204" pitchFamily="18" charset="0"/>
                          </a:rPr>
                          <m:t>1</m:t>
                        </m:r>
                      </m:sub>
                    </m:sSub>
                  </m:oMath>
                </a14:m>
                <a:r>
                  <a:rPr lang="en-US" dirty="0"/>
                  <a:t> was zero, the processor optimization would skip the first multiplication, and the trace would show only </a:t>
                </a:r>
                <a14:m>
                  <m:oMath xmlns:m="http://schemas.openxmlformats.org/officeDocument/2006/math">
                    <m:d>
                      <m:dPr>
                        <m:begChr m:val="["/>
                        <m:endChr m:val="]"/>
                        <m:ctrlPr>
                          <a:rPr lang="en-US" i="1" dirty="0" smtClean="0">
                            <a:latin typeface="Cambria Math" panose="02040503050406030204" pitchFamily="18" charset="0"/>
                          </a:rPr>
                        </m:ctrlPr>
                      </m:dPr>
                      <m:e>
                        <m:r>
                          <a:rPr lang="en-US" i="0" dirty="0">
                            <a:latin typeface="Cambria Math" panose="02040503050406030204" pitchFamily="18" charset="0"/>
                          </a:rPr>
                          <m:t>11</m:t>
                        </m:r>
                        <m:r>
                          <m:rPr>
                            <m:nor/>
                          </m:rPr>
                          <a:rPr lang="en-US" i="0" dirty="0">
                            <a:latin typeface="Cambria Math" panose="02040503050406030204" pitchFamily="18" charset="0"/>
                          </a:rPr>
                          <m:t> </m:t>
                        </m:r>
                        <m:r>
                          <m:rPr>
                            <m:nor/>
                          </m:rPr>
                          <a:rPr lang="en-US" i="0" dirty="0">
                            <a:latin typeface="Cambria Math" panose="02040503050406030204" pitchFamily="18" charset="0"/>
                          </a:rPr>
                          <m:t>mW</m:t>
                        </m:r>
                      </m:e>
                    </m:d>
                  </m:oMath>
                </a14:m>
                <a:r>
                  <a:rPr lang="en-US" dirty="0"/>
                  <a:t>, leaking weight sparsity.</a:t>
                </a:r>
              </a:p>
            </p:txBody>
          </p:sp>
        </mc:Choice>
        <mc:Fallback xmlns="">
          <p:sp>
            <p:nvSpPr>
              <p:cNvPr id="3" name="Notes Placeholder 2">
                <a:extLst>
                  <a:ext uri="{FF2B5EF4-FFF2-40B4-BE49-F238E27FC236}">
                    <a16:creationId xmlns:a16="http://schemas.microsoft.com/office/drawing/2014/main" id="{1E2B63BE-A237-5816-19F2-B1BBDA25604F}"/>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 attacker monitors the processor's power draw during a single neuron computation and captures the sequence of power consumption spikes over time:</a:t>
                </a:r>
              </a:p>
              <a:p>
                <a:endParaRPr lang="en-US" dirty="0"/>
              </a:p>
              <a:p>
                <a:r>
                  <a:rPr lang="en-US" dirty="0"/>
                  <a:t>The attacker decodes the spikes by mapping them to arithmetic operations:</a:t>
                </a:r>
              </a:p>
              <a:p>
                <a:endParaRPr lang="en-US" dirty="0"/>
              </a:p>
              <a:p>
                <a:r>
                  <a:rPr lang="en-US" dirty="0"/>
                  <a:t>If </a:t>
                </a:r>
                <a:r>
                  <a:rPr lang="en-US" i="0" dirty="0">
                    <a:latin typeface="Cambria Math" panose="02040503050406030204" pitchFamily="18" charset="0"/>
                  </a:rPr>
                  <a:t>𝑤_1</a:t>
                </a:r>
                <a:r>
                  <a:rPr lang="en-US" dirty="0"/>
                  <a:t> was zero, the processor optimization would skip the first multiplication, and the trace would show only </a:t>
                </a:r>
                <a:r>
                  <a:rPr lang="en-US" i="0" dirty="0">
                    <a:latin typeface="Cambria Math" panose="02040503050406030204" pitchFamily="18" charset="0"/>
                  </a:rPr>
                  <a:t>[11" mW" ]</a:t>
                </a:r>
                <a:r>
                  <a:rPr lang="en-US" dirty="0"/>
                  <a:t>, leaking weight sparsity.</a:t>
                </a:r>
              </a:p>
            </p:txBody>
          </p:sp>
        </mc:Fallback>
      </mc:AlternateContent>
      <p:sp>
        <p:nvSpPr>
          <p:cNvPr id="4" name="Slide Number Placeholder 3">
            <a:extLst>
              <a:ext uri="{FF2B5EF4-FFF2-40B4-BE49-F238E27FC236}">
                <a16:creationId xmlns:a16="http://schemas.microsoft.com/office/drawing/2014/main" id="{207EBD0B-9097-8365-5767-89A0FD26CD2F}"/>
              </a:ext>
            </a:extLst>
          </p:cNvPr>
          <p:cNvSpPr>
            <a:spLocks noGrp="1"/>
          </p:cNvSpPr>
          <p:nvPr>
            <p:ph type="sldNum" sz="quarter" idx="5"/>
          </p:nvPr>
        </p:nvSpPr>
        <p:spPr/>
        <p:txBody>
          <a:bodyPr/>
          <a:lstStyle/>
          <a:p>
            <a:pPr>
              <a:defRPr/>
            </a:pPr>
            <a:fld id="{8BC0F33B-1674-4AD7-BDC8-DD9E9E0A95D4}" type="slidenum">
              <a:rPr lang="it-IT" smtClean="0"/>
              <a:pPr>
                <a:defRPr/>
              </a:pPr>
              <a:t>30</a:t>
            </a:fld>
            <a:endParaRPr lang="it-IT"/>
          </a:p>
        </p:txBody>
      </p:sp>
    </p:spTree>
    <p:extLst>
      <p:ext uri="{BB962C8B-B14F-4D97-AF65-F5344CB8AC3E}">
        <p14:creationId xmlns:p14="http://schemas.microsoft.com/office/powerpoint/2010/main" val="30327244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C508C-68B6-F60D-962E-7805EFEF9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CF294D-26ED-3482-4D32-C0A78D4182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03867C-63EC-6E4B-23C4-EDA4ED515325}"/>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latin typeface="Aptos Display" panose="020B0004020202020204" pitchFamily="34" charset="0"/>
              </a:rPr>
              <a:t>Gradient-Based attacks rely on obtaining the model's gradients (slopes) during learning or inference. In machine learning, gradients are vectors of partial derivatives that point in the direction of the steepest increase of a function. </a:t>
            </a:r>
          </a:p>
          <a:p>
            <a:endParaRPr lang="en-US" dirty="0"/>
          </a:p>
          <a:p>
            <a:endParaRPr lang="en-US" dirty="0"/>
          </a:p>
          <a:p>
            <a:r>
              <a:rPr lang="en-US" dirty="0"/>
              <a:t>The core intuition can be visualized as climbing a hill:</a:t>
            </a:r>
          </a:p>
          <a:p>
            <a:r>
              <a:rPr lang="en-US" dirty="0"/>
              <a:t>Imagine trying to find the peak of a hill in the dark. Instead of wandering randomly, you feel the slope of the ground under your feet to know which direction goes up. That slope is the gradient. If an attacker can feel this slope (either directly from a shared file or by estimating it through inputs), they can clone the model much faster.</a:t>
            </a:r>
          </a:p>
          <a:p>
            <a:endParaRPr lang="en-US" dirty="0"/>
          </a:p>
          <a:p>
            <a:endParaRPr lang="en-US" dirty="0"/>
          </a:p>
          <a:p>
            <a:endParaRPr lang="en-US" dirty="0"/>
          </a:p>
          <a:p>
            <a:r>
              <a:rPr lang="en-US" dirty="0"/>
              <a:t>1. Direct Gradient Theft: The attacker intercepts the actual gradients computed by the victim model. This occurs in collaborative environments like Federated Learning or distributed training, where clients must share gradients over a network.</a:t>
            </a:r>
          </a:p>
          <a:p>
            <a:r>
              <a:rPr lang="en-US" dirty="0"/>
              <a:t>2. Gradient Estimation: The attacker cannot access the internal parameters or gradients. Instead, they estimate the gradients of the black-box model's outputs by making slight perturbations to their input queries and measuring the change.</a:t>
            </a:r>
          </a:p>
          <a:p>
            <a:endParaRPr lang="en-US" dirty="0"/>
          </a:p>
          <a:p>
            <a:endParaRPr lang="en-US" dirty="0"/>
          </a:p>
        </p:txBody>
      </p:sp>
      <p:sp>
        <p:nvSpPr>
          <p:cNvPr id="4" name="Slide Number Placeholder 3">
            <a:extLst>
              <a:ext uri="{FF2B5EF4-FFF2-40B4-BE49-F238E27FC236}">
                <a16:creationId xmlns:a16="http://schemas.microsoft.com/office/drawing/2014/main" id="{661B717E-92EC-3BA0-7682-AE3938DC9833}"/>
              </a:ext>
            </a:extLst>
          </p:cNvPr>
          <p:cNvSpPr>
            <a:spLocks noGrp="1"/>
          </p:cNvSpPr>
          <p:nvPr>
            <p:ph type="sldNum" sz="quarter" idx="5"/>
          </p:nvPr>
        </p:nvSpPr>
        <p:spPr/>
        <p:txBody>
          <a:bodyPr/>
          <a:lstStyle/>
          <a:p>
            <a:pPr>
              <a:defRPr/>
            </a:pPr>
            <a:fld id="{8BC0F33B-1674-4AD7-BDC8-DD9E9E0A95D4}" type="slidenum">
              <a:rPr lang="it-IT" smtClean="0"/>
              <a:pPr>
                <a:defRPr/>
              </a:pPr>
              <a:t>31</a:t>
            </a:fld>
            <a:endParaRPr lang="it-IT"/>
          </a:p>
        </p:txBody>
      </p:sp>
    </p:spTree>
    <p:extLst>
      <p:ext uri="{BB962C8B-B14F-4D97-AF65-F5344CB8AC3E}">
        <p14:creationId xmlns:p14="http://schemas.microsoft.com/office/powerpoint/2010/main" val="42235520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1BC1B-6B2D-5F22-42B8-508E507180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75407-8AF6-0EDB-159D-9754F98D5609}"/>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407CC11-826B-BDE4-F7D5-1161AD7DC45A}"/>
                  </a:ext>
                </a:extLst>
              </p:cNvPr>
              <p:cNvSpPr>
                <a:spLocks noGrp="1"/>
              </p:cNvSpPr>
              <p:nvPr>
                <p:ph type="body" idx="1"/>
              </p:nvPr>
            </p:nvSpPr>
            <p:spPr/>
            <p:txBody>
              <a:bodyPr/>
              <a:lstStyle/>
              <a:p>
                <a:r>
                  <a:rPr lang="en-US" dirty="0"/>
                  <a:t>In collaborative settings like Federated Learning, multiple clients train a shared model. Clients do not share private training data (</a:t>
                </a:r>
                <a14:m>
                  <m:oMath xmlns:m="http://schemas.openxmlformats.org/officeDocument/2006/math">
                    <m:r>
                      <a:rPr lang="en-US" i="1" dirty="0" smtClean="0">
                        <a:latin typeface="Cambria Math" panose="02040503050406030204" pitchFamily="18" charset="0"/>
                      </a:rPr>
                      <m:t>𝑥</m:t>
                    </m:r>
                  </m:oMath>
                </a14:m>
                <a:r>
                  <a:rPr lang="en-US" dirty="0"/>
                  <a:t>); instead, they compute the gradient of the loss function with respect to the model's weights (</a:t>
                </a:r>
                <a14:m>
                  <m:oMath xmlns:m="http://schemas.openxmlformats.org/officeDocument/2006/math">
                    <m:f>
                      <m:fPr>
                        <m:ctrlPr>
                          <a:rPr lang="en-US" i="1" dirty="0" smtClean="0">
                            <a:latin typeface="Cambria Math" panose="02040503050406030204" pitchFamily="18" charset="0"/>
                          </a:rPr>
                        </m:ctrlPr>
                      </m:fPr>
                      <m:num>
                        <m:r>
                          <a:rPr lang="en-US" i="1" dirty="0">
                            <a:latin typeface="Cambria Math" panose="02040503050406030204" pitchFamily="18" charset="0"/>
                          </a:rPr>
                          <m:t>𝜕</m:t>
                        </m:r>
                        <m:r>
                          <a:rPr lang="en-US" i="1" dirty="0">
                            <a:latin typeface="Cambria Math" panose="02040503050406030204" pitchFamily="18" charset="0"/>
                          </a:rPr>
                          <m:t>𝐿</m:t>
                        </m:r>
                      </m:num>
                      <m:den>
                        <m:r>
                          <a:rPr lang="en-US" i="1" dirty="0">
                            <a:latin typeface="Cambria Math" panose="02040503050406030204" pitchFamily="18" charset="0"/>
                          </a:rPr>
                          <m:t>𝜕</m:t>
                        </m:r>
                        <m:r>
                          <a:rPr lang="en-US" i="1" dirty="0">
                            <a:latin typeface="Cambria Math" panose="02040503050406030204" pitchFamily="18" charset="0"/>
                          </a:rPr>
                          <m:t>𝑤</m:t>
                        </m:r>
                      </m:den>
                    </m:f>
                  </m:oMath>
                </a14:m>
                <a:r>
                  <a:rPr lang="en-US" dirty="0"/>
                  <a:t>) locally and send it to a central server.</a:t>
                </a:r>
              </a:p>
              <a:p>
                <a:endParaRPr lang="en-US" dirty="0"/>
              </a:p>
              <a:p>
                <a:endParaRPr lang="en-US" dirty="0"/>
              </a:p>
              <a:p>
                <a:r>
                  <a:rPr lang="en-US" dirty="0"/>
                  <a:t>At the end</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latin typeface="Aptos Display" panose="020B0004020202020204" pitchFamily="34" charset="0"/>
                  </a:rPr>
                  <a:t>The attacker solves this quadratic equation for </a:t>
                </a:r>
                <a14:m>
                  <m:oMath xmlns:m="http://schemas.openxmlformats.org/officeDocument/2006/math">
                    <m:r>
                      <a:rPr lang="en-US" sz="1200" i="1" dirty="0" smtClean="0">
                        <a:latin typeface="Cambria Math" panose="02040503050406030204" pitchFamily="18" charset="0"/>
                      </a:rPr>
                      <m:t>𝑥</m:t>
                    </m:r>
                  </m:oMath>
                </a14:m>
                <a:r>
                  <a:rPr lang="en-US" sz="1200" dirty="0">
                    <a:latin typeface="Aptos Display" panose="020B0004020202020204" pitchFamily="34" charset="0"/>
                  </a:rPr>
                  <a:t> to steal the client's private training sample.</a:t>
                </a:r>
              </a:p>
              <a:p>
                <a:endParaRPr lang="en-US" dirty="0"/>
              </a:p>
            </p:txBody>
          </p:sp>
        </mc:Choice>
        <mc:Fallback xmlns="">
          <p:sp>
            <p:nvSpPr>
              <p:cNvPr id="3" name="Notes Placeholder 2">
                <a:extLst>
                  <a:ext uri="{FF2B5EF4-FFF2-40B4-BE49-F238E27FC236}">
                    <a16:creationId xmlns:a16="http://schemas.microsoft.com/office/drawing/2014/main" id="{E407CC11-826B-BDE4-F7D5-1161AD7DC45A}"/>
                  </a:ext>
                </a:extLst>
              </p:cNvPr>
              <p:cNvSpPr>
                <a:spLocks noGrp="1"/>
              </p:cNvSpPr>
              <p:nvPr>
                <p:ph type="body" idx="1"/>
              </p:nvPr>
            </p:nvSpPr>
            <p:spPr/>
            <p:txBody>
              <a:bodyPr/>
              <a:lstStyle/>
              <a:p>
                <a:r>
                  <a:rPr lang="en-US" dirty="0"/>
                  <a:t>In collaborative settings like Federated Learning, multiple clients train a shared model. Clients do not share private training data (</a:t>
                </a:r>
                <a:r>
                  <a:rPr lang="en-US" i="0" dirty="0">
                    <a:latin typeface="Cambria Math" panose="02040503050406030204" pitchFamily="18" charset="0"/>
                  </a:rPr>
                  <a:t>𝑥</a:t>
                </a:r>
                <a:r>
                  <a:rPr lang="en-US" dirty="0"/>
                  <a:t>); instead, they compute the gradient of the loss function with respect to the model's weights (</a:t>
                </a:r>
                <a:r>
                  <a:rPr lang="en-US" i="0" dirty="0">
                    <a:latin typeface="Cambria Math" panose="02040503050406030204" pitchFamily="18" charset="0"/>
                  </a:rPr>
                  <a:t>𝜕𝐿/𝜕𝑤</a:t>
                </a:r>
                <a:r>
                  <a:rPr lang="en-US" dirty="0"/>
                  <a:t>) locally and send it to a central server.</a:t>
                </a:r>
              </a:p>
              <a:p>
                <a:endParaRPr lang="en-US" dirty="0"/>
              </a:p>
              <a:p>
                <a:endParaRPr lang="en-US" dirty="0"/>
              </a:p>
              <a:p>
                <a:r>
                  <a:rPr lang="en-US" dirty="0"/>
                  <a:t>At the end</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latin typeface="Aptos Display" panose="020B0004020202020204" pitchFamily="34" charset="0"/>
                  </a:rPr>
                  <a:t>The attacker solves this quadratic equation for </a:t>
                </a:r>
                <a:r>
                  <a:rPr lang="en-US" sz="1200" i="0" dirty="0">
                    <a:latin typeface="Cambria Math" panose="02040503050406030204" pitchFamily="18" charset="0"/>
                  </a:rPr>
                  <a:t>𝑥</a:t>
                </a:r>
                <a:r>
                  <a:rPr lang="en-US" sz="1200" dirty="0">
                    <a:latin typeface="Aptos Display" panose="020B0004020202020204" pitchFamily="34" charset="0"/>
                  </a:rPr>
                  <a:t> to steal the client's private training sample.</a:t>
                </a:r>
              </a:p>
              <a:p>
                <a:endParaRPr lang="en-US" dirty="0"/>
              </a:p>
            </p:txBody>
          </p:sp>
        </mc:Fallback>
      </mc:AlternateContent>
      <p:sp>
        <p:nvSpPr>
          <p:cNvPr id="4" name="Slide Number Placeholder 3">
            <a:extLst>
              <a:ext uri="{FF2B5EF4-FFF2-40B4-BE49-F238E27FC236}">
                <a16:creationId xmlns:a16="http://schemas.microsoft.com/office/drawing/2014/main" id="{25D1A50D-F946-53B4-A989-7603F54E5CF4}"/>
              </a:ext>
            </a:extLst>
          </p:cNvPr>
          <p:cNvSpPr>
            <a:spLocks noGrp="1"/>
          </p:cNvSpPr>
          <p:nvPr>
            <p:ph type="sldNum" sz="quarter" idx="5"/>
          </p:nvPr>
        </p:nvSpPr>
        <p:spPr/>
        <p:txBody>
          <a:bodyPr/>
          <a:lstStyle/>
          <a:p>
            <a:pPr>
              <a:defRPr/>
            </a:pPr>
            <a:fld id="{8BC0F33B-1674-4AD7-BDC8-DD9E9E0A95D4}" type="slidenum">
              <a:rPr lang="it-IT" smtClean="0"/>
              <a:pPr>
                <a:defRPr/>
              </a:pPr>
              <a:t>32</a:t>
            </a:fld>
            <a:endParaRPr lang="it-IT"/>
          </a:p>
        </p:txBody>
      </p:sp>
    </p:spTree>
    <p:extLst>
      <p:ext uri="{BB962C8B-B14F-4D97-AF65-F5344CB8AC3E}">
        <p14:creationId xmlns:p14="http://schemas.microsoft.com/office/powerpoint/2010/main" val="30523169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2FA53-C0BA-4A9A-82B9-19545C1FE5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BD6B3A-573B-A68E-0769-0780F1E9702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AE962ED-203D-BA38-A801-45A95B770460}"/>
                  </a:ext>
                </a:extLst>
              </p:cNvPr>
              <p:cNvSpPr>
                <a:spLocks noGrp="1"/>
              </p:cNvSpPr>
              <p:nvPr>
                <p:ph type="body" idx="1"/>
              </p:nvPr>
            </p:nvSpPr>
            <p:spPr/>
            <p:txBody>
              <a:bodyPr/>
              <a:lstStyle/>
              <a:p>
                <a:r>
                  <a:rPr lang="en-US" dirty="0"/>
                  <a:t>In collaborative settings like Federated Learning, multiple clients train a shared model. Clients do not share private training data (</a:t>
                </a:r>
                <a14:m>
                  <m:oMath xmlns:m="http://schemas.openxmlformats.org/officeDocument/2006/math">
                    <m:r>
                      <a:rPr lang="en-US" i="1" dirty="0" smtClean="0">
                        <a:latin typeface="Cambria Math" panose="02040503050406030204" pitchFamily="18" charset="0"/>
                      </a:rPr>
                      <m:t>𝑥</m:t>
                    </m:r>
                  </m:oMath>
                </a14:m>
                <a:r>
                  <a:rPr lang="en-US" dirty="0"/>
                  <a:t>); instead, they compute the gradient of the loss function with respect to the model's weights (</a:t>
                </a:r>
                <a14:m>
                  <m:oMath xmlns:m="http://schemas.openxmlformats.org/officeDocument/2006/math">
                    <m:f>
                      <m:fPr>
                        <m:ctrlPr>
                          <a:rPr lang="en-US" i="1" dirty="0" smtClean="0">
                            <a:latin typeface="Cambria Math" panose="02040503050406030204" pitchFamily="18" charset="0"/>
                          </a:rPr>
                        </m:ctrlPr>
                      </m:fPr>
                      <m:num>
                        <m:r>
                          <a:rPr lang="en-US" i="1" dirty="0">
                            <a:latin typeface="Cambria Math" panose="02040503050406030204" pitchFamily="18" charset="0"/>
                          </a:rPr>
                          <m:t>𝜕</m:t>
                        </m:r>
                        <m:r>
                          <a:rPr lang="en-US" i="1" dirty="0">
                            <a:latin typeface="Cambria Math" panose="02040503050406030204" pitchFamily="18" charset="0"/>
                          </a:rPr>
                          <m:t>𝐿</m:t>
                        </m:r>
                      </m:num>
                      <m:den>
                        <m:r>
                          <a:rPr lang="en-US" i="1" dirty="0">
                            <a:latin typeface="Cambria Math" panose="02040503050406030204" pitchFamily="18" charset="0"/>
                          </a:rPr>
                          <m:t>𝜕</m:t>
                        </m:r>
                        <m:r>
                          <a:rPr lang="en-US" i="1" dirty="0">
                            <a:latin typeface="Cambria Math" panose="02040503050406030204" pitchFamily="18" charset="0"/>
                          </a:rPr>
                          <m:t>𝑤</m:t>
                        </m:r>
                      </m:den>
                    </m:f>
                  </m:oMath>
                </a14:m>
                <a:r>
                  <a:rPr lang="en-US" dirty="0"/>
                  <a:t>) locally and send it to a central server.</a:t>
                </a:r>
              </a:p>
              <a:p>
                <a:endParaRPr lang="en-US" dirty="0"/>
              </a:p>
            </p:txBody>
          </p:sp>
        </mc:Choice>
        <mc:Fallback xmlns="">
          <p:sp>
            <p:nvSpPr>
              <p:cNvPr id="3" name="Notes Placeholder 2">
                <a:extLst>
                  <a:ext uri="{FF2B5EF4-FFF2-40B4-BE49-F238E27FC236}">
                    <a16:creationId xmlns:a16="http://schemas.microsoft.com/office/drawing/2014/main" id="{EAE962ED-203D-BA38-A801-45A95B770460}"/>
                  </a:ext>
                </a:extLst>
              </p:cNvPr>
              <p:cNvSpPr>
                <a:spLocks noGrp="1"/>
              </p:cNvSpPr>
              <p:nvPr>
                <p:ph type="body" idx="1"/>
              </p:nvPr>
            </p:nvSpPr>
            <p:spPr/>
            <p:txBody>
              <a:bodyPr/>
              <a:lstStyle/>
              <a:p>
                <a:r>
                  <a:rPr lang="en-US" dirty="0"/>
                  <a:t>In collaborative settings like Federated Learning, multiple clients train a shared model. Clients do not share private training data (</a:t>
                </a:r>
                <a:r>
                  <a:rPr lang="en-US" i="0" dirty="0">
                    <a:latin typeface="Cambria Math" panose="02040503050406030204" pitchFamily="18" charset="0"/>
                  </a:rPr>
                  <a:t>𝑥</a:t>
                </a:r>
                <a:r>
                  <a:rPr lang="en-US" dirty="0"/>
                  <a:t>); instead, they compute the gradient of the loss function with respect to the model's weights (</a:t>
                </a:r>
                <a:r>
                  <a:rPr lang="en-US" i="0" dirty="0">
                    <a:latin typeface="Cambria Math" panose="02040503050406030204" pitchFamily="18" charset="0"/>
                  </a:rPr>
                  <a:t>𝜕𝐿/𝜕𝑤</a:t>
                </a:r>
                <a:r>
                  <a:rPr lang="en-US" dirty="0"/>
                  <a:t>) locally and send it to a central server.</a:t>
                </a:r>
              </a:p>
              <a:p>
                <a:endParaRPr lang="en-US" dirty="0"/>
              </a:p>
            </p:txBody>
          </p:sp>
        </mc:Fallback>
      </mc:AlternateContent>
      <p:sp>
        <p:nvSpPr>
          <p:cNvPr id="4" name="Slide Number Placeholder 3">
            <a:extLst>
              <a:ext uri="{FF2B5EF4-FFF2-40B4-BE49-F238E27FC236}">
                <a16:creationId xmlns:a16="http://schemas.microsoft.com/office/drawing/2014/main" id="{7DD324AA-8D37-DFAC-4F98-3B37E225D912}"/>
              </a:ext>
            </a:extLst>
          </p:cNvPr>
          <p:cNvSpPr>
            <a:spLocks noGrp="1"/>
          </p:cNvSpPr>
          <p:nvPr>
            <p:ph type="sldNum" sz="quarter" idx="5"/>
          </p:nvPr>
        </p:nvSpPr>
        <p:spPr/>
        <p:txBody>
          <a:bodyPr/>
          <a:lstStyle/>
          <a:p>
            <a:pPr>
              <a:defRPr/>
            </a:pPr>
            <a:fld id="{8BC0F33B-1674-4AD7-BDC8-DD9E9E0A95D4}" type="slidenum">
              <a:rPr lang="it-IT" smtClean="0"/>
              <a:pPr>
                <a:defRPr/>
              </a:pPr>
              <a:t>33</a:t>
            </a:fld>
            <a:endParaRPr lang="it-IT"/>
          </a:p>
        </p:txBody>
      </p:sp>
    </p:spTree>
    <p:extLst>
      <p:ext uri="{BB962C8B-B14F-4D97-AF65-F5344CB8AC3E}">
        <p14:creationId xmlns:p14="http://schemas.microsoft.com/office/powerpoint/2010/main" val="6041406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5F0FE-751B-5C7A-CBC9-6DF7F7B795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F6EE84-C5C0-68F4-8693-6B82E122A11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D22B5E4-7426-3144-05B9-4CFA6FDC6097}"/>
                  </a:ext>
                </a:extLst>
              </p:cNvPr>
              <p:cNvSpPr>
                <a:spLocks noGrp="1"/>
              </p:cNvSpPr>
              <p:nvPr>
                <p:ph type="body" idx="1"/>
              </p:nvPr>
            </p:nvSpPr>
            <p:spPr/>
            <p:txBody>
              <a:bodyPr/>
              <a:lstStyle/>
              <a:p>
                <a:r>
                  <a:rPr lang="en-US" dirty="0"/>
                  <a:t>In collaborative settings like Federated Learning, multiple clients train a shared model. Clients do not share private training data (</a:t>
                </a:r>
                <a14:m>
                  <m:oMath xmlns:m="http://schemas.openxmlformats.org/officeDocument/2006/math">
                    <m:r>
                      <a:rPr lang="en-US" i="1" dirty="0" smtClean="0">
                        <a:latin typeface="Cambria Math" panose="02040503050406030204" pitchFamily="18" charset="0"/>
                      </a:rPr>
                      <m:t>𝑥</m:t>
                    </m:r>
                  </m:oMath>
                </a14:m>
                <a:r>
                  <a:rPr lang="en-US" dirty="0"/>
                  <a:t>); instead, they compute the gradient of the loss function with respect to the model's weights (</a:t>
                </a:r>
                <a14:m>
                  <m:oMath xmlns:m="http://schemas.openxmlformats.org/officeDocument/2006/math">
                    <m:f>
                      <m:fPr>
                        <m:ctrlPr>
                          <a:rPr lang="en-US" i="1" dirty="0" smtClean="0">
                            <a:latin typeface="Cambria Math" panose="02040503050406030204" pitchFamily="18" charset="0"/>
                          </a:rPr>
                        </m:ctrlPr>
                      </m:fPr>
                      <m:num>
                        <m:r>
                          <a:rPr lang="en-US" i="1" dirty="0">
                            <a:latin typeface="Cambria Math" panose="02040503050406030204" pitchFamily="18" charset="0"/>
                          </a:rPr>
                          <m:t>𝜕</m:t>
                        </m:r>
                        <m:r>
                          <a:rPr lang="en-US" i="1" dirty="0">
                            <a:latin typeface="Cambria Math" panose="02040503050406030204" pitchFamily="18" charset="0"/>
                          </a:rPr>
                          <m:t>𝐿</m:t>
                        </m:r>
                      </m:num>
                      <m:den>
                        <m:r>
                          <a:rPr lang="en-US" i="1" dirty="0">
                            <a:latin typeface="Cambria Math" panose="02040503050406030204" pitchFamily="18" charset="0"/>
                          </a:rPr>
                          <m:t>𝜕</m:t>
                        </m:r>
                        <m:r>
                          <a:rPr lang="en-US" i="1" dirty="0">
                            <a:latin typeface="Cambria Math" panose="02040503050406030204" pitchFamily="18" charset="0"/>
                          </a:rPr>
                          <m:t>𝑤</m:t>
                        </m:r>
                      </m:den>
                    </m:f>
                  </m:oMath>
                </a14:m>
                <a:r>
                  <a:rPr lang="en-US" dirty="0"/>
                  <a:t>) locally and send it to a central server.</a:t>
                </a:r>
              </a:p>
              <a:p>
                <a:endParaRPr lang="en-US" dirty="0"/>
              </a:p>
            </p:txBody>
          </p:sp>
        </mc:Choice>
        <mc:Fallback xmlns="">
          <p:sp>
            <p:nvSpPr>
              <p:cNvPr id="3" name="Notes Placeholder 2">
                <a:extLst>
                  <a:ext uri="{FF2B5EF4-FFF2-40B4-BE49-F238E27FC236}">
                    <a16:creationId xmlns:a16="http://schemas.microsoft.com/office/drawing/2014/main" id="{6D22B5E4-7426-3144-05B9-4CFA6FDC6097}"/>
                  </a:ext>
                </a:extLst>
              </p:cNvPr>
              <p:cNvSpPr>
                <a:spLocks noGrp="1"/>
              </p:cNvSpPr>
              <p:nvPr>
                <p:ph type="body" idx="1"/>
              </p:nvPr>
            </p:nvSpPr>
            <p:spPr/>
            <p:txBody>
              <a:bodyPr/>
              <a:lstStyle/>
              <a:p>
                <a:r>
                  <a:rPr lang="en-US" dirty="0"/>
                  <a:t>In collaborative settings like Federated Learning, multiple clients train a shared model. Clients do not share private training data (</a:t>
                </a:r>
                <a:r>
                  <a:rPr lang="en-US" i="0" dirty="0">
                    <a:latin typeface="Cambria Math" panose="02040503050406030204" pitchFamily="18" charset="0"/>
                  </a:rPr>
                  <a:t>𝑥</a:t>
                </a:r>
                <a:r>
                  <a:rPr lang="en-US" dirty="0"/>
                  <a:t>); instead, they compute the gradient of the loss function with respect to the model's weights (</a:t>
                </a:r>
                <a:r>
                  <a:rPr lang="en-US" i="0" dirty="0">
                    <a:latin typeface="Cambria Math" panose="02040503050406030204" pitchFamily="18" charset="0"/>
                  </a:rPr>
                  <a:t>𝜕𝐿/𝜕𝑤</a:t>
                </a:r>
                <a:r>
                  <a:rPr lang="en-US" dirty="0"/>
                  <a:t>) locally and send it to a central server.</a:t>
                </a:r>
              </a:p>
              <a:p>
                <a:endParaRPr lang="en-US" dirty="0"/>
              </a:p>
            </p:txBody>
          </p:sp>
        </mc:Fallback>
      </mc:AlternateContent>
      <p:sp>
        <p:nvSpPr>
          <p:cNvPr id="4" name="Slide Number Placeholder 3">
            <a:extLst>
              <a:ext uri="{FF2B5EF4-FFF2-40B4-BE49-F238E27FC236}">
                <a16:creationId xmlns:a16="http://schemas.microsoft.com/office/drawing/2014/main" id="{B1EC3DDD-B624-8968-5071-9CCDAD87F547}"/>
              </a:ext>
            </a:extLst>
          </p:cNvPr>
          <p:cNvSpPr>
            <a:spLocks noGrp="1"/>
          </p:cNvSpPr>
          <p:nvPr>
            <p:ph type="sldNum" sz="quarter" idx="5"/>
          </p:nvPr>
        </p:nvSpPr>
        <p:spPr/>
        <p:txBody>
          <a:bodyPr/>
          <a:lstStyle/>
          <a:p>
            <a:pPr>
              <a:defRPr/>
            </a:pPr>
            <a:fld id="{8BC0F33B-1674-4AD7-BDC8-DD9E9E0A95D4}" type="slidenum">
              <a:rPr lang="it-IT" smtClean="0"/>
              <a:pPr>
                <a:defRPr/>
              </a:pPr>
              <a:t>34</a:t>
            </a:fld>
            <a:endParaRPr lang="it-IT"/>
          </a:p>
        </p:txBody>
      </p:sp>
    </p:spTree>
    <p:extLst>
      <p:ext uri="{BB962C8B-B14F-4D97-AF65-F5344CB8AC3E}">
        <p14:creationId xmlns:p14="http://schemas.microsoft.com/office/powerpoint/2010/main" val="29610936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514A4-C5B8-CA9E-6A5E-751AD4A8D7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F76DAE-1915-2DCF-4E04-DF28310ED6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5E8BB5-43A9-16D3-CADB-3FCD00713865}"/>
              </a:ext>
            </a:extLst>
          </p:cNvPr>
          <p:cNvSpPr>
            <a:spLocks noGrp="1"/>
          </p:cNvSpPr>
          <p:nvPr>
            <p:ph type="body" idx="1"/>
          </p:nvPr>
        </p:nvSpPr>
        <p:spPr/>
        <p:txBody>
          <a:bodyPr/>
          <a:lstStyle/>
          <a:p>
            <a:r>
              <a:rPr lang="en-US" sz="1200" dirty="0">
                <a:latin typeface="Aptos Display" panose="020B0004020202020204" pitchFamily="34" charset="0"/>
              </a:rPr>
              <a:t>The attacker uses this vector to adjust input queries in directions that maximize changes in the victim's predictions.</a:t>
            </a:r>
            <a:endParaRPr lang="en-US" dirty="0"/>
          </a:p>
        </p:txBody>
      </p:sp>
      <p:sp>
        <p:nvSpPr>
          <p:cNvPr id="4" name="Slide Number Placeholder 3">
            <a:extLst>
              <a:ext uri="{FF2B5EF4-FFF2-40B4-BE49-F238E27FC236}">
                <a16:creationId xmlns:a16="http://schemas.microsoft.com/office/drawing/2014/main" id="{CC164C86-BF2F-185B-8B20-F5BF516BFA98}"/>
              </a:ext>
            </a:extLst>
          </p:cNvPr>
          <p:cNvSpPr>
            <a:spLocks noGrp="1"/>
          </p:cNvSpPr>
          <p:nvPr>
            <p:ph type="sldNum" sz="quarter" idx="5"/>
          </p:nvPr>
        </p:nvSpPr>
        <p:spPr/>
        <p:txBody>
          <a:bodyPr/>
          <a:lstStyle/>
          <a:p>
            <a:pPr>
              <a:defRPr/>
            </a:pPr>
            <a:fld id="{8BC0F33B-1674-4AD7-BDC8-DD9E9E0A95D4}" type="slidenum">
              <a:rPr lang="it-IT" smtClean="0"/>
              <a:pPr>
                <a:defRPr/>
              </a:pPr>
              <a:t>35</a:t>
            </a:fld>
            <a:endParaRPr lang="it-IT"/>
          </a:p>
        </p:txBody>
      </p:sp>
    </p:spTree>
    <p:extLst>
      <p:ext uri="{BB962C8B-B14F-4D97-AF65-F5344CB8AC3E}">
        <p14:creationId xmlns:p14="http://schemas.microsoft.com/office/powerpoint/2010/main" val="14743195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709F9-DAF0-6375-5A8E-D8A9C16E76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E350FE-EB1E-47BF-0F33-0158168A9B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F743AD-F08D-C42E-2095-3C0F423DA8E7}"/>
              </a:ext>
            </a:extLst>
          </p:cNvPr>
          <p:cNvSpPr>
            <a:spLocks noGrp="1"/>
          </p:cNvSpPr>
          <p:nvPr>
            <p:ph type="body" idx="1"/>
          </p:nvPr>
        </p:nvSpPr>
        <p:spPr/>
        <p:txBody>
          <a:bodyPr/>
          <a:lstStyle/>
          <a:p>
            <a:r>
              <a:rPr lang="en-US" dirty="0">
                <a:latin typeface="Aptos Display" panose="020B0004020202020204" pitchFamily="34" charset="0"/>
              </a:rPr>
              <a:t>This allows the clone model to align its classification boundaries with the victim API using very few queries.</a:t>
            </a:r>
          </a:p>
          <a:p>
            <a:endParaRPr lang="en-US" dirty="0">
              <a:latin typeface="Aptos Display" panose="020B0004020202020204" pitchFamily="34" charset="0"/>
            </a:endParaRPr>
          </a:p>
          <a:p>
            <a:r>
              <a:rPr lang="en-US" dirty="0">
                <a:latin typeface="Aptos Display" panose="020B0004020202020204" pitchFamily="34" charset="0"/>
              </a:rPr>
              <a:t>The core intuition focuses on the sequential structure of words:</a:t>
            </a:r>
          </a:p>
          <a:p>
            <a:r>
              <a:rPr lang="en-US" dirty="0">
                <a:latin typeface="Aptos Display" panose="020B0004020202020204" pitchFamily="34" charset="0"/>
              </a:rPr>
              <a:t>Unlike tabular data, text queries consist of sequences of words (tokens). The attacker steals the language task's knowledge by sending natural or synthetic sentences to a black-box API, collecting the returned predictions, and training their local clone model on these text-prediction pairs.</a:t>
            </a:r>
          </a:p>
          <a:p>
            <a:endParaRPr lang="en-US" dirty="0"/>
          </a:p>
        </p:txBody>
      </p:sp>
      <p:sp>
        <p:nvSpPr>
          <p:cNvPr id="4" name="Slide Number Placeholder 3">
            <a:extLst>
              <a:ext uri="{FF2B5EF4-FFF2-40B4-BE49-F238E27FC236}">
                <a16:creationId xmlns:a16="http://schemas.microsoft.com/office/drawing/2014/main" id="{544F192C-4D26-774C-32BA-624974DB0044}"/>
              </a:ext>
            </a:extLst>
          </p:cNvPr>
          <p:cNvSpPr>
            <a:spLocks noGrp="1"/>
          </p:cNvSpPr>
          <p:nvPr>
            <p:ph type="sldNum" sz="quarter" idx="5"/>
          </p:nvPr>
        </p:nvSpPr>
        <p:spPr/>
        <p:txBody>
          <a:bodyPr/>
          <a:lstStyle/>
          <a:p>
            <a:pPr>
              <a:defRPr/>
            </a:pPr>
            <a:fld id="{8BC0F33B-1674-4AD7-BDC8-DD9E9E0A95D4}" type="slidenum">
              <a:rPr lang="it-IT" smtClean="0"/>
              <a:pPr>
                <a:defRPr/>
              </a:pPr>
              <a:t>36</a:t>
            </a:fld>
            <a:endParaRPr lang="it-IT"/>
          </a:p>
        </p:txBody>
      </p:sp>
    </p:spTree>
    <p:extLst>
      <p:ext uri="{BB962C8B-B14F-4D97-AF65-F5344CB8AC3E}">
        <p14:creationId xmlns:p14="http://schemas.microsoft.com/office/powerpoint/2010/main" val="13489608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60FEB-2180-9627-DABE-918B80ED4F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013D32-0D25-8652-5784-20BB008DD5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5ED9F2-4011-90CF-8D1B-F416B50A67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B6C9AA-7B28-F37B-59E9-85D898D946DF}"/>
              </a:ext>
            </a:extLst>
          </p:cNvPr>
          <p:cNvSpPr>
            <a:spLocks noGrp="1"/>
          </p:cNvSpPr>
          <p:nvPr>
            <p:ph type="sldNum" sz="quarter" idx="5"/>
          </p:nvPr>
        </p:nvSpPr>
        <p:spPr/>
        <p:txBody>
          <a:bodyPr/>
          <a:lstStyle/>
          <a:p>
            <a:pPr>
              <a:defRPr/>
            </a:pPr>
            <a:fld id="{8BC0F33B-1674-4AD7-BDC8-DD9E9E0A95D4}" type="slidenum">
              <a:rPr lang="it-IT" smtClean="0"/>
              <a:pPr>
                <a:defRPr/>
              </a:pPr>
              <a:t>37</a:t>
            </a:fld>
            <a:endParaRPr lang="it-IT"/>
          </a:p>
        </p:txBody>
      </p:sp>
    </p:spTree>
    <p:extLst>
      <p:ext uri="{BB962C8B-B14F-4D97-AF65-F5344CB8AC3E}">
        <p14:creationId xmlns:p14="http://schemas.microsoft.com/office/powerpoint/2010/main" val="17841514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EDAC4-098C-3F2B-6F0A-C6ECAC7DBB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F19466-67ED-E8E1-CE65-E9C88199C5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140E2-FB48-88EA-14DB-7063AFC6E9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A04967-79E1-6E82-E0F1-3648CEEE0EB7}"/>
              </a:ext>
            </a:extLst>
          </p:cNvPr>
          <p:cNvSpPr>
            <a:spLocks noGrp="1"/>
          </p:cNvSpPr>
          <p:nvPr>
            <p:ph type="sldNum" sz="quarter" idx="5"/>
          </p:nvPr>
        </p:nvSpPr>
        <p:spPr/>
        <p:txBody>
          <a:bodyPr/>
          <a:lstStyle/>
          <a:p>
            <a:pPr>
              <a:defRPr/>
            </a:pPr>
            <a:fld id="{8BC0F33B-1674-4AD7-BDC8-DD9E9E0A95D4}" type="slidenum">
              <a:rPr lang="it-IT" smtClean="0"/>
              <a:pPr>
                <a:defRPr/>
              </a:pPr>
              <a:t>38</a:t>
            </a:fld>
            <a:endParaRPr lang="it-IT"/>
          </a:p>
        </p:txBody>
      </p:sp>
    </p:spTree>
    <p:extLst>
      <p:ext uri="{BB962C8B-B14F-4D97-AF65-F5344CB8AC3E}">
        <p14:creationId xmlns:p14="http://schemas.microsoft.com/office/powerpoint/2010/main" val="97024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00C36-CF45-0BCE-7E69-1509A8D4CA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BC0B1E-A994-900C-640E-954DD5D84A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8CFABE-A0BC-05E4-5E7C-A05EFFF22A1E}"/>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latin typeface="Aptos Display" panose="020B0004020202020204" pitchFamily="34" charset="0"/>
              </a:rPr>
              <a:t>Images consist of structured pixels. To steal a vision model, the attacker queries the victim model with a database of natural images (either task-related, or completely unrelated out-of-domain images like cars/cats) to obtain predictions, and trains their own local vision architecture to mimic the visual boundaries of the victim.</a:t>
            </a:r>
          </a:p>
          <a:p>
            <a:endParaRPr lang="en-US" dirty="0"/>
          </a:p>
        </p:txBody>
      </p:sp>
      <p:sp>
        <p:nvSpPr>
          <p:cNvPr id="4" name="Slide Number Placeholder 3">
            <a:extLst>
              <a:ext uri="{FF2B5EF4-FFF2-40B4-BE49-F238E27FC236}">
                <a16:creationId xmlns:a16="http://schemas.microsoft.com/office/drawing/2014/main" id="{2720201B-4D85-54C9-6BA4-F67EC6D11BE5}"/>
              </a:ext>
            </a:extLst>
          </p:cNvPr>
          <p:cNvSpPr>
            <a:spLocks noGrp="1"/>
          </p:cNvSpPr>
          <p:nvPr>
            <p:ph type="sldNum" sz="quarter" idx="5"/>
          </p:nvPr>
        </p:nvSpPr>
        <p:spPr/>
        <p:txBody>
          <a:bodyPr/>
          <a:lstStyle/>
          <a:p>
            <a:pPr>
              <a:defRPr/>
            </a:pPr>
            <a:fld id="{8BC0F33B-1674-4AD7-BDC8-DD9E9E0A95D4}" type="slidenum">
              <a:rPr lang="it-IT" smtClean="0"/>
              <a:pPr>
                <a:defRPr/>
              </a:pPr>
              <a:t>39</a:t>
            </a:fld>
            <a:endParaRPr lang="it-IT"/>
          </a:p>
        </p:txBody>
      </p:sp>
    </p:spTree>
    <p:extLst>
      <p:ext uri="{BB962C8B-B14F-4D97-AF65-F5344CB8AC3E}">
        <p14:creationId xmlns:p14="http://schemas.microsoft.com/office/powerpoint/2010/main" val="14440069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B5921-D78A-1750-C88E-458AAB38FF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3C046-1933-9561-85BC-F1D99A5868F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56120701-F707-BBA1-F68B-C4CEE82A6F66}"/>
                  </a:ext>
                </a:extLst>
              </p:cNvPr>
              <p:cNvSpPr>
                <a:spLocks noGrp="1"/>
              </p:cNvSpPr>
              <p:nvPr>
                <p:ph type="body" idx="1"/>
              </p:nvPr>
            </p:nvSpPr>
            <p:spPr/>
            <p:txBody>
              <a:bodyPr/>
              <a:lstStyle/>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solidFill>
                      <a:srgbClr val="003366"/>
                    </a:solidFill>
                    <a:latin typeface="Aptos Display" panose="020B0004020202020204" pitchFamily="34" charset="0"/>
                  </a:rPr>
                  <a:t>To extract the victim's deep feature representations, the attacker queries the model and copies the soft probability distributions. To highlight the hidden relationship between classes (e.g., how much a picture of a dog looks like a cat versus a car), they apply a Temperature scale </a:t>
                </a:r>
                <a14:m>
                  <m:oMath xmlns:m="http://schemas.openxmlformats.org/officeDocument/2006/math">
                    <m:r>
                      <a:rPr lang="en-US" sz="1200" i="1" dirty="0" smtClean="0">
                        <a:solidFill>
                          <a:srgbClr val="003366"/>
                        </a:solidFill>
                        <a:latin typeface="Cambria Math" panose="02040503050406030204" pitchFamily="18" charset="0"/>
                      </a:rPr>
                      <m:t>𝑇</m:t>
                    </m:r>
                    <m:r>
                      <a:rPr lang="en-US" sz="1200" i="0" dirty="0">
                        <a:solidFill>
                          <a:srgbClr val="003366"/>
                        </a:solidFill>
                        <a:latin typeface="Cambria Math" panose="02040503050406030204" pitchFamily="18" charset="0"/>
                      </a:rPr>
                      <m:t>&gt;1</m:t>
                    </m:r>
                  </m:oMath>
                </a14:m>
                <a:r>
                  <a:rPr lang="en-US" sz="1200" dirty="0">
                    <a:solidFill>
                      <a:srgbClr val="003366"/>
                    </a:solidFill>
                    <a:latin typeface="Aptos Display" panose="020B0004020202020204" pitchFamily="34" charset="0"/>
                  </a:rPr>
                  <a:t> during probability calculation. This is called </a:t>
                </a:r>
                <a:r>
                  <a:rPr lang="en-US" sz="1200" b="1" dirty="0">
                    <a:solidFill>
                      <a:srgbClr val="003366"/>
                    </a:solidFill>
                    <a:latin typeface="Aptos Display" panose="020B0004020202020204" pitchFamily="34" charset="0"/>
                  </a:rPr>
                  <a:t>Knowledge Distillation</a:t>
                </a:r>
                <a:r>
                  <a:rPr lang="en-US" sz="1200" dirty="0">
                    <a:solidFill>
                      <a:srgbClr val="003366"/>
                    </a:solidFill>
                    <a:latin typeface="Aptos Display" panose="020B0004020202020204" pitchFamily="34" charset="0"/>
                  </a:rPr>
                  <a:t>.</a:t>
                </a:r>
              </a:p>
              <a:p>
                <a:endParaRPr lang="en-US" dirty="0"/>
              </a:p>
            </p:txBody>
          </p:sp>
        </mc:Choice>
        <mc:Fallback xmlns="">
          <p:sp>
            <p:nvSpPr>
              <p:cNvPr id="3" name="Notes Placeholder 2">
                <a:extLst>
                  <a:ext uri="{FF2B5EF4-FFF2-40B4-BE49-F238E27FC236}">
                    <a16:creationId xmlns:a16="http://schemas.microsoft.com/office/drawing/2014/main" id="{56120701-F707-BBA1-F68B-C4CEE82A6F66}"/>
                  </a:ext>
                </a:extLst>
              </p:cNvPr>
              <p:cNvSpPr>
                <a:spLocks noGrp="1"/>
              </p:cNvSpPr>
              <p:nvPr>
                <p:ph type="body" idx="1"/>
              </p:nvPr>
            </p:nvSpPr>
            <p:spPr/>
            <p:txBody>
              <a:bodyPr/>
              <a:lstStyle/>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solidFill>
                      <a:srgbClr val="003366"/>
                    </a:solidFill>
                    <a:latin typeface="Aptos Display" panose="020B0004020202020204" pitchFamily="34" charset="0"/>
                  </a:rPr>
                  <a:t>To extract the victim's deep feature representations, the attacker queries the model and copies the soft probability distributions. To highlight the hidden relationship between classes (e.g., how much a picture of a dog looks like a cat versus a car), they apply a Temperature scale </a:t>
                </a:r>
                <a:r>
                  <a:rPr lang="en-US" sz="1200" i="0" dirty="0">
                    <a:solidFill>
                      <a:srgbClr val="003366"/>
                    </a:solidFill>
                    <a:latin typeface="Cambria Math" panose="02040503050406030204" pitchFamily="18" charset="0"/>
                  </a:rPr>
                  <a:t>𝑇&gt;1</a:t>
                </a:r>
                <a:r>
                  <a:rPr lang="en-US" sz="1200" dirty="0">
                    <a:solidFill>
                      <a:srgbClr val="003366"/>
                    </a:solidFill>
                    <a:latin typeface="Aptos Display" panose="020B0004020202020204" pitchFamily="34" charset="0"/>
                  </a:rPr>
                  <a:t> during probability calculation. This is called </a:t>
                </a:r>
                <a:r>
                  <a:rPr lang="en-US" sz="1200" b="1" dirty="0">
                    <a:solidFill>
                      <a:srgbClr val="003366"/>
                    </a:solidFill>
                    <a:latin typeface="Aptos Display" panose="020B0004020202020204" pitchFamily="34" charset="0"/>
                  </a:rPr>
                  <a:t>Knowledge Distillation</a:t>
                </a:r>
                <a:r>
                  <a:rPr lang="en-US" sz="1200" dirty="0">
                    <a:solidFill>
                      <a:srgbClr val="003366"/>
                    </a:solidFill>
                    <a:latin typeface="Aptos Display" panose="020B0004020202020204" pitchFamily="34" charset="0"/>
                  </a:rPr>
                  <a:t>.</a:t>
                </a:r>
              </a:p>
              <a:p>
                <a:endParaRPr lang="en-US" dirty="0"/>
              </a:p>
            </p:txBody>
          </p:sp>
        </mc:Fallback>
      </mc:AlternateContent>
      <p:sp>
        <p:nvSpPr>
          <p:cNvPr id="4" name="Slide Number Placeholder 3">
            <a:extLst>
              <a:ext uri="{FF2B5EF4-FFF2-40B4-BE49-F238E27FC236}">
                <a16:creationId xmlns:a16="http://schemas.microsoft.com/office/drawing/2014/main" id="{6D16E0D3-90FD-86AE-2F51-9312C7C70DB4}"/>
              </a:ext>
            </a:extLst>
          </p:cNvPr>
          <p:cNvSpPr>
            <a:spLocks noGrp="1"/>
          </p:cNvSpPr>
          <p:nvPr>
            <p:ph type="sldNum" sz="quarter" idx="5"/>
          </p:nvPr>
        </p:nvSpPr>
        <p:spPr/>
        <p:txBody>
          <a:bodyPr/>
          <a:lstStyle/>
          <a:p>
            <a:pPr>
              <a:defRPr/>
            </a:pPr>
            <a:fld id="{8BC0F33B-1674-4AD7-BDC8-DD9E9E0A95D4}" type="slidenum">
              <a:rPr lang="it-IT" smtClean="0"/>
              <a:pPr>
                <a:defRPr/>
              </a:pPr>
              <a:t>40</a:t>
            </a:fld>
            <a:endParaRPr lang="it-IT"/>
          </a:p>
        </p:txBody>
      </p:sp>
    </p:spTree>
    <p:extLst>
      <p:ext uri="{BB962C8B-B14F-4D97-AF65-F5344CB8AC3E}">
        <p14:creationId xmlns:p14="http://schemas.microsoft.com/office/powerpoint/2010/main" val="21011657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6843D-123E-8766-EEC6-6C77CB06A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811A26-B72D-BB7D-57FF-18DA3E8242D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9A3F78F-7602-4AF1-A284-C8D4A52EB0FE}"/>
                  </a:ext>
                </a:extLst>
              </p:cNvPr>
              <p:cNvSpPr>
                <a:spLocks noGrp="1"/>
              </p:cNvSpPr>
              <p:nvPr>
                <p:ph type="body" idx="1"/>
              </p:nvPr>
            </p:nvSpPr>
            <p:spPr/>
            <p:txBody>
              <a:bodyPr/>
              <a:lstStyle/>
              <a:p>
                <a:r>
                  <a:rPr lang="en-US" sz="1200" dirty="0">
                    <a:latin typeface="Aptos Display" panose="020B0004020202020204" pitchFamily="34" charset="0"/>
                  </a:rPr>
                  <a:t>Step 3: Distillation Loss: The clone computes the loss to align its predictions </a:t>
                </a:r>
                <a14:m>
                  <m:oMath xmlns:m="http://schemas.openxmlformats.org/officeDocument/2006/math">
                    <m:r>
                      <a:rPr lang="en-US" sz="1200" i="1" dirty="0" smtClean="0">
                        <a:latin typeface="Cambria Math" panose="02040503050406030204" pitchFamily="18" charset="0"/>
                      </a:rPr>
                      <m:t>𝑝</m:t>
                    </m:r>
                  </m:oMath>
                </a14:m>
                <a:r>
                  <a:rPr lang="en-US" sz="1200" dirty="0">
                    <a:latin typeface="Aptos Display" panose="020B0004020202020204" pitchFamily="34" charset="0"/>
                  </a:rPr>
                  <a:t> with the temperature-scaled target outputs </a:t>
                </a:r>
                <a14:m>
                  <m:oMath xmlns:m="http://schemas.openxmlformats.org/officeDocument/2006/math">
                    <m:r>
                      <a:rPr lang="en-US" sz="1200" i="1" dirty="0" smtClean="0">
                        <a:latin typeface="Cambria Math" panose="02040503050406030204" pitchFamily="18" charset="0"/>
                      </a:rPr>
                      <m:t>𝑞</m:t>
                    </m:r>
                  </m:oMath>
                </a14:m>
                <a:r>
                  <a:rPr lang="en-US" sz="1200" dirty="0">
                    <a:latin typeface="Aptos Display" panose="020B0004020202020204" pitchFamily="34" charset="0"/>
                  </a:rPr>
                  <a:t>, capturing the fine-grained visual categories of the victim.</a:t>
                </a:r>
              </a:p>
              <a:p>
                <a:endParaRPr lang="en-US" dirty="0"/>
              </a:p>
            </p:txBody>
          </p:sp>
        </mc:Choice>
        <mc:Fallback xmlns="">
          <p:sp>
            <p:nvSpPr>
              <p:cNvPr id="3" name="Notes Placeholder 2">
                <a:extLst>
                  <a:ext uri="{FF2B5EF4-FFF2-40B4-BE49-F238E27FC236}">
                    <a16:creationId xmlns:a16="http://schemas.microsoft.com/office/drawing/2014/main" id="{89A3F78F-7602-4AF1-A284-C8D4A52EB0FE}"/>
                  </a:ext>
                </a:extLst>
              </p:cNvPr>
              <p:cNvSpPr>
                <a:spLocks noGrp="1"/>
              </p:cNvSpPr>
              <p:nvPr>
                <p:ph type="body" idx="1"/>
              </p:nvPr>
            </p:nvSpPr>
            <p:spPr/>
            <p:txBody>
              <a:bodyPr/>
              <a:lstStyle/>
              <a:p>
                <a:r>
                  <a:rPr lang="en-US" sz="1200" dirty="0">
                    <a:latin typeface="Aptos Display" panose="020B0004020202020204" pitchFamily="34" charset="0"/>
                  </a:rPr>
                  <a:t>Step 3: Distillation Loss: The clone computes the loss to align its predictions </a:t>
                </a:r>
                <a:r>
                  <a:rPr lang="en-US" sz="1200" i="0" dirty="0">
                    <a:latin typeface="Cambria Math" panose="02040503050406030204" pitchFamily="18" charset="0"/>
                  </a:rPr>
                  <a:t>𝑝</a:t>
                </a:r>
                <a:r>
                  <a:rPr lang="en-US" sz="1200" dirty="0">
                    <a:latin typeface="Aptos Display" panose="020B0004020202020204" pitchFamily="34" charset="0"/>
                  </a:rPr>
                  <a:t> with the temperature-scaled target outputs </a:t>
                </a:r>
                <a:r>
                  <a:rPr lang="en-US" sz="1200" i="0" dirty="0">
                    <a:latin typeface="Cambria Math" panose="02040503050406030204" pitchFamily="18" charset="0"/>
                  </a:rPr>
                  <a:t>𝑞</a:t>
                </a:r>
                <a:r>
                  <a:rPr lang="en-US" sz="1200" dirty="0">
                    <a:latin typeface="Aptos Display" panose="020B0004020202020204" pitchFamily="34" charset="0"/>
                  </a:rPr>
                  <a:t>, capturing the fine-grained visual categories of the victim.</a:t>
                </a:r>
              </a:p>
              <a:p>
                <a:endParaRPr lang="en-US" dirty="0"/>
              </a:p>
            </p:txBody>
          </p:sp>
        </mc:Fallback>
      </mc:AlternateContent>
      <p:sp>
        <p:nvSpPr>
          <p:cNvPr id="4" name="Slide Number Placeholder 3">
            <a:extLst>
              <a:ext uri="{FF2B5EF4-FFF2-40B4-BE49-F238E27FC236}">
                <a16:creationId xmlns:a16="http://schemas.microsoft.com/office/drawing/2014/main" id="{DC73F27E-B9A9-20F1-DC21-D29AB2C82D68}"/>
              </a:ext>
            </a:extLst>
          </p:cNvPr>
          <p:cNvSpPr>
            <a:spLocks noGrp="1"/>
          </p:cNvSpPr>
          <p:nvPr>
            <p:ph type="sldNum" sz="quarter" idx="5"/>
          </p:nvPr>
        </p:nvSpPr>
        <p:spPr/>
        <p:txBody>
          <a:bodyPr/>
          <a:lstStyle/>
          <a:p>
            <a:pPr>
              <a:defRPr/>
            </a:pPr>
            <a:fld id="{8BC0F33B-1674-4AD7-BDC8-DD9E9E0A95D4}" type="slidenum">
              <a:rPr lang="it-IT" smtClean="0"/>
              <a:pPr>
                <a:defRPr/>
              </a:pPr>
              <a:t>41</a:t>
            </a:fld>
            <a:endParaRPr lang="it-IT"/>
          </a:p>
        </p:txBody>
      </p:sp>
    </p:spTree>
    <p:extLst>
      <p:ext uri="{BB962C8B-B14F-4D97-AF65-F5344CB8AC3E}">
        <p14:creationId xmlns:p14="http://schemas.microsoft.com/office/powerpoint/2010/main" val="11394205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35EC6-518E-F68E-73A2-4FF23374C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418469-B669-0D0D-BDCC-D2861A03E7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EB2CB4-DF35-B1D9-A724-8C2E27A614DC}"/>
              </a:ext>
            </a:extLst>
          </p:cNvPr>
          <p:cNvSpPr>
            <a:spLocks noGrp="1"/>
          </p:cNvSpPr>
          <p:nvPr>
            <p:ph type="body" idx="1"/>
          </p:nvPr>
        </p:nvSpPr>
        <p:spPr/>
        <p:txBody>
          <a:bodyPr/>
          <a:lstStyle/>
          <a:p>
            <a:r>
              <a:rPr lang="en-US" dirty="0">
                <a:latin typeface="Aptos Display" panose="020B0004020202020204" pitchFamily="34" charset="0"/>
              </a:rPr>
              <a:t>Unlike text or images, graph data is defined by its connections. GNNs leverage homophily—the principle that connected nodes share similar features. By querying a GNN and analyzing node features and predictions, an attacker can reverse-engineer the private graph connections (topology) between nodes.</a:t>
            </a:r>
          </a:p>
          <a:p>
            <a:endParaRPr lang="en-US" dirty="0"/>
          </a:p>
        </p:txBody>
      </p:sp>
      <p:sp>
        <p:nvSpPr>
          <p:cNvPr id="4" name="Slide Number Placeholder 3">
            <a:extLst>
              <a:ext uri="{FF2B5EF4-FFF2-40B4-BE49-F238E27FC236}">
                <a16:creationId xmlns:a16="http://schemas.microsoft.com/office/drawing/2014/main" id="{3F98A879-480E-78CE-4DA0-5EF2DA58A19F}"/>
              </a:ext>
            </a:extLst>
          </p:cNvPr>
          <p:cNvSpPr>
            <a:spLocks noGrp="1"/>
          </p:cNvSpPr>
          <p:nvPr>
            <p:ph type="sldNum" sz="quarter" idx="5"/>
          </p:nvPr>
        </p:nvSpPr>
        <p:spPr/>
        <p:txBody>
          <a:bodyPr/>
          <a:lstStyle/>
          <a:p>
            <a:pPr>
              <a:defRPr/>
            </a:pPr>
            <a:fld id="{8BC0F33B-1674-4AD7-BDC8-DD9E9E0A95D4}" type="slidenum">
              <a:rPr lang="it-IT" smtClean="0"/>
              <a:pPr>
                <a:defRPr/>
              </a:pPr>
              <a:t>42</a:t>
            </a:fld>
            <a:endParaRPr lang="it-IT"/>
          </a:p>
        </p:txBody>
      </p:sp>
    </p:spTree>
    <p:extLst>
      <p:ext uri="{BB962C8B-B14F-4D97-AF65-F5344CB8AC3E}">
        <p14:creationId xmlns:p14="http://schemas.microsoft.com/office/powerpoint/2010/main" val="3324203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1EEC8-9B93-09AB-015D-E0484F7827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A08BBA-2224-FA89-8E85-93C30E5D84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52800B-4908-4FAB-A1B4-29E0ED471D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157900-0BAB-FC65-81A7-2D28D5C96628}"/>
              </a:ext>
            </a:extLst>
          </p:cNvPr>
          <p:cNvSpPr>
            <a:spLocks noGrp="1"/>
          </p:cNvSpPr>
          <p:nvPr>
            <p:ph type="sldNum" sz="quarter" idx="5"/>
          </p:nvPr>
        </p:nvSpPr>
        <p:spPr/>
        <p:txBody>
          <a:bodyPr/>
          <a:lstStyle/>
          <a:p>
            <a:pPr>
              <a:defRPr/>
            </a:pPr>
            <a:fld id="{8BC0F33B-1674-4AD7-BDC8-DD9E9E0A95D4}" type="slidenum">
              <a:rPr lang="it-IT" smtClean="0"/>
              <a:pPr>
                <a:defRPr/>
              </a:pPr>
              <a:t>43</a:t>
            </a:fld>
            <a:endParaRPr lang="it-IT"/>
          </a:p>
        </p:txBody>
      </p:sp>
    </p:spTree>
    <p:extLst>
      <p:ext uri="{BB962C8B-B14F-4D97-AF65-F5344CB8AC3E}">
        <p14:creationId xmlns:p14="http://schemas.microsoft.com/office/powerpoint/2010/main" val="36545051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4AF79-0992-9421-1917-9B09BC16E6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2B5541-9173-11CC-EF6F-D6DC8B7D1F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2A6EBE-7CA5-AC67-069E-011E0305D8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745BAE-5706-037B-3246-46211862FA5D}"/>
              </a:ext>
            </a:extLst>
          </p:cNvPr>
          <p:cNvSpPr>
            <a:spLocks noGrp="1"/>
          </p:cNvSpPr>
          <p:nvPr>
            <p:ph type="sldNum" sz="quarter" idx="5"/>
          </p:nvPr>
        </p:nvSpPr>
        <p:spPr/>
        <p:txBody>
          <a:bodyPr/>
          <a:lstStyle/>
          <a:p>
            <a:pPr>
              <a:defRPr/>
            </a:pPr>
            <a:fld id="{8BC0F33B-1674-4AD7-BDC8-DD9E9E0A95D4}" type="slidenum">
              <a:rPr lang="it-IT" smtClean="0"/>
              <a:pPr>
                <a:defRPr/>
              </a:pPr>
              <a:t>44</a:t>
            </a:fld>
            <a:endParaRPr lang="it-IT"/>
          </a:p>
        </p:txBody>
      </p:sp>
    </p:spTree>
    <p:extLst>
      <p:ext uri="{BB962C8B-B14F-4D97-AF65-F5344CB8AC3E}">
        <p14:creationId xmlns:p14="http://schemas.microsoft.com/office/powerpoint/2010/main" val="80571969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Arial" charset="0"/>
                <a:ea typeface="+mn-ea"/>
                <a:cs typeface="+mn-cs"/>
              </a:rPr>
              <a:t>Imagine trying to map out the layout of a maze (the decision tree) without being able to see it. You start in one room (a leaf node) and choose a direction to walk (e.g., changing the value of a continuous feature like size). You walk in a straight line until you cross a threshold and enter a new room. </a:t>
            </a:r>
          </a:p>
          <a:p>
            <a:r>
              <a:rPr lang="en-CA" sz="1200" b="0" i="0" kern="1200" dirty="0">
                <a:solidFill>
                  <a:schemeClr val="tx1"/>
                </a:solidFill>
                <a:effectLst/>
                <a:latin typeface="Arial" charset="0"/>
                <a:ea typeface="+mn-ea"/>
                <a:cs typeface="+mn-cs"/>
              </a:rPr>
              <a:t>Because </a:t>
            </a:r>
            <a:r>
              <a:rPr lang="en-CA" sz="1200" b="0" i="0" kern="1200" dirty="0" err="1">
                <a:solidFill>
                  <a:schemeClr val="tx1"/>
                </a:solidFill>
                <a:effectLst/>
                <a:latin typeface="Arial" charset="0"/>
                <a:ea typeface="+mn-ea"/>
                <a:cs typeface="+mn-cs"/>
              </a:rPr>
              <a:t>MLaaS</a:t>
            </a:r>
            <a:r>
              <a:rPr lang="en-CA" sz="1200" b="0" i="0" kern="1200" dirty="0">
                <a:solidFill>
                  <a:schemeClr val="tx1"/>
                </a:solidFill>
                <a:effectLst/>
                <a:latin typeface="Arial" charset="0"/>
                <a:ea typeface="+mn-ea"/>
                <a:cs typeface="+mn-cs"/>
              </a:rPr>
              <a:t> APIs return predictions with a high-precision confidence score, the confidence score acts as a unique ``room number'' (leaf identifier). The moment the confidence score flips, you know you have hit a boundary wall. You write down the exact coordinate of the wall (the split threshold $t$), step past it to explore the new room, and repeat the process until the entire maze is mapped.</a:t>
            </a:r>
          </a:p>
          <a:p>
            <a:endParaRPr lang="en-US" dirty="0"/>
          </a:p>
        </p:txBody>
      </p:sp>
      <p:sp>
        <p:nvSpPr>
          <p:cNvPr id="4" name="Slide Number Placeholder 3"/>
          <p:cNvSpPr>
            <a:spLocks noGrp="1"/>
          </p:cNvSpPr>
          <p:nvPr>
            <p:ph type="sldNum" sz="quarter" idx="5"/>
          </p:nvPr>
        </p:nvSpPr>
        <p:spPr/>
        <p:txBody>
          <a:bodyPr/>
          <a:lstStyle/>
          <a:p>
            <a:pPr>
              <a:defRPr/>
            </a:pPr>
            <a:fld id="{8BC0F33B-1674-4AD7-BDC8-DD9E9E0A95D4}" type="slidenum">
              <a:rPr lang="it-IT" smtClean="0"/>
              <a:pPr>
                <a:defRPr/>
              </a:pPr>
              <a:t>45</a:t>
            </a:fld>
            <a:endParaRPr lang="it-IT"/>
          </a:p>
        </p:txBody>
      </p:sp>
    </p:spTree>
    <p:extLst>
      <p:ext uri="{BB962C8B-B14F-4D97-AF65-F5344CB8AC3E}">
        <p14:creationId xmlns:p14="http://schemas.microsoft.com/office/powerpoint/2010/main" val="23319729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CA" sz="1200" b="1" dirty="0">
                    <a:solidFill>
                      <a:srgbClr val="003366"/>
                    </a:solidFill>
                    <a:latin typeface="Aptos Display" panose="020B0004020202020204" pitchFamily="34" charset="0"/>
                  </a:rPr>
                  <a:t>Land</a:t>
                </a:r>
                <a:r>
                  <a:rPr lang="en-CA" sz="1200" dirty="0">
                    <a:solidFill>
                      <a:srgbClr val="003366"/>
                    </a:solidFill>
                    <a:latin typeface="Aptos Display" panose="020B0004020202020204" pitchFamily="34" charset="0"/>
                  </a:rPr>
                  <a:t>: Send a query to the API and check which leaf you land in (identified by the unique confidence score).</a:t>
                </a:r>
              </a:p>
              <a:p>
                <a:endParaRPr lang="en-CA" sz="1200" dirty="0">
                  <a:solidFill>
                    <a:srgbClr val="003366"/>
                  </a:solidFill>
                  <a:latin typeface="Aptos Display" panose="020B0004020202020204" pitchFamily="34" charset="0"/>
                </a:endParaRPr>
              </a:p>
              <a:p>
                <a:r>
                  <a:rPr lang="en-CA" sz="1200" b="1" dirty="0">
                    <a:solidFill>
                      <a:srgbClr val="003366"/>
                    </a:solidFill>
                    <a:latin typeface="Aptos Display" panose="020B0004020202020204" pitchFamily="34" charset="0"/>
                  </a:rPr>
                  <a:t>Scan</a:t>
                </a:r>
                <a:r>
                  <a:rPr lang="en-CA" sz="1200" dirty="0">
                    <a:solidFill>
                      <a:srgbClr val="003366"/>
                    </a:solidFill>
                    <a:latin typeface="Aptos Display" panose="020B0004020202020204" pitchFamily="34" charset="0"/>
                  </a:rPr>
                  <a:t>: Slowly change one feature in your query until the API's confidence score changes. This tells you exactly where the decision split (threshold </a:t>
                </a:r>
                <a14:m>
                  <m:oMath xmlns:m="http://schemas.openxmlformats.org/officeDocument/2006/math">
                    <m:r>
                      <a:rPr lang="en-CA" sz="1200" i="1" dirty="0" smtClean="0">
                        <a:solidFill>
                          <a:srgbClr val="003366"/>
                        </a:solidFill>
                        <a:latin typeface="Cambria Math" panose="02040503050406030204" pitchFamily="18" charset="0"/>
                      </a:rPr>
                      <m:t>𝑡</m:t>
                    </m:r>
                  </m:oMath>
                </a14:m>
                <a:r>
                  <a:rPr lang="en-CA" sz="1200" dirty="0">
                    <a:solidFill>
                      <a:srgbClr val="003366"/>
                    </a:solidFill>
                    <a:latin typeface="Aptos Display" panose="020B0004020202020204" pitchFamily="34" charset="0"/>
                  </a:rPr>
                  <a:t>) lies.</a:t>
                </a:r>
              </a:p>
              <a:p>
                <a:endParaRPr lang="en-CA" sz="1200" dirty="0">
                  <a:solidFill>
                    <a:srgbClr val="003366"/>
                  </a:solidFill>
                  <a:latin typeface="Aptos Display" panose="020B0004020202020204" pitchFamily="34" charset="0"/>
                </a:endParaRPr>
              </a:p>
              <a:p>
                <a:r>
                  <a:rPr lang="en-CA" sz="1200" b="1" dirty="0">
                    <a:solidFill>
                      <a:srgbClr val="003366"/>
                    </a:solidFill>
                    <a:latin typeface="Aptos Display" panose="020B0004020202020204" pitchFamily="34" charset="0"/>
                  </a:rPr>
                  <a:t>Step Over</a:t>
                </a:r>
                <a:r>
                  <a:rPr lang="en-CA" sz="1200" dirty="0">
                    <a:solidFill>
                      <a:srgbClr val="003366"/>
                    </a:solidFill>
                    <a:latin typeface="Aptos Display" panose="020B0004020202020204" pitchFamily="34" charset="0"/>
                  </a:rPr>
                  <a:t>: Create a new query by taking a tiny step </a:t>
                </a:r>
                <a:r>
                  <a:rPr lang="en-CA" sz="1200" i="1" dirty="0">
                    <a:solidFill>
                      <a:srgbClr val="003366"/>
                    </a:solidFill>
                    <a:latin typeface="Aptos Display" panose="020B0004020202020204" pitchFamily="34" charset="0"/>
                  </a:rPr>
                  <a:t>past</a:t>
                </a:r>
                <a:r>
                  <a:rPr lang="en-CA" sz="1200" dirty="0">
                    <a:solidFill>
                      <a:srgbClr val="003366"/>
                    </a:solidFill>
                    <a:latin typeface="Aptos Display" panose="020B0004020202020204" pitchFamily="34" charset="0"/>
                  </a:rPr>
                  <a:t> that threshold to land in the adjacent, unexplored leaf branch.</a:t>
                </a:r>
              </a:p>
              <a:p>
                <a:endParaRPr lang="en-CA" sz="1200" dirty="0">
                  <a:solidFill>
                    <a:srgbClr val="003366"/>
                  </a:solidFill>
                  <a:latin typeface="Aptos Display" panose="020B0004020202020204" pitchFamily="34" charset="0"/>
                </a:endParaRPr>
              </a:p>
              <a:p>
                <a:r>
                  <a:rPr lang="en-CA" sz="1200" b="1" dirty="0">
                    <a:solidFill>
                      <a:srgbClr val="003366"/>
                    </a:solidFill>
                    <a:latin typeface="Aptos Display" panose="020B0004020202020204" pitchFamily="34" charset="0"/>
                  </a:rPr>
                  <a:t>Repeat</a:t>
                </a:r>
                <a:r>
                  <a:rPr lang="en-CA" sz="1200" dirty="0">
                    <a:solidFill>
                      <a:srgbClr val="003366"/>
                    </a:solidFill>
                    <a:latin typeface="Aptos Display" panose="020B0004020202020204" pitchFamily="34" charset="0"/>
                  </a:rPr>
                  <a:t>: Keep jumping from branch to branch until you have visited every leaf and mapped all the decision boundaries.</a:t>
                </a:r>
              </a:p>
              <a:p>
                <a:endParaRPr lang="en-US" dirty="0"/>
              </a:p>
            </p:txBody>
          </p:sp>
        </mc:Choice>
        <mc:Fallback xmlns="">
          <p:sp>
            <p:nvSpPr>
              <p:cNvPr id="3" name="Notes Placeholder 2"/>
              <p:cNvSpPr>
                <a:spLocks noGrp="1"/>
              </p:cNvSpPr>
              <p:nvPr>
                <p:ph type="body" idx="1"/>
              </p:nvPr>
            </p:nvSpPr>
            <p:spPr/>
            <p:txBody>
              <a:bodyPr/>
              <a:lstStyle/>
              <a:p>
                <a:r>
                  <a:rPr lang="en-CA" sz="1200" b="1" dirty="0">
                    <a:solidFill>
                      <a:srgbClr val="003366"/>
                    </a:solidFill>
                    <a:latin typeface="Aptos Display" panose="020B0004020202020204" pitchFamily="34" charset="0"/>
                  </a:rPr>
                  <a:t>Land</a:t>
                </a:r>
                <a:r>
                  <a:rPr lang="en-CA" sz="1200" dirty="0">
                    <a:solidFill>
                      <a:srgbClr val="003366"/>
                    </a:solidFill>
                    <a:latin typeface="Aptos Display" panose="020B0004020202020204" pitchFamily="34" charset="0"/>
                  </a:rPr>
                  <a:t>: Send a query to the API and check which leaf you land in (identified by the unique confidence score).</a:t>
                </a:r>
              </a:p>
              <a:p>
                <a:endParaRPr lang="en-CA" sz="1200" dirty="0">
                  <a:solidFill>
                    <a:srgbClr val="003366"/>
                  </a:solidFill>
                  <a:latin typeface="Aptos Display" panose="020B0004020202020204" pitchFamily="34" charset="0"/>
                </a:endParaRPr>
              </a:p>
              <a:p>
                <a:r>
                  <a:rPr lang="en-CA" sz="1200" b="1" dirty="0">
                    <a:solidFill>
                      <a:srgbClr val="003366"/>
                    </a:solidFill>
                    <a:latin typeface="Aptos Display" panose="020B0004020202020204" pitchFamily="34" charset="0"/>
                  </a:rPr>
                  <a:t>Scan</a:t>
                </a:r>
                <a:r>
                  <a:rPr lang="en-CA" sz="1200" dirty="0">
                    <a:solidFill>
                      <a:srgbClr val="003366"/>
                    </a:solidFill>
                    <a:latin typeface="Aptos Display" panose="020B0004020202020204" pitchFamily="34" charset="0"/>
                  </a:rPr>
                  <a:t>: Slowly change one feature in your query until the API's confidence score changes. This tells you exactly where the decision split (threshold </a:t>
                </a:r>
                <a:r>
                  <a:rPr lang="en-CA" sz="1200" i="0" dirty="0">
                    <a:solidFill>
                      <a:srgbClr val="003366"/>
                    </a:solidFill>
                    <a:latin typeface="Cambria Math" panose="02040503050406030204" pitchFamily="18" charset="0"/>
                  </a:rPr>
                  <a:t>𝑡</a:t>
                </a:r>
                <a:r>
                  <a:rPr lang="en-CA" sz="1200" dirty="0">
                    <a:solidFill>
                      <a:srgbClr val="003366"/>
                    </a:solidFill>
                    <a:latin typeface="Aptos Display" panose="020B0004020202020204" pitchFamily="34" charset="0"/>
                  </a:rPr>
                  <a:t>) lies.</a:t>
                </a:r>
              </a:p>
              <a:p>
                <a:endParaRPr lang="en-CA" sz="1200" dirty="0">
                  <a:solidFill>
                    <a:srgbClr val="003366"/>
                  </a:solidFill>
                  <a:latin typeface="Aptos Display" panose="020B0004020202020204" pitchFamily="34" charset="0"/>
                </a:endParaRPr>
              </a:p>
              <a:p>
                <a:r>
                  <a:rPr lang="en-CA" sz="1200" b="1" dirty="0">
                    <a:solidFill>
                      <a:srgbClr val="003366"/>
                    </a:solidFill>
                    <a:latin typeface="Aptos Display" panose="020B0004020202020204" pitchFamily="34" charset="0"/>
                  </a:rPr>
                  <a:t>Step Over</a:t>
                </a:r>
                <a:r>
                  <a:rPr lang="en-CA" sz="1200" dirty="0">
                    <a:solidFill>
                      <a:srgbClr val="003366"/>
                    </a:solidFill>
                    <a:latin typeface="Aptos Display" panose="020B0004020202020204" pitchFamily="34" charset="0"/>
                  </a:rPr>
                  <a:t>: Create a new query by taking a tiny step </a:t>
                </a:r>
                <a:r>
                  <a:rPr lang="en-CA" sz="1200" i="1" dirty="0">
                    <a:solidFill>
                      <a:srgbClr val="003366"/>
                    </a:solidFill>
                    <a:latin typeface="Aptos Display" panose="020B0004020202020204" pitchFamily="34" charset="0"/>
                  </a:rPr>
                  <a:t>past</a:t>
                </a:r>
                <a:r>
                  <a:rPr lang="en-CA" sz="1200" dirty="0">
                    <a:solidFill>
                      <a:srgbClr val="003366"/>
                    </a:solidFill>
                    <a:latin typeface="Aptos Display" panose="020B0004020202020204" pitchFamily="34" charset="0"/>
                  </a:rPr>
                  <a:t> that threshold to land in the adjacent, unexplored leaf branch.</a:t>
                </a:r>
              </a:p>
              <a:p>
                <a:endParaRPr lang="en-CA" sz="1200" dirty="0">
                  <a:solidFill>
                    <a:srgbClr val="003366"/>
                  </a:solidFill>
                  <a:latin typeface="Aptos Display" panose="020B0004020202020204" pitchFamily="34" charset="0"/>
                </a:endParaRPr>
              </a:p>
              <a:p>
                <a:r>
                  <a:rPr lang="en-CA" sz="1200" b="1" dirty="0">
                    <a:solidFill>
                      <a:srgbClr val="003366"/>
                    </a:solidFill>
                    <a:latin typeface="Aptos Display" panose="020B0004020202020204" pitchFamily="34" charset="0"/>
                  </a:rPr>
                  <a:t>Repeat</a:t>
                </a:r>
                <a:r>
                  <a:rPr lang="en-CA" sz="1200" dirty="0">
                    <a:solidFill>
                      <a:srgbClr val="003366"/>
                    </a:solidFill>
                    <a:latin typeface="Aptos Display" panose="020B0004020202020204" pitchFamily="34" charset="0"/>
                  </a:rPr>
                  <a:t>: Keep jumping from branch to branch until you have visited every leaf and mapped all the decision boundaries.</a:t>
                </a:r>
              </a:p>
              <a:p>
                <a:endParaRPr lang="en-US" dirty="0"/>
              </a:p>
            </p:txBody>
          </p:sp>
        </mc:Fallback>
      </mc:AlternateContent>
      <p:sp>
        <p:nvSpPr>
          <p:cNvPr id="4" name="Slide Number Placeholder 3"/>
          <p:cNvSpPr>
            <a:spLocks noGrp="1"/>
          </p:cNvSpPr>
          <p:nvPr>
            <p:ph type="sldNum" sz="quarter" idx="5"/>
          </p:nvPr>
        </p:nvSpPr>
        <p:spPr/>
        <p:txBody>
          <a:bodyPr/>
          <a:lstStyle/>
          <a:p>
            <a:pPr>
              <a:defRPr/>
            </a:pPr>
            <a:fld id="{8BC0F33B-1674-4AD7-BDC8-DD9E9E0A95D4}" type="slidenum">
              <a:rPr lang="it-IT" smtClean="0"/>
              <a:pPr>
                <a:defRPr/>
              </a:pPr>
              <a:t>46</a:t>
            </a:fld>
            <a:endParaRPr lang="it-IT"/>
          </a:p>
        </p:txBody>
      </p:sp>
    </p:spTree>
    <p:extLst>
      <p:ext uri="{BB962C8B-B14F-4D97-AF65-F5344CB8AC3E}">
        <p14:creationId xmlns:p14="http://schemas.microsoft.com/office/powerpoint/2010/main" val="12291634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8"/>
          <p:cNvSpPr>
            <a:spLocks noGrp="1" noChangeArrowheads="1"/>
          </p:cNvSpPr>
          <p:nvPr>
            <p:ph type="sldNum" sz="quarter" idx="10"/>
          </p:nvPr>
        </p:nvSpPr>
        <p:spPr>
          <a:ln/>
        </p:spPr>
        <p:txBody>
          <a:bodyPr/>
          <a:lstStyle>
            <a:lvl1pPr>
              <a:defRPr/>
            </a:lvl1pPr>
          </a:lstStyle>
          <a:p>
            <a:pPr>
              <a:defRPr/>
            </a:pPr>
            <a:fld id="{996D56C8-A10D-4898-B650-8746653CB87D}" type="slidenum">
              <a:rPr lang="it-IT"/>
              <a:pPr>
                <a:defRPr/>
              </a:pPr>
              <a:t>‹#›</a:t>
            </a:fld>
            <a:endParaRPr lang="it-IT"/>
          </a:p>
        </p:txBody>
      </p:sp>
      <p:pic>
        <p:nvPicPr>
          <p:cNvPr id="5" name="Picture 4">
            <a:extLst>
              <a:ext uri="{FF2B5EF4-FFF2-40B4-BE49-F238E27FC236}">
                <a16:creationId xmlns:a16="http://schemas.microsoft.com/office/drawing/2014/main" id="{A694127F-694B-3309-22A7-DBBDF759182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6" name="Rectangle 5">
            <a:extLst>
              <a:ext uri="{FF2B5EF4-FFF2-40B4-BE49-F238E27FC236}">
                <a16:creationId xmlns:a16="http://schemas.microsoft.com/office/drawing/2014/main" id="{1003642F-A754-1852-209F-BD244CF453D5}"/>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8"/>
          <p:cNvSpPr>
            <a:spLocks noGrp="1" noChangeArrowheads="1"/>
          </p:cNvSpPr>
          <p:nvPr>
            <p:ph type="sldNum" sz="quarter" idx="10"/>
          </p:nvPr>
        </p:nvSpPr>
        <p:spPr>
          <a:ln/>
        </p:spPr>
        <p:txBody>
          <a:bodyPr/>
          <a:lstStyle>
            <a:lvl1pPr>
              <a:defRPr/>
            </a:lvl1pPr>
          </a:lstStyle>
          <a:p>
            <a:pPr>
              <a:defRPr/>
            </a:pPr>
            <a:fld id="{FE5AEF74-5102-4921-8DBA-649C609AF6D1}" type="slidenum">
              <a:rPr lang="it-IT"/>
              <a:pPr>
                <a:defRPr/>
              </a:pPr>
              <a:t>‹#›</a:t>
            </a:fld>
            <a:endParaRPr lang="it-IT"/>
          </a:p>
        </p:txBody>
      </p:sp>
      <p:pic>
        <p:nvPicPr>
          <p:cNvPr id="5" name="Picture 4">
            <a:extLst>
              <a:ext uri="{FF2B5EF4-FFF2-40B4-BE49-F238E27FC236}">
                <a16:creationId xmlns:a16="http://schemas.microsoft.com/office/drawing/2014/main" id="{3878C745-ADDA-EB40-CFDC-9C1551B87F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6" name="Rectangle 5">
            <a:extLst>
              <a:ext uri="{FF2B5EF4-FFF2-40B4-BE49-F238E27FC236}">
                <a16:creationId xmlns:a16="http://schemas.microsoft.com/office/drawing/2014/main" id="{013F83F8-D83C-00C0-8052-5108D0BFA81F}"/>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8"/>
          <p:cNvSpPr>
            <a:spLocks noGrp="1" noChangeArrowheads="1"/>
          </p:cNvSpPr>
          <p:nvPr>
            <p:ph type="sldNum" sz="quarter" idx="10"/>
          </p:nvPr>
        </p:nvSpPr>
        <p:spPr>
          <a:ln/>
        </p:spPr>
        <p:txBody>
          <a:bodyPr/>
          <a:lstStyle>
            <a:lvl1pPr>
              <a:defRPr/>
            </a:lvl1pPr>
          </a:lstStyle>
          <a:p>
            <a:pPr>
              <a:defRPr/>
            </a:pPr>
            <a:fld id="{86FB9A68-2017-43A9-8865-D157CE7F9117}" type="slidenum">
              <a:rPr lang="it-IT"/>
              <a:pPr>
                <a:defRPr/>
              </a:pPr>
              <a:t>‹#›</a:t>
            </a:fld>
            <a:endParaRPr lang="it-IT"/>
          </a:p>
        </p:txBody>
      </p:sp>
      <p:pic>
        <p:nvPicPr>
          <p:cNvPr id="5" name="Picture 4">
            <a:extLst>
              <a:ext uri="{FF2B5EF4-FFF2-40B4-BE49-F238E27FC236}">
                <a16:creationId xmlns:a16="http://schemas.microsoft.com/office/drawing/2014/main" id="{2BB8F0CF-C25F-3456-4C68-0363BBEF51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6" name="Rectangle 5">
            <a:extLst>
              <a:ext uri="{FF2B5EF4-FFF2-40B4-BE49-F238E27FC236}">
                <a16:creationId xmlns:a16="http://schemas.microsoft.com/office/drawing/2014/main" id="{6953D8DD-B9F3-4BEE-E5A0-4812E09E7AF4}"/>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19138" y="10668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10138" y="10668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8"/>
          <p:cNvSpPr>
            <a:spLocks noGrp="1" noChangeArrowheads="1"/>
          </p:cNvSpPr>
          <p:nvPr>
            <p:ph type="sldNum" sz="quarter" idx="10"/>
          </p:nvPr>
        </p:nvSpPr>
        <p:spPr>
          <a:ln/>
        </p:spPr>
        <p:txBody>
          <a:bodyPr/>
          <a:lstStyle>
            <a:lvl1pPr>
              <a:defRPr/>
            </a:lvl1pPr>
          </a:lstStyle>
          <a:p>
            <a:pPr>
              <a:defRPr/>
            </a:pPr>
            <a:fld id="{5E635617-EE3C-41F5-B859-CA8A06225C8E}" type="slidenum">
              <a:rPr lang="it-IT"/>
              <a:pPr>
                <a:defRPr/>
              </a:pPr>
              <a:t>‹#›</a:t>
            </a:fld>
            <a:endParaRPr lang="it-IT"/>
          </a:p>
        </p:txBody>
      </p:sp>
      <p:pic>
        <p:nvPicPr>
          <p:cNvPr id="6" name="Picture 5">
            <a:extLst>
              <a:ext uri="{FF2B5EF4-FFF2-40B4-BE49-F238E27FC236}">
                <a16:creationId xmlns:a16="http://schemas.microsoft.com/office/drawing/2014/main" id="{DFAAE0E6-919D-223B-4D47-AC9515AE45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7" name="Rectangle 6">
            <a:extLst>
              <a:ext uri="{FF2B5EF4-FFF2-40B4-BE49-F238E27FC236}">
                <a16:creationId xmlns:a16="http://schemas.microsoft.com/office/drawing/2014/main" id="{A8C4B334-12F1-4FC7-34E6-8494506FE0BE}"/>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8"/>
          <p:cNvSpPr>
            <a:spLocks noGrp="1" noChangeArrowheads="1"/>
          </p:cNvSpPr>
          <p:nvPr>
            <p:ph type="sldNum" sz="quarter" idx="10"/>
          </p:nvPr>
        </p:nvSpPr>
        <p:spPr>
          <a:ln/>
        </p:spPr>
        <p:txBody>
          <a:bodyPr/>
          <a:lstStyle>
            <a:lvl1pPr>
              <a:defRPr/>
            </a:lvl1pPr>
          </a:lstStyle>
          <a:p>
            <a:pPr>
              <a:defRPr/>
            </a:pPr>
            <a:fld id="{BC8E31E4-2839-4911-8921-316FAD32698C}" type="slidenum">
              <a:rPr lang="it-IT"/>
              <a:pPr>
                <a:defRPr/>
              </a:pPr>
              <a:t>‹#›</a:t>
            </a:fld>
            <a:endParaRPr lang="it-IT"/>
          </a:p>
        </p:txBody>
      </p:sp>
      <p:pic>
        <p:nvPicPr>
          <p:cNvPr id="8" name="Picture 7">
            <a:extLst>
              <a:ext uri="{FF2B5EF4-FFF2-40B4-BE49-F238E27FC236}">
                <a16:creationId xmlns:a16="http://schemas.microsoft.com/office/drawing/2014/main" id="{BCAA6FAB-3C18-4B65-4E7E-A178E9CB8C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9" name="Rectangle 8">
            <a:extLst>
              <a:ext uri="{FF2B5EF4-FFF2-40B4-BE49-F238E27FC236}">
                <a16:creationId xmlns:a16="http://schemas.microsoft.com/office/drawing/2014/main" id="{D5B05A4A-D4BC-9505-8475-71C89F2F0C70}"/>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8"/>
          <p:cNvSpPr>
            <a:spLocks noGrp="1" noChangeArrowheads="1"/>
          </p:cNvSpPr>
          <p:nvPr>
            <p:ph type="sldNum" sz="quarter" idx="10"/>
          </p:nvPr>
        </p:nvSpPr>
        <p:spPr>
          <a:ln/>
        </p:spPr>
        <p:txBody>
          <a:bodyPr/>
          <a:lstStyle>
            <a:lvl1pPr>
              <a:defRPr/>
            </a:lvl1pPr>
          </a:lstStyle>
          <a:p>
            <a:pPr>
              <a:defRPr/>
            </a:pPr>
            <a:fld id="{490047E7-9CC8-4A91-A3B9-802559867DAC}" type="slidenum">
              <a:rPr lang="it-IT"/>
              <a:pPr>
                <a:defRPr/>
              </a:pPr>
              <a:t>‹#›</a:t>
            </a:fld>
            <a:endParaRPr lang="it-IT"/>
          </a:p>
        </p:txBody>
      </p:sp>
      <p:pic>
        <p:nvPicPr>
          <p:cNvPr id="4" name="Picture 3">
            <a:extLst>
              <a:ext uri="{FF2B5EF4-FFF2-40B4-BE49-F238E27FC236}">
                <a16:creationId xmlns:a16="http://schemas.microsoft.com/office/drawing/2014/main" id="{2A683C0B-ED83-FB29-E580-3D70DD657A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5" name="Rectangle 4">
            <a:extLst>
              <a:ext uri="{FF2B5EF4-FFF2-40B4-BE49-F238E27FC236}">
                <a16:creationId xmlns:a16="http://schemas.microsoft.com/office/drawing/2014/main" id="{BDAD11A5-5DD9-786B-7575-724C99331AC4}"/>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8"/>
          <p:cNvSpPr>
            <a:spLocks noGrp="1" noChangeArrowheads="1"/>
          </p:cNvSpPr>
          <p:nvPr>
            <p:ph type="sldNum" sz="quarter" idx="10"/>
          </p:nvPr>
        </p:nvSpPr>
        <p:spPr>
          <a:ln/>
        </p:spPr>
        <p:txBody>
          <a:bodyPr/>
          <a:lstStyle>
            <a:lvl1pPr>
              <a:defRPr/>
            </a:lvl1pPr>
          </a:lstStyle>
          <a:p>
            <a:pPr>
              <a:defRPr/>
            </a:pPr>
            <a:fld id="{369442CD-C245-4550-9D0D-61EDF6455B06}" type="slidenum">
              <a:rPr lang="it-IT"/>
              <a:pPr>
                <a:defRPr/>
              </a:pPr>
              <a:t>‹#›</a:t>
            </a:fld>
            <a:endParaRPr lang="it-IT"/>
          </a:p>
        </p:txBody>
      </p:sp>
      <p:pic>
        <p:nvPicPr>
          <p:cNvPr id="4" name="Picture 3">
            <a:extLst>
              <a:ext uri="{FF2B5EF4-FFF2-40B4-BE49-F238E27FC236}">
                <a16:creationId xmlns:a16="http://schemas.microsoft.com/office/drawing/2014/main" id="{AA5AB221-F9B9-B201-380F-4A3282C2BE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5" name="Rectangle 4">
            <a:extLst>
              <a:ext uri="{FF2B5EF4-FFF2-40B4-BE49-F238E27FC236}">
                <a16:creationId xmlns:a16="http://schemas.microsoft.com/office/drawing/2014/main" id="{F4A47D07-3287-24FE-2DD0-756837E540AB}"/>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8"/>
          <p:cNvSpPr>
            <a:spLocks noGrp="1" noChangeArrowheads="1"/>
          </p:cNvSpPr>
          <p:nvPr>
            <p:ph type="sldNum" sz="quarter" idx="10"/>
          </p:nvPr>
        </p:nvSpPr>
        <p:spPr>
          <a:ln/>
        </p:spPr>
        <p:txBody>
          <a:bodyPr/>
          <a:lstStyle>
            <a:lvl1pPr>
              <a:defRPr/>
            </a:lvl1pPr>
          </a:lstStyle>
          <a:p>
            <a:pPr>
              <a:defRPr/>
            </a:pPr>
            <a:fld id="{A2A54487-9E76-4E96-BD09-B6A40810B386}" type="slidenum">
              <a:rPr lang="it-IT"/>
              <a:pPr>
                <a:defRPr/>
              </a:pPr>
              <a:t>‹#›</a:t>
            </a:fld>
            <a:endParaRPr lang="it-IT"/>
          </a:p>
        </p:txBody>
      </p:sp>
      <p:pic>
        <p:nvPicPr>
          <p:cNvPr id="6" name="Picture 5">
            <a:extLst>
              <a:ext uri="{FF2B5EF4-FFF2-40B4-BE49-F238E27FC236}">
                <a16:creationId xmlns:a16="http://schemas.microsoft.com/office/drawing/2014/main" id="{927388E4-FE90-8194-C69E-A28A4D08E9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7" name="Rectangle 6">
            <a:extLst>
              <a:ext uri="{FF2B5EF4-FFF2-40B4-BE49-F238E27FC236}">
                <a16:creationId xmlns:a16="http://schemas.microsoft.com/office/drawing/2014/main" id="{0A2B448A-5055-1F72-6480-D04F4797F453}"/>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8"/>
          <p:cNvSpPr>
            <a:spLocks noGrp="1" noChangeArrowheads="1"/>
          </p:cNvSpPr>
          <p:nvPr>
            <p:ph type="sldNum" sz="quarter" idx="10"/>
          </p:nvPr>
        </p:nvSpPr>
        <p:spPr>
          <a:ln/>
        </p:spPr>
        <p:txBody>
          <a:bodyPr/>
          <a:lstStyle>
            <a:lvl1pPr>
              <a:defRPr/>
            </a:lvl1pPr>
          </a:lstStyle>
          <a:p>
            <a:pPr>
              <a:defRPr/>
            </a:pPr>
            <a:fld id="{BDBA07BE-5472-4AAD-A0E5-CA72E1B922CE}" type="slidenum">
              <a:rPr lang="it-IT"/>
              <a:pPr>
                <a:defRPr/>
              </a:pPr>
              <a:t>‹#›</a:t>
            </a:fld>
            <a:endParaRPr lang="it-IT"/>
          </a:p>
        </p:txBody>
      </p:sp>
      <p:pic>
        <p:nvPicPr>
          <p:cNvPr id="6" name="Picture 5">
            <a:extLst>
              <a:ext uri="{FF2B5EF4-FFF2-40B4-BE49-F238E27FC236}">
                <a16:creationId xmlns:a16="http://schemas.microsoft.com/office/drawing/2014/main" id="{BF142604-7C4D-F648-C1CE-7A41AF5DBA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7" name="Rectangle 6">
            <a:extLst>
              <a:ext uri="{FF2B5EF4-FFF2-40B4-BE49-F238E27FC236}">
                <a16:creationId xmlns:a16="http://schemas.microsoft.com/office/drawing/2014/main" id="{01F14BED-C935-B5DD-1FA3-37476F54A828}"/>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8"/>
          <p:cNvSpPr>
            <a:spLocks noGrp="1" noChangeArrowheads="1"/>
          </p:cNvSpPr>
          <p:nvPr>
            <p:ph type="sldNum" sz="quarter" idx="10"/>
          </p:nvPr>
        </p:nvSpPr>
        <p:spPr>
          <a:ln/>
        </p:spPr>
        <p:txBody>
          <a:bodyPr/>
          <a:lstStyle>
            <a:lvl1pPr>
              <a:defRPr/>
            </a:lvl1pPr>
          </a:lstStyle>
          <a:p>
            <a:pPr>
              <a:defRPr/>
            </a:pPr>
            <a:fld id="{D0453C23-4D31-494E-8564-BDE515A4FBE4}" type="slidenum">
              <a:rPr lang="it-IT"/>
              <a:pPr>
                <a:defRPr/>
              </a:pPr>
              <a:t>‹#›</a:t>
            </a:fld>
            <a:endParaRPr lang="it-IT"/>
          </a:p>
        </p:txBody>
      </p:sp>
      <p:pic>
        <p:nvPicPr>
          <p:cNvPr id="5" name="Picture 4">
            <a:extLst>
              <a:ext uri="{FF2B5EF4-FFF2-40B4-BE49-F238E27FC236}">
                <a16:creationId xmlns:a16="http://schemas.microsoft.com/office/drawing/2014/main" id="{3F6B9FD7-EB23-7ACD-E239-76B093E7FC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6" name="Rectangle 5">
            <a:extLst>
              <a:ext uri="{FF2B5EF4-FFF2-40B4-BE49-F238E27FC236}">
                <a16:creationId xmlns:a16="http://schemas.microsoft.com/office/drawing/2014/main" id="{AA8BD500-7D85-32D8-50F7-71C60CE3FB63}"/>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34925"/>
            <a:ext cx="2057400" cy="59848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19138" y="34925"/>
            <a:ext cx="6019800" cy="5984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8"/>
          <p:cNvSpPr>
            <a:spLocks noGrp="1" noChangeArrowheads="1"/>
          </p:cNvSpPr>
          <p:nvPr>
            <p:ph type="sldNum" sz="quarter" idx="10"/>
          </p:nvPr>
        </p:nvSpPr>
        <p:spPr>
          <a:ln/>
        </p:spPr>
        <p:txBody>
          <a:bodyPr/>
          <a:lstStyle>
            <a:lvl1pPr>
              <a:defRPr/>
            </a:lvl1pPr>
          </a:lstStyle>
          <a:p>
            <a:pPr>
              <a:defRPr/>
            </a:pPr>
            <a:fld id="{8D6A8C84-2A6A-4884-8344-DF056296B402}" type="slidenum">
              <a:rPr lang="it-IT"/>
              <a:pPr>
                <a:defRPr/>
              </a:pPr>
              <a:t>‹#›</a:t>
            </a:fld>
            <a:endParaRPr lang="it-IT"/>
          </a:p>
        </p:txBody>
      </p:sp>
      <p:pic>
        <p:nvPicPr>
          <p:cNvPr id="5" name="Picture 4">
            <a:extLst>
              <a:ext uri="{FF2B5EF4-FFF2-40B4-BE49-F238E27FC236}">
                <a16:creationId xmlns:a16="http://schemas.microsoft.com/office/drawing/2014/main" id="{A4D79F17-8D45-7266-CDEA-EC7DFEE002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6" name="Rectangle 5">
            <a:extLst>
              <a:ext uri="{FF2B5EF4-FFF2-40B4-BE49-F238E27FC236}">
                <a16:creationId xmlns:a16="http://schemas.microsoft.com/office/drawing/2014/main" id="{E85F02CA-F615-A05E-9D0A-595D4EB9633E}"/>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719138" y="34925"/>
            <a:ext cx="8229600" cy="5984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68"/>
          <p:cNvSpPr>
            <a:spLocks noGrp="1" noChangeArrowheads="1"/>
          </p:cNvSpPr>
          <p:nvPr>
            <p:ph type="sldNum" sz="quarter" idx="10"/>
          </p:nvPr>
        </p:nvSpPr>
        <p:spPr>
          <a:ln/>
        </p:spPr>
        <p:txBody>
          <a:bodyPr/>
          <a:lstStyle>
            <a:lvl1pPr>
              <a:defRPr/>
            </a:lvl1pPr>
          </a:lstStyle>
          <a:p>
            <a:pPr>
              <a:defRPr/>
            </a:pPr>
            <a:fld id="{A52AF368-75D9-4E63-B06C-A29C54E29B26}" type="slidenum">
              <a:rPr lang="it-IT"/>
              <a:pPr>
                <a:defRPr/>
              </a:pPr>
              <a:t>‹#›</a:t>
            </a:fld>
            <a:endParaRPr lang="it-IT"/>
          </a:p>
        </p:txBody>
      </p:sp>
      <p:pic>
        <p:nvPicPr>
          <p:cNvPr id="7" name="Picture 6">
            <a:extLst>
              <a:ext uri="{FF2B5EF4-FFF2-40B4-BE49-F238E27FC236}">
                <a16:creationId xmlns:a16="http://schemas.microsoft.com/office/drawing/2014/main" id="{30C4AC94-9457-0ED2-309C-7885EAC399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93332" y="6615239"/>
            <a:ext cx="2315172" cy="247714"/>
          </a:xfrm>
          <a:prstGeom prst="rect">
            <a:avLst/>
          </a:prstGeom>
        </p:spPr>
      </p:pic>
      <p:sp>
        <p:nvSpPr>
          <p:cNvPr id="8" name="Rectangle 7">
            <a:extLst>
              <a:ext uri="{FF2B5EF4-FFF2-40B4-BE49-F238E27FC236}">
                <a16:creationId xmlns:a16="http://schemas.microsoft.com/office/drawing/2014/main" id="{2EFEBCD5-9AB6-7DF6-5A9F-83AE2222537D}"/>
              </a:ext>
            </a:extLst>
          </p:cNvPr>
          <p:cNvSpPr>
            <a:spLocks noChangeArrowheads="1"/>
          </p:cNvSpPr>
          <p:nvPr userDrawn="1"/>
        </p:nvSpPr>
        <p:spPr bwMode="auto">
          <a:xfrm>
            <a:off x="6684507" y="6577607"/>
            <a:ext cx="2423997" cy="307777"/>
          </a:xfrm>
          <a:prstGeom prst="rect">
            <a:avLst/>
          </a:prstGeom>
          <a:noFill/>
          <a:ln w="9525">
            <a:noFill/>
            <a:miter lim="800000"/>
            <a:headEnd/>
            <a:tailEnd/>
          </a:ln>
        </p:spPr>
        <p:txBody>
          <a:bodyPr wrap="non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719138" y="34925"/>
            <a:ext cx="5943600" cy="838200"/>
          </a:xfrm>
        </p:spPr>
        <p:txBody>
          <a:bodyPr/>
          <a:lstStyle/>
          <a:p>
            <a:r>
              <a:rPr lang="en-US"/>
              <a:t>Click to edit Master title style</a:t>
            </a:r>
          </a:p>
        </p:txBody>
      </p:sp>
      <p:sp>
        <p:nvSpPr>
          <p:cNvPr id="3" name="SmartArt Placeholder 2"/>
          <p:cNvSpPr>
            <a:spLocks noGrp="1"/>
          </p:cNvSpPr>
          <p:nvPr>
            <p:ph type="dgm" idx="1"/>
          </p:nvPr>
        </p:nvSpPr>
        <p:spPr>
          <a:xfrm>
            <a:off x="719138" y="1066800"/>
            <a:ext cx="8229600" cy="4953000"/>
          </a:xfrm>
        </p:spPr>
        <p:txBody>
          <a:bodyPr/>
          <a:lstStyle/>
          <a:p>
            <a:pPr lvl="0"/>
            <a:endParaRPr lang="en-US" noProof="0"/>
          </a:p>
        </p:txBody>
      </p:sp>
      <p:sp>
        <p:nvSpPr>
          <p:cNvPr id="4" name="Rectangle 68"/>
          <p:cNvSpPr>
            <a:spLocks noGrp="1" noChangeArrowheads="1"/>
          </p:cNvSpPr>
          <p:nvPr>
            <p:ph type="sldNum" sz="quarter" idx="10"/>
          </p:nvPr>
        </p:nvSpPr>
        <p:spPr>
          <a:ln/>
        </p:spPr>
        <p:txBody>
          <a:bodyPr/>
          <a:lstStyle>
            <a:lvl1pPr>
              <a:defRPr/>
            </a:lvl1pPr>
          </a:lstStyle>
          <a:p>
            <a:pPr>
              <a:defRPr/>
            </a:pPr>
            <a:fld id="{E96B9D2D-D862-4A1B-9118-D1CB277DFCF4}" type="slidenum">
              <a:rPr lang="it-IT"/>
              <a:pPr>
                <a:defRPr/>
              </a:pPr>
              <a:t>‹#›</a:t>
            </a:fld>
            <a:endParaRPr lang="it-IT"/>
          </a:p>
        </p:txBody>
      </p:sp>
      <p:pic>
        <p:nvPicPr>
          <p:cNvPr id="5" name="Picture 4">
            <a:extLst>
              <a:ext uri="{FF2B5EF4-FFF2-40B4-BE49-F238E27FC236}">
                <a16:creationId xmlns:a16="http://schemas.microsoft.com/office/drawing/2014/main" id="{1AB35A7B-8837-D247-A824-7F20D9D2338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6" name="Rectangle 5">
            <a:extLst>
              <a:ext uri="{FF2B5EF4-FFF2-40B4-BE49-F238E27FC236}">
                <a16:creationId xmlns:a16="http://schemas.microsoft.com/office/drawing/2014/main" id="{366AA7FE-98E2-8DCD-E32F-7ABB419DF117}"/>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Rectangle 15"/>
          <p:cNvSpPr>
            <a:spLocks noChangeArrowheads="1"/>
          </p:cNvSpPr>
          <p:nvPr/>
        </p:nvSpPr>
        <p:spPr bwMode="auto">
          <a:xfrm>
            <a:off x="0" y="0"/>
            <a:ext cx="9169400" cy="6873875"/>
          </a:xfrm>
          <a:prstGeom prst="rect">
            <a:avLst/>
          </a:prstGeom>
          <a:noFill/>
          <a:ln>
            <a:noFill/>
          </a:ln>
          <a:effectLst/>
        </p:spPr>
        <p:txBody>
          <a:bodyPr wrap="none" anchor="ctr"/>
          <a:lstStyle>
            <a:lvl1pPr>
              <a:defRPr sz="1600" b="1">
                <a:solidFill>
                  <a:srgbClr val="FF9900"/>
                </a:solidFill>
                <a:latin typeface="Arial" charset="0"/>
              </a:defRPr>
            </a:lvl1pPr>
            <a:lvl2pPr marL="742950" indent="-285750">
              <a:defRPr sz="1600" b="1">
                <a:solidFill>
                  <a:srgbClr val="FF9900"/>
                </a:solidFill>
                <a:latin typeface="Arial" charset="0"/>
              </a:defRPr>
            </a:lvl2pPr>
            <a:lvl3pPr marL="1143000" indent="-228600">
              <a:defRPr sz="1600" b="1">
                <a:solidFill>
                  <a:srgbClr val="FF9900"/>
                </a:solidFill>
                <a:latin typeface="Arial" charset="0"/>
              </a:defRPr>
            </a:lvl3pPr>
            <a:lvl4pPr marL="1600200" indent="-228600">
              <a:defRPr sz="1600" b="1">
                <a:solidFill>
                  <a:srgbClr val="FF9900"/>
                </a:solidFill>
                <a:latin typeface="Arial" charset="0"/>
              </a:defRPr>
            </a:lvl4pPr>
            <a:lvl5pPr marL="2057400" indent="-228600">
              <a:defRPr sz="1600" b="1">
                <a:solidFill>
                  <a:srgbClr val="FF9900"/>
                </a:solidFill>
                <a:latin typeface="Arial" charset="0"/>
              </a:defRPr>
            </a:lvl5pPr>
            <a:lvl6pPr marL="2514600" indent="-228600" eaLnBrk="0" fontAlgn="base" hangingPunct="0">
              <a:spcBef>
                <a:spcPct val="0"/>
              </a:spcBef>
              <a:spcAft>
                <a:spcPct val="0"/>
              </a:spcAft>
              <a:defRPr sz="1600" b="1">
                <a:solidFill>
                  <a:srgbClr val="FF9900"/>
                </a:solidFill>
                <a:latin typeface="Arial" charset="0"/>
              </a:defRPr>
            </a:lvl6pPr>
            <a:lvl7pPr marL="2971800" indent="-228600" eaLnBrk="0" fontAlgn="base" hangingPunct="0">
              <a:spcBef>
                <a:spcPct val="0"/>
              </a:spcBef>
              <a:spcAft>
                <a:spcPct val="0"/>
              </a:spcAft>
              <a:defRPr sz="1600" b="1">
                <a:solidFill>
                  <a:srgbClr val="FF9900"/>
                </a:solidFill>
                <a:latin typeface="Arial" charset="0"/>
              </a:defRPr>
            </a:lvl7pPr>
            <a:lvl8pPr marL="3429000" indent="-228600" eaLnBrk="0" fontAlgn="base" hangingPunct="0">
              <a:spcBef>
                <a:spcPct val="0"/>
              </a:spcBef>
              <a:spcAft>
                <a:spcPct val="0"/>
              </a:spcAft>
              <a:defRPr sz="1600" b="1">
                <a:solidFill>
                  <a:srgbClr val="FF9900"/>
                </a:solidFill>
                <a:latin typeface="Arial" charset="0"/>
              </a:defRPr>
            </a:lvl8pPr>
            <a:lvl9pPr marL="3886200" indent="-228600" eaLnBrk="0" fontAlgn="base" hangingPunct="0">
              <a:spcBef>
                <a:spcPct val="0"/>
              </a:spcBef>
              <a:spcAft>
                <a:spcPct val="0"/>
              </a:spcAft>
              <a:defRPr sz="1600" b="1">
                <a:solidFill>
                  <a:srgbClr val="FF9900"/>
                </a:solidFill>
                <a:latin typeface="Arial" charset="0"/>
              </a:defRPr>
            </a:lvl9pPr>
          </a:lstStyle>
          <a:p>
            <a:pPr>
              <a:defRPr/>
            </a:pPr>
            <a:endParaRPr lang="en-US" altLang="en-US">
              <a:cs typeface="+mn-cs"/>
            </a:endParaRPr>
          </a:p>
        </p:txBody>
      </p:sp>
      <p:pic>
        <p:nvPicPr>
          <p:cNvPr id="3" name="Picture 2"/>
          <p:cNvPicPr>
            <a:picLocks noChangeAspect="1" noChangeArrowheads="1"/>
          </p:cNvPicPr>
          <p:nvPr userDrawn="1"/>
        </p:nvPicPr>
        <p:blipFill>
          <a:blip r:embed="rId2"/>
          <a:srcRect/>
          <a:stretch>
            <a:fillRect/>
          </a:stretch>
        </p:blipFill>
        <p:spPr bwMode="auto">
          <a:xfrm>
            <a:off x="0" y="-26988"/>
            <a:ext cx="9163050" cy="3467101"/>
          </a:xfrm>
          <a:prstGeom prst="rect">
            <a:avLst/>
          </a:prstGeom>
          <a:noFill/>
          <a:ln w="9525">
            <a:noFill/>
            <a:miter lim="800000"/>
            <a:headEnd/>
            <a:tailEnd/>
          </a:ln>
        </p:spPr>
      </p:pic>
      <p:pic>
        <p:nvPicPr>
          <p:cNvPr id="4" name="Picture 4"/>
          <p:cNvPicPr>
            <a:picLocks noChangeAspect="1" noChangeArrowheads="1"/>
          </p:cNvPicPr>
          <p:nvPr userDrawn="1"/>
        </p:nvPicPr>
        <p:blipFill>
          <a:blip r:embed="rId3"/>
          <a:srcRect/>
          <a:stretch>
            <a:fillRect/>
          </a:stretch>
        </p:blipFill>
        <p:spPr bwMode="auto">
          <a:xfrm>
            <a:off x="0" y="6546850"/>
            <a:ext cx="9163050" cy="338138"/>
          </a:xfrm>
          <a:prstGeom prst="rect">
            <a:avLst/>
          </a:prstGeom>
          <a:noFill/>
          <a:ln w="9525">
            <a:noFill/>
            <a:miter lim="800000"/>
            <a:headEnd/>
            <a:tailEnd/>
          </a:ln>
        </p:spPr>
      </p:pic>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8" descr="up"/>
          <p:cNvPicPr>
            <a:picLocks noChangeAspect="1" noChangeArrowheads="1"/>
          </p:cNvPicPr>
          <p:nvPr/>
        </p:nvPicPr>
        <p:blipFill>
          <a:blip r:embed="rId16"/>
          <a:srcRect/>
          <a:stretch>
            <a:fillRect/>
          </a:stretch>
        </p:blipFill>
        <p:spPr bwMode="auto">
          <a:xfrm>
            <a:off x="0" y="0"/>
            <a:ext cx="9144000" cy="858838"/>
          </a:xfrm>
          <a:prstGeom prst="rect">
            <a:avLst/>
          </a:prstGeom>
          <a:noFill/>
          <a:ln w="9525">
            <a:noFill/>
            <a:miter lim="800000"/>
            <a:headEnd/>
            <a:tailEnd/>
          </a:ln>
        </p:spPr>
      </p:pic>
      <p:pic>
        <p:nvPicPr>
          <p:cNvPr id="1027" name="Picture 80" descr="untitled"/>
          <p:cNvPicPr preferRelativeResize="0">
            <a:picLocks noChangeArrowheads="1"/>
          </p:cNvPicPr>
          <p:nvPr userDrawn="1"/>
        </p:nvPicPr>
        <p:blipFill>
          <a:blip r:embed="rId17"/>
          <a:srcRect/>
          <a:stretch>
            <a:fillRect/>
          </a:stretch>
        </p:blipFill>
        <p:spPr bwMode="auto">
          <a:xfrm>
            <a:off x="3175" y="6556375"/>
            <a:ext cx="9140825" cy="301625"/>
          </a:xfrm>
          <a:prstGeom prst="rect">
            <a:avLst/>
          </a:prstGeom>
          <a:noFill/>
          <a:ln w="9525">
            <a:noFill/>
            <a:miter lim="800000"/>
            <a:headEnd/>
            <a:tailEnd/>
          </a:ln>
        </p:spPr>
      </p:pic>
      <p:sp>
        <p:nvSpPr>
          <p:cNvPr id="1028" name="Rectangle 19"/>
          <p:cNvSpPr>
            <a:spLocks noGrp="1" noChangeAspect="1" noChangeArrowheads="1"/>
          </p:cNvSpPr>
          <p:nvPr>
            <p:ph type="title"/>
          </p:nvPr>
        </p:nvSpPr>
        <p:spPr bwMode="auto">
          <a:xfrm>
            <a:off x="719138" y="34925"/>
            <a:ext cx="5943600" cy="8382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it-IT"/>
              <a:t>Titolo diapositiva</a:t>
            </a:r>
          </a:p>
        </p:txBody>
      </p:sp>
      <p:sp>
        <p:nvSpPr>
          <p:cNvPr id="1029" name="Rectangle 66"/>
          <p:cNvSpPr>
            <a:spLocks noGrp="1" noChangeArrowheads="1"/>
          </p:cNvSpPr>
          <p:nvPr>
            <p:ph type="body" idx="1"/>
          </p:nvPr>
        </p:nvSpPr>
        <p:spPr bwMode="auto">
          <a:xfrm>
            <a:off x="719138" y="1066800"/>
            <a:ext cx="8229600" cy="4953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it-IT"/>
              <a:t>Fare clic per modificare il testo</a:t>
            </a:r>
          </a:p>
          <a:p>
            <a:pPr lvl="1"/>
            <a:r>
              <a:rPr lang="it-IT"/>
              <a:t>Testo</a:t>
            </a:r>
          </a:p>
          <a:p>
            <a:pPr lvl="2"/>
            <a:r>
              <a:rPr lang="it-IT"/>
              <a:t>Testo</a:t>
            </a:r>
          </a:p>
          <a:p>
            <a:pPr lvl="3"/>
            <a:r>
              <a:rPr lang="it-IT"/>
              <a:t>testo</a:t>
            </a:r>
          </a:p>
        </p:txBody>
      </p:sp>
      <p:sp>
        <p:nvSpPr>
          <p:cNvPr id="7" name="Rectangle 68"/>
          <p:cNvSpPr>
            <a:spLocks noGrp="1" noChangeArrowheads="1"/>
          </p:cNvSpPr>
          <p:nvPr>
            <p:ph type="sldNum" sz="quarter" idx="4"/>
          </p:nvPr>
        </p:nvSpPr>
        <p:spPr bwMode="auto">
          <a:xfrm>
            <a:off x="76200" y="6613525"/>
            <a:ext cx="1328738" cy="244475"/>
          </a:xfrm>
          <a:prstGeom prst="rect">
            <a:avLst/>
          </a:prstGeom>
          <a:ln>
            <a:miter lim="800000"/>
            <a:headEnd/>
            <a:tailEnd/>
          </a:ln>
        </p:spPr>
        <p:txBody>
          <a:bodyPr vert="horz" wrap="none" lIns="0" tIns="0" rIns="1080000" bIns="0" numCol="1" anchor="t" anchorCtr="0" compatLnSpc="1">
            <a:prstTxWarp prst="textNoShape">
              <a:avLst/>
            </a:prstTxWarp>
            <a:spAutoFit/>
          </a:bodyPr>
          <a:lstStyle>
            <a:lvl1pPr algn="r" eaLnBrk="0" hangingPunct="0">
              <a:spcBef>
                <a:spcPct val="20000"/>
              </a:spcBef>
              <a:defRPr sz="1600" b="1">
                <a:solidFill>
                  <a:srgbClr val="FF9900"/>
                </a:solidFill>
                <a:latin typeface="+mn-lt"/>
                <a:cs typeface="Times New Roman" pitchFamily="18" charset="0"/>
              </a:defRPr>
            </a:lvl1pPr>
          </a:lstStyle>
          <a:p>
            <a:pPr>
              <a:defRPr/>
            </a:pPr>
            <a:fld id="{77B19931-720D-426D-9813-29D39344424D}" type="slidenum">
              <a:rPr lang="it-IT"/>
              <a:pPr>
                <a:defRPr/>
              </a:pPr>
              <a:t>‹#›</a:t>
            </a:fld>
            <a:endParaRPr lang="it-IT"/>
          </a:p>
        </p:txBody>
      </p:sp>
      <p:pic>
        <p:nvPicPr>
          <p:cNvPr id="2" name="Picture 1">
            <a:extLst>
              <a:ext uri="{FF2B5EF4-FFF2-40B4-BE49-F238E27FC236}">
                <a16:creationId xmlns:a16="http://schemas.microsoft.com/office/drawing/2014/main" id="{4FDE9E1C-3CA7-704C-A80A-D5F9314BD95D}"/>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3" name="Rectangle 2">
            <a:extLst>
              <a:ext uri="{FF2B5EF4-FFF2-40B4-BE49-F238E27FC236}">
                <a16:creationId xmlns:a16="http://schemas.microsoft.com/office/drawing/2014/main" id="{1E8F66B3-A208-23EE-CBC6-275E15082C47}"/>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 bg1="lt1" tx1="dk1" bg2="lt2" tx2="dk2" accent1="accent1" accent2="accent2" accent3="accent3" accent4="accent4" accent5="accent5" accent6="accent6" hlink="hlink" folHlink="folHlink"/>
  <p:sldLayoutIdLst>
    <p:sldLayoutId id="2147484268" r:id="rId1"/>
    <p:sldLayoutId id="2147484269" r:id="rId2"/>
    <p:sldLayoutId id="2147484270" r:id="rId3"/>
    <p:sldLayoutId id="2147484271" r:id="rId4"/>
    <p:sldLayoutId id="2147484272" r:id="rId5"/>
    <p:sldLayoutId id="2147484273" r:id="rId6"/>
    <p:sldLayoutId id="2147484274" r:id="rId7"/>
    <p:sldLayoutId id="2147484275" r:id="rId8"/>
    <p:sldLayoutId id="2147484276" r:id="rId9"/>
    <p:sldLayoutId id="2147484277" r:id="rId10"/>
    <p:sldLayoutId id="2147484278" r:id="rId11"/>
    <p:sldLayoutId id="2147484279" r:id="rId12"/>
    <p:sldLayoutId id="2147484280" r:id="rId13"/>
    <p:sldLayoutId id="2147484281" r:id="rId14"/>
  </p:sldLayoutIdLst>
  <p:hf hdr="0" ftr="0" dt="0"/>
  <p:txStyles>
    <p:titleStyle>
      <a:lvl1pPr algn="l" rtl="0" eaLnBrk="0" fontAlgn="base" hangingPunct="0">
        <a:spcBef>
          <a:spcPct val="0"/>
        </a:spcBef>
        <a:spcAft>
          <a:spcPct val="0"/>
        </a:spcAft>
        <a:defRPr sz="2200" b="1">
          <a:solidFill>
            <a:srgbClr val="003F6E"/>
          </a:solidFill>
          <a:latin typeface="+mj-lt"/>
          <a:ea typeface="+mj-ea"/>
          <a:cs typeface="+mj-cs"/>
        </a:defRPr>
      </a:lvl1pPr>
      <a:lvl2pPr algn="l" rtl="0" eaLnBrk="0" fontAlgn="base" hangingPunct="0">
        <a:spcBef>
          <a:spcPct val="0"/>
        </a:spcBef>
        <a:spcAft>
          <a:spcPct val="0"/>
        </a:spcAft>
        <a:defRPr sz="2200" b="1">
          <a:solidFill>
            <a:srgbClr val="003F6E"/>
          </a:solidFill>
          <a:latin typeface="Arial" charset="0"/>
        </a:defRPr>
      </a:lvl2pPr>
      <a:lvl3pPr algn="l" rtl="0" eaLnBrk="0" fontAlgn="base" hangingPunct="0">
        <a:spcBef>
          <a:spcPct val="0"/>
        </a:spcBef>
        <a:spcAft>
          <a:spcPct val="0"/>
        </a:spcAft>
        <a:defRPr sz="2200" b="1">
          <a:solidFill>
            <a:srgbClr val="003F6E"/>
          </a:solidFill>
          <a:latin typeface="Arial" charset="0"/>
        </a:defRPr>
      </a:lvl3pPr>
      <a:lvl4pPr algn="l" rtl="0" eaLnBrk="0" fontAlgn="base" hangingPunct="0">
        <a:spcBef>
          <a:spcPct val="0"/>
        </a:spcBef>
        <a:spcAft>
          <a:spcPct val="0"/>
        </a:spcAft>
        <a:defRPr sz="2200" b="1">
          <a:solidFill>
            <a:srgbClr val="003F6E"/>
          </a:solidFill>
          <a:latin typeface="Arial" charset="0"/>
        </a:defRPr>
      </a:lvl4pPr>
      <a:lvl5pPr algn="l" rtl="0" eaLnBrk="0" fontAlgn="base" hangingPunct="0">
        <a:spcBef>
          <a:spcPct val="0"/>
        </a:spcBef>
        <a:spcAft>
          <a:spcPct val="0"/>
        </a:spcAft>
        <a:defRPr sz="2200" b="1">
          <a:solidFill>
            <a:srgbClr val="003F6E"/>
          </a:solidFill>
          <a:latin typeface="Arial" charset="0"/>
        </a:defRPr>
      </a:lvl5pPr>
      <a:lvl6pPr marL="457200" algn="l" rtl="0" eaLnBrk="0" fontAlgn="base" hangingPunct="0">
        <a:spcBef>
          <a:spcPct val="0"/>
        </a:spcBef>
        <a:spcAft>
          <a:spcPct val="0"/>
        </a:spcAft>
        <a:defRPr sz="2200" b="1">
          <a:solidFill>
            <a:srgbClr val="003F6E"/>
          </a:solidFill>
          <a:latin typeface="Arial" charset="0"/>
        </a:defRPr>
      </a:lvl6pPr>
      <a:lvl7pPr marL="914400" algn="l" rtl="0" eaLnBrk="0" fontAlgn="base" hangingPunct="0">
        <a:spcBef>
          <a:spcPct val="0"/>
        </a:spcBef>
        <a:spcAft>
          <a:spcPct val="0"/>
        </a:spcAft>
        <a:defRPr sz="2200" b="1">
          <a:solidFill>
            <a:srgbClr val="003F6E"/>
          </a:solidFill>
          <a:latin typeface="Arial" charset="0"/>
        </a:defRPr>
      </a:lvl7pPr>
      <a:lvl8pPr marL="1371600" algn="l" rtl="0" eaLnBrk="0" fontAlgn="base" hangingPunct="0">
        <a:spcBef>
          <a:spcPct val="0"/>
        </a:spcBef>
        <a:spcAft>
          <a:spcPct val="0"/>
        </a:spcAft>
        <a:defRPr sz="2200" b="1">
          <a:solidFill>
            <a:srgbClr val="003F6E"/>
          </a:solidFill>
          <a:latin typeface="Arial" charset="0"/>
        </a:defRPr>
      </a:lvl8pPr>
      <a:lvl9pPr marL="1828800" algn="l" rtl="0" eaLnBrk="0" fontAlgn="base" hangingPunct="0">
        <a:spcBef>
          <a:spcPct val="0"/>
        </a:spcBef>
        <a:spcAft>
          <a:spcPct val="0"/>
        </a:spcAft>
        <a:defRPr sz="2200" b="1">
          <a:solidFill>
            <a:srgbClr val="003F6E"/>
          </a:solidFill>
          <a:latin typeface="Arial" charset="0"/>
        </a:defRPr>
      </a:lvl9pPr>
    </p:titleStyle>
    <p:bodyStyle>
      <a:lvl1pPr marL="342900" indent="-342900" algn="l" rtl="0" eaLnBrk="0" fontAlgn="base" hangingPunct="0">
        <a:spcBef>
          <a:spcPct val="20000"/>
        </a:spcBef>
        <a:spcAft>
          <a:spcPct val="0"/>
        </a:spcAft>
        <a:defRPr sz="2000">
          <a:solidFill>
            <a:schemeClr val="tx1"/>
          </a:solidFill>
          <a:latin typeface="+mn-lt"/>
          <a:ea typeface="+mn-ea"/>
          <a:cs typeface="+mn-cs"/>
        </a:defRPr>
      </a:lvl1pPr>
      <a:lvl2pPr marL="742950" indent="-285750" algn="l" rtl="0" eaLnBrk="0" fontAlgn="base" hangingPunct="0">
        <a:spcBef>
          <a:spcPct val="20000"/>
        </a:spcBef>
        <a:spcAft>
          <a:spcPct val="0"/>
        </a:spcAft>
        <a:buClr>
          <a:srgbClr val="004C80"/>
        </a:buClr>
        <a:buSzPct val="85000"/>
        <a:buFont typeface="Wingdings" pitchFamily="2" charset="2"/>
        <a:buChar char="§"/>
        <a:defRPr sz="2000">
          <a:solidFill>
            <a:schemeClr val="tx1"/>
          </a:solidFill>
          <a:latin typeface="+mn-lt"/>
        </a:defRPr>
      </a:lvl2pPr>
      <a:lvl3pPr marL="1143000" indent="-228600" algn="l" rtl="0" eaLnBrk="0" fontAlgn="base" hangingPunct="0">
        <a:spcBef>
          <a:spcPct val="20000"/>
        </a:spcBef>
        <a:spcAft>
          <a:spcPct val="0"/>
        </a:spcAft>
        <a:buClr>
          <a:srgbClr val="004D82"/>
        </a:buClr>
        <a:buChar char="•"/>
        <a:defRPr>
          <a:solidFill>
            <a:schemeClr val="tx1"/>
          </a:solidFill>
          <a:latin typeface="+mn-lt"/>
        </a:defRPr>
      </a:lvl3pPr>
      <a:lvl4pPr marL="1600200" indent="-228600" algn="l" rtl="0" eaLnBrk="0" fontAlgn="base" hangingPunct="0">
        <a:spcBef>
          <a:spcPct val="20000"/>
        </a:spcBef>
        <a:spcAft>
          <a:spcPct val="0"/>
        </a:spcAft>
        <a:buClr>
          <a:srgbClr val="004C80"/>
        </a:buClr>
        <a:buChar char="–"/>
        <a:defRPr>
          <a:solidFill>
            <a:schemeClr val="tx1"/>
          </a:solidFill>
          <a:latin typeface="+mn-lt"/>
        </a:defRPr>
      </a:lvl4pPr>
      <a:lvl5pPr marL="2057400" indent="-228600" algn="l" rtl="0" eaLnBrk="0" fontAlgn="base" hangingPunct="0">
        <a:spcBef>
          <a:spcPct val="20000"/>
        </a:spcBef>
        <a:spcAft>
          <a:spcPct val="0"/>
        </a:spcAft>
        <a:buChar char="»"/>
        <a:defRPr>
          <a:solidFill>
            <a:schemeClr val="tx1"/>
          </a:solidFill>
          <a:latin typeface="Minion Web" pitchFamily="18" charset="0"/>
        </a:defRPr>
      </a:lvl5pPr>
      <a:lvl6pPr marL="2514600" indent="-228600" algn="l" rtl="0" eaLnBrk="0" fontAlgn="base" hangingPunct="0">
        <a:spcBef>
          <a:spcPct val="20000"/>
        </a:spcBef>
        <a:spcAft>
          <a:spcPct val="0"/>
        </a:spcAft>
        <a:buChar char="»"/>
        <a:defRPr>
          <a:solidFill>
            <a:schemeClr val="tx1"/>
          </a:solidFill>
          <a:latin typeface="Minion Web" pitchFamily="18" charset="0"/>
        </a:defRPr>
      </a:lvl6pPr>
      <a:lvl7pPr marL="2971800" indent="-228600" algn="l" rtl="0" eaLnBrk="0" fontAlgn="base" hangingPunct="0">
        <a:spcBef>
          <a:spcPct val="20000"/>
        </a:spcBef>
        <a:spcAft>
          <a:spcPct val="0"/>
        </a:spcAft>
        <a:buChar char="»"/>
        <a:defRPr>
          <a:solidFill>
            <a:schemeClr val="tx1"/>
          </a:solidFill>
          <a:latin typeface="Minion Web" pitchFamily="18" charset="0"/>
        </a:defRPr>
      </a:lvl7pPr>
      <a:lvl8pPr marL="3429000" indent="-228600" algn="l" rtl="0" eaLnBrk="0" fontAlgn="base" hangingPunct="0">
        <a:spcBef>
          <a:spcPct val="20000"/>
        </a:spcBef>
        <a:spcAft>
          <a:spcPct val="0"/>
        </a:spcAft>
        <a:buChar char="»"/>
        <a:defRPr>
          <a:solidFill>
            <a:schemeClr val="tx1"/>
          </a:solidFill>
          <a:latin typeface="Minion Web" pitchFamily="18" charset="0"/>
        </a:defRPr>
      </a:lvl8pPr>
      <a:lvl9pPr marL="3886200" indent="-228600" algn="l" rtl="0" eaLnBrk="0" fontAlgn="base" hangingPunct="0">
        <a:spcBef>
          <a:spcPct val="20000"/>
        </a:spcBef>
        <a:spcAft>
          <a:spcPct val="0"/>
        </a:spcAft>
        <a:buChar char="»"/>
        <a:defRPr>
          <a:solidFill>
            <a:schemeClr val="tx1"/>
          </a:solidFill>
          <a:latin typeface="Minion Web"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3.png"/><Relationship Id="rId7" Type="http://schemas.openxmlformats.org/officeDocument/2006/relationships/diagramColors" Target="../diagrams/colors6.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3"/>
          <p:cNvSpPr>
            <a:spLocks noChangeArrowheads="1"/>
          </p:cNvSpPr>
          <p:nvPr/>
        </p:nvSpPr>
        <p:spPr bwMode="auto">
          <a:xfrm>
            <a:off x="1403350" y="2636838"/>
            <a:ext cx="5904954" cy="2246769"/>
          </a:xfrm>
          <a:prstGeom prst="rect">
            <a:avLst/>
          </a:prstGeom>
          <a:noFill/>
          <a:ln w="9525">
            <a:noFill/>
            <a:miter lim="800000"/>
            <a:headEnd/>
            <a:tailEnd/>
          </a:ln>
        </p:spPr>
        <p:txBody>
          <a:bodyPr wrap="square">
            <a:spAutoFit/>
          </a:bodyPr>
          <a:lstStyle/>
          <a:p>
            <a:r>
              <a:rPr sz="4800" b="1" dirty="0">
                <a:solidFill>
                  <a:srgbClr val="003F6E"/>
                </a:solidFill>
                <a:latin typeface="Cambria"/>
              </a:rPr>
              <a:t>M</a:t>
            </a:r>
            <a:r>
              <a:rPr sz="4400" b="1" dirty="0">
                <a:solidFill>
                  <a:srgbClr val="003F6E"/>
                </a:solidFill>
                <a:latin typeface="Cambria"/>
              </a:rPr>
              <a:t>ODEL </a:t>
            </a:r>
            <a:r>
              <a:rPr sz="4800" b="1" dirty="0">
                <a:solidFill>
                  <a:srgbClr val="003F6E"/>
                </a:solidFill>
                <a:latin typeface="Cambria"/>
              </a:rPr>
              <a:t>E</a:t>
            </a:r>
            <a:r>
              <a:rPr sz="4400" b="1" dirty="0">
                <a:solidFill>
                  <a:srgbClr val="003F6E"/>
                </a:solidFill>
                <a:latin typeface="Cambria"/>
              </a:rPr>
              <a:t>XTRACTION </a:t>
            </a:r>
            <a:r>
              <a:rPr sz="4800" b="1" dirty="0">
                <a:solidFill>
                  <a:srgbClr val="003F6E"/>
                </a:solidFill>
                <a:latin typeface="Cambria"/>
              </a:rPr>
              <a:t>A</a:t>
            </a:r>
            <a:r>
              <a:rPr sz="4400" b="1" dirty="0">
                <a:solidFill>
                  <a:srgbClr val="003F6E"/>
                </a:solidFill>
                <a:latin typeface="Cambria"/>
              </a:rPr>
              <a:t>TTACKS</a:t>
            </a:r>
            <a:endParaRPr lang="en-CA" sz="4400" dirty="0">
              <a:solidFill>
                <a:srgbClr val="003F6E"/>
              </a:solidFill>
              <a:latin typeface="Cambria" pitchFamily="18" charset="0"/>
              <a:cs typeface="Times New Roman" pitchFamily="18" charset="0"/>
            </a:endParaRPr>
          </a:p>
          <a:p>
            <a:r>
              <a:rPr lang="en-CA" sz="4400" b="1" dirty="0">
                <a:solidFill>
                  <a:srgbClr val="003F6E"/>
                </a:solidFill>
                <a:latin typeface="Cambria" pitchFamily="18" charset="0"/>
                <a:cs typeface="Times New Roman" pitchFamily="18" charset="0"/>
              </a:rPr>
              <a:t> </a:t>
            </a:r>
            <a:r>
              <a:rPr lang="en-US" sz="4400" dirty="0"/>
              <a:t> </a:t>
            </a:r>
            <a:endParaRPr lang="en-CA" sz="4400" dirty="0">
              <a:solidFill>
                <a:srgbClr val="003F6E"/>
              </a:solidFill>
              <a:latin typeface="Cambria" pitchFamily="18" charset="0"/>
              <a:cs typeface="Times New Roman" pitchFamily="18" charset="0"/>
            </a:endParaRPr>
          </a:p>
        </p:txBody>
      </p:sp>
      <p:sp>
        <p:nvSpPr>
          <p:cNvPr id="18434" name="Rectangle 3"/>
          <p:cNvSpPr>
            <a:spLocks noChangeArrowheads="1"/>
          </p:cNvSpPr>
          <p:nvPr/>
        </p:nvSpPr>
        <p:spPr bwMode="auto">
          <a:xfrm>
            <a:off x="395858" y="188640"/>
            <a:ext cx="2591966" cy="288032"/>
          </a:xfrm>
          <a:prstGeom prst="rect">
            <a:avLst/>
          </a:prstGeom>
          <a:noFill/>
          <a:ln w="9525">
            <a:noFill/>
            <a:miter lim="800000"/>
            <a:headEnd/>
            <a:tailEnd/>
          </a:ln>
        </p:spPr>
        <p:txBody>
          <a:bodyPr wrap="square">
            <a:spAutoFit/>
          </a:bodyPr>
          <a:lstStyle/>
          <a:p>
            <a:pPr algn="ctr"/>
            <a:r>
              <a:rPr lang="en-CA" sz="1200" b="1" dirty="0">
                <a:solidFill>
                  <a:srgbClr val="EE8E00"/>
                </a:solidFill>
                <a:latin typeface="Cambria" pitchFamily="18" charset="0"/>
                <a:cs typeface="Times New Roman" pitchFamily="18" charset="0"/>
              </a:rPr>
              <a:t>UNIVERSITY OF NEW BRUNSWICK</a:t>
            </a:r>
          </a:p>
        </p:txBody>
      </p:sp>
      <p:sp>
        <p:nvSpPr>
          <p:cNvPr id="18435" name="Rectangle 1"/>
          <p:cNvSpPr>
            <a:spLocks noChangeArrowheads="1"/>
          </p:cNvSpPr>
          <p:nvPr/>
        </p:nvSpPr>
        <p:spPr bwMode="auto">
          <a:xfrm>
            <a:off x="1476375" y="5056148"/>
            <a:ext cx="2686248" cy="754053"/>
          </a:xfrm>
          <a:prstGeom prst="rect">
            <a:avLst/>
          </a:prstGeom>
          <a:noFill/>
          <a:ln w="9525">
            <a:noFill/>
            <a:miter lim="800000"/>
            <a:headEnd/>
            <a:tailEnd/>
          </a:ln>
        </p:spPr>
        <p:txBody>
          <a:bodyPr wrap="none">
            <a:spAutoFit/>
          </a:bodyPr>
          <a:lstStyle/>
          <a:p>
            <a:pPr>
              <a:spcAft>
                <a:spcPts val="600"/>
              </a:spcAft>
            </a:pPr>
            <a:r>
              <a:rPr sz="2400" b="1">
                <a:solidFill>
                  <a:srgbClr val="003366"/>
                </a:solidFill>
                <a:latin typeface="Cambria"/>
              </a:rPr>
              <a:t>Presenter: Refat Ishrak Hemel</a:t>
            </a:r>
          </a:p>
          <a:p>
            <a:pPr>
              <a:spcAft>
                <a:spcPts val="600"/>
              </a:spcAft>
            </a:pPr>
            <a:r>
              <a:rPr sz="1400" b="1">
                <a:solidFill>
                  <a:srgbClr val="003366"/>
                </a:solidFill>
                <a:latin typeface="Cambria"/>
              </a:rPr>
              <a:t>email: refat.ishrak.hemel@unb.ca</a:t>
            </a:r>
            <a:endParaRPr lang="en-CA" sz="1400" b="1" dirty="0">
              <a:solidFill>
                <a:srgbClr val="003366"/>
              </a:solidFill>
              <a:latin typeface="Cambria" pitchFamily="18" charset="0"/>
              <a:cs typeface="Times New Roman" pitchFamily="18" charset="0"/>
            </a:endParaRPr>
          </a:p>
        </p:txBody>
      </p:sp>
      <p:sp>
        <p:nvSpPr>
          <p:cNvPr id="2" name="Rectangle 1">
            <a:extLst>
              <a:ext uri="{FF2B5EF4-FFF2-40B4-BE49-F238E27FC236}">
                <a16:creationId xmlns:a16="http://schemas.microsoft.com/office/drawing/2014/main" id="{607B0F7C-29D6-B73F-5BD8-DC227CB039F1}"/>
              </a:ext>
            </a:extLst>
          </p:cNvPr>
          <p:cNvSpPr>
            <a:spLocks noChangeArrowheads="1"/>
          </p:cNvSpPr>
          <p:nvPr/>
        </p:nvSpPr>
        <p:spPr bwMode="auto">
          <a:xfrm>
            <a:off x="5172339"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8462" y="202473"/>
            <a:ext cx="5943600" cy="585763"/>
          </a:xfrm>
        </p:spPr>
        <p:txBody>
          <a:bodyPr/>
          <a:lstStyle/>
          <a:p>
            <a:r>
              <a:rPr sz="2800" b="1" i="1" dirty="0">
                <a:solidFill>
                  <a:srgbClr val="003F6E"/>
                </a:solidFill>
                <a:latin typeface="Cambria"/>
              </a:rPr>
              <a:t>A</a:t>
            </a:r>
            <a:r>
              <a:rPr lang="en-CA" sz="2400" b="1" i="1" dirty="0">
                <a:solidFill>
                  <a:srgbClr val="003F6E"/>
                </a:solidFill>
                <a:latin typeface="Cambria"/>
              </a:rPr>
              <a:t>GENDA</a:t>
            </a:r>
            <a:endParaRPr sz="2800" b="1" i="1" dirty="0">
              <a:solidFill>
                <a:srgbClr val="003F6E"/>
              </a:solidFill>
              <a:latin typeface="Cambria"/>
            </a:endParaRPr>
          </a:p>
        </p:txBody>
      </p:sp>
      <p:graphicFrame>
        <p:nvGraphicFramePr>
          <p:cNvPr id="5" name="Content Placeholder 4">
            <a:extLst>
              <a:ext uri="{FF2B5EF4-FFF2-40B4-BE49-F238E27FC236}">
                <a16:creationId xmlns:a16="http://schemas.microsoft.com/office/drawing/2014/main" id="{3DC7BACE-E183-22FF-B290-D4448E7CB764}"/>
              </a:ext>
            </a:extLst>
          </p:cNvPr>
          <p:cNvGraphicFramePr>
            <a:graphicFrameLocks noGrp="1"/>
          </p:cNvGraphicFramePr>
          <p:nvPr>
            <p:ph idx="1"/>
            <p:extLst>
              <p:ext uri="{D42A27DB-BD31-4B8C-83A1-F6EECF244321}">
                <p14:modId xmlns:p14="http://schemas.microsoft.com/office/powerpoint/2010/main" val="4271975216"/>
              </p:ext>
            </p:extLst>
          </p:nvPr>
        </p:nvGraphicFramePr>
        <p:xfrm>
          <a:off x="731520" y="1645920"/>
          <a:ext cx="7680960" cy="4389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Slide Number Placeholder 5">
            <a:extLst>
              <a:ext uri="{FF2B5EF4-FFF2-40B4-BE49-F238E27FC236}">
                <a16:creationId xmlns:a16="http://schemas.microsoft.com/office/drawing/2014/main" id="{93DBBF0C-A312-53DC-A373-96A29F3BC770}"/>
              </a:ext>
            </a:extLst>
          </p:cNvPr>
          <p:cNvSpPr>
            <a:spLocks noGrp="1"/>
          </p:cNvSpPr>
          <p:nvPr>
            <p:ph type="sldNum" sz="quarter" idx="10"/>
          </p:nvPr>
        </p:nvSpPr>
        <p:spPr/>
        <p:txBody>
          <a:bodyPr/>
          <a:lstStyle/>
          <a:p>
            <a:pPr>
              <a:defRPr/>
            </a:pPr>
            <a:fld id="{FE5AEF74-5102-4921-8DBA-649C609AF6D1}" type="slidenum">
              <a:rPr lang="it-IT" smtClean="0"/>
              <a:pPr>
                <a:defRPr/>
              </a:pPr>
              <a:t>2</a:t>
            </a:fld>
            <a:endParaRPr 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234853"/>
            <a:ext cx="3168352" cy="585763"/>
          </a:xfrm>
        </p:spPr>
        <p:txBody>
          <a:bodyPr/>
          <a:lstStyle/>
          <a:p>
            <a:r>
              <a:rPr sz="2800" b="1" i="1" dirty="0">
                <a:solidFill>
                  <a:srgbClr val="003F6E"/>
                </a:solidFill>
                <a:latin typeface="Cambria"/>
              </a:rPr>
              <a:t>I</a:t>
            </a:r>
            <a:r>
              <a:rPr lang="en-CA" sz="2600" b="1" i="1" dirty="0">
                <a:solidFill>
                  <a:srgbClr val="003F6E"/>
                </a:solidFill>
                <a:latin typeface="Cambria"/>
              </a:rPr>
              <a:t>NTRODUCTION</a:t>
            </a:r>
            <a:endParaRPr sz="2600" b="1" i="1" dirty="0">
              <a:solidFill>
                <a:srgbClr val="003F6E"/>
              </a:solidFill>
              <a:latin typeface="Cambria"/>
            </a:endParaRPr>
          </a:p>
        </p:txBody>
      </p:sp>
      <p:pic>
        <p:nvPicPr>
          <p:cNvPr id="4" name="Picture 3" descr="chef_analogy_1783398927045.png"/>
          <p:cNvPicPr>
            <a:picLocks noChangeAspect="1"/>
          </p:cNvPicPr>
          <p:nvPr/>
        </p:nvPicPr>
        <p:blipFill>
          <a:blip r:embed="rId3"/>
          <a:srcRect t="13284"/>
          <a:stretch>
            <a:fillRect/>
          </a:stretch>
        </p:blipFill>
        <p:spPr>
          <a:xfrm>
            <a:off x="1293032" y="885254"/>
            <a:ext cx="6557935" cy="5686782"/>
          </a:xfrm>
          <a:prstGeom prst="rect">
            <a:avLst/>
          </a:prstGeom>
        </p:spPr>
      </p:pic>
      <p:sp>
        <p:nvSpPr>
          <p:cNvPr id="5" name="Slide Number Placeholder 4">
            <a:extLst>
              <a:ext uri="{FF2B5EF4-FFF2-40B4-BE49-F238E27FC236}">
                <a16:creationId xmlns:a16="http://schemas.microsoft.com/office/drawing/2014/main" id="{3D0C4E41-C405-121D-D99A-D830B93DCC61}"/>
              </a:ext>
            </a:extLst>
          </p:cNvPr>
          <p:cNvSpPr>
            <a:spLocks noGrp="1"/>
          </p:cNvSpPr>
          <p:nvPr>
            <p:ph type="sldNum" sz="quarter" idx="10"/>
          </p:nvPr>
        </p:nvSpPr>
        <p:spPr/>
        <p:txBody>
          <a:bodyPr/>
          <a:lstStyle/>
          <a:p>
            <a:pPr>
              <a:defRPr/>
            </a:pPr>
            <a:fld id="{FE5AEF74-5102-4921-8DBA-649C609AF6D1}" type="slidenum">
              <a:rPr lang="it-IT" smtClean="0"/>
              <a:pPr>
                <a:defRPr/>
              </a:pPr>
              <a:t>3</a:t>
            </a:fld>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260648"/>
            <a:ext cx="3816424" cy="585763"/>
          </a:xfrm>
        </p:spPr>
        <p:txBody>
          <a:bodyPr/>
          <a:lstStyle/>
          <a:p>
            <a:r>
              <a:rPr sz="2800" b="1" i="1" dirty="0">
                <a:solidFill>
                  <a:srgbClr val="003F6E"/>
                </a:solidFill>
                <a:latin typeface="Cambria"/>
              </a:rPr>
              <a:t>W</a:t>
            </a:r>
            <a:r>
              <a:rPr lang="en-CA" sz="2600" b="1" i="1" dirty="0">
                <a:solidFill>
                  <a:srgbClr val="003F6E"/>
                </a:solidFill>
                <a:latin typeface="Cambria"/>
              </a:rPr>
              <a:t>HY </a:t>
            </a:r>
            <a:r>
              <a:rPr lang="en-CA" sz="2800" b="1" i="1" dirty="0">
                <a:solidFill>
                  <a:srgbClr val="003F6E"/>
                </a:solidFill>
                <a:latin typeface="Cambria"/>
              </a:rPr>
              <a:t>I</a:t>
            </a:r>
            <a:r>
              <a:rPr lang="en-CA" sz="2600" b="1" i="1" dirty="0">
                <a:solidFill>
                  <a:srgbClr val="003F6E"/>
                </a:solidFill>
                <a:latin typeface="Cambria"/>
              </a:rPr>
              <a:t>T </a:t>
            </a:r>
            <a:r>
              <a:rPr lang="en-CA" sz="2800" i="1" dirty="0">
                <a:latin typeface="Cambria"/>
              </a:rPr>
              <a:t>I</a:t>
            </a:r>
            <a:r>
              <a:rPr lang="en-CA" sz="2600" i="1" dirty="0">
                <a:latin typeface="Cambria"/>
              </a:rPr>
              <a:t>S </a:t>
            </a:r>
            <a:r>
              <a:rPr lang="en-CA" sz="2800" i="1" dirty="0">
                <a:latin typeface="Cambria"/>
              </a:rPr>
              <a:t>I</a:t>
            </a:r>
            <a:r>
              <a:rPr lang="en-CA" sz="2600" i="1" dirty="0">
                <a:latin typeface="Cambria"/>
              </a:rPr>
              <a:t>MPORTANT</a:t>
            </a:r>
            <a:endParaRPr sz="2600" b="1" i="1" dirty="0">
              <a:solidFill>
                <a:srgbClr val="003F6E"/>
              </a:solidFill>
              <a:latin typeface="Cambria"/>
            </a:endParaRPr>
          </a:p>
        </p:txBody>
      </p:sp>
      <p:graphicFrame>
        <p:nvGraphicFramePr>
          <p:cNvPr id="5" name="Content Placeholder 4">
            <a:extLst>
              <a:ext uri="{FF2B5EF4-FFF2-40B4-BE49-F238E27FC236}">
                <a16:creationId xmlns:a16="http://schemas.microsoft.com/office/drawing/2014/main" id="{43C0807A-3F87-1F2D-4910-FBE6B3C2AD00}"/>
              </a:ext>
            </a:extLst>
          </p:cNvPr>
          <p:cNvGraphicFramePr>
            <a:graphicFrameLocks noGrp="1"/>
          </p:cNvGraphicFramePr>
          <p:nvPr>
            <p:ph idx="1"/>
            <p:extLst>
              <p:ext uri="{D42A27DB-BD31-4B8C-83A1-F6EECF244321}">
                <p14:modId xmlns:p14="http://schemas.microsoft.com/office/powerpoint/2010/main" val="50731033"/>
              </p:ext>
            </p:extLst>
          </p:nvPr>
        </p:nvGraphicFramePr>
        <p:xfrm>
          <a:off x="611560" y="1234440"/>
          <a:ext cx="7680960" cy="48588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F44D332D-9F20-DC46-B151-6D7699528AEC}"/>
              </a:ext>
            </a:extLst>
          </p:cNvPr>
          <p:cNvSpPr>
            <a:spLocks noGrp="1"/>
          </p:cNvSpPr>
          <p:nvPr>
            <p:ph type="sldNum" sz="quarter" idx="10"/>
          </p:nvPr>
        </p:nvSpPr>
        <p:spPr/>
        <p:txBody>
          <a:bodyPr/>
          <a:lstStyle/>
          <a:p>
            <a:pPr>
              <a:defRPr/>
            </a:pPr>
            <a:fld id="{FE5AEF74-5102-4921-8DBA-649C609AF6D1}" type="slidenum">
              <a:rPr lang="it-IT" smtClean="0"/>
              <a:pPr>
                <a:defRPr/>
              </a:pPr>
              <a:t>4</a:t>
            </a:fld>
            <a:endParaRPr lang="it-I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244474"/>
            <a:ext cx="5943600" cy="585763"/>
          </a:xfrm>
        </p:spPr>
        <p:txBody>
          <a:bodyPr/>
          <a:lstStyle/>
          <a:p>
            <a:r>
              <a:rPr sz="2800" b="1" i="1" dirty="0">
                <a:solidFill>
                  <a:srgbClr val="003F6E"/>
                </a:solidFill>
                <a:latin typeface="Cambria"/>
              </a:rPr>
              <a:t>F</a:t>
            </a:r>
            <a:r>
              <a:rPr lang="en-CA" sz="2600" b="1" i="1" dirty="0">
                <a:solidFill>
                  <a:srgbClr val="003F6E"/>
                </a:solidFill>
                <a:latin typeface="Cambria"/>
              </a:rPr>
              <a:t>OUNDATIONAL</a:t>
            </a:r>
            <a:r>
              <a:rPr sz="2600" b="1" i="1" dirty="0">
                <a:solidFill>
                  <a:srgbClr val="003F6E"/>
                </a:solidFill>
                <a:latin typeface="Cambria"/>
              </a:rPr>
              <a:t> </a:t>
            </a:r>
            <a:r>
              <a:rPr sz="2800" b="1" i="1" dirty="0">
                <a:solidFill>
                  <a:srgbClr val="003F6E"/>
                </a:solidFill>
                <a:latin typeface="Cambria"/>
              </a:rPr>
              <a:t>T</a:t>
            </a:r>
            <a:r>
              <a:rPr lang="en-CA" sz="2600" b="1" i="1" dirty="0">
                <a:solidFill>
                  <a:srgbClr val="003F6E"/>
                </a:solidFill>
                <a:latin typeface="Cambria"/>
              </a:rPr>
              <a:t>ERMINOLOGY</a:t>
            </a:r>
            <a:endParaRPr sz="2600" b="1" i="1" dirty="0">
              <a:solidFill>
                <a:srgbClr val="003F6E"/>
              </a:solidFill>
              <a:latin typeface="Cambria"/>
            </a:endParaRPr>
          </a:p>
        </p:txBody>
      </p:sp>
      <p:pic>
        <p:nvPicPr>
          <p:cNvPr id="8" name="Content Placeholder 7">
            <a:extLst>
              <a:ext uri="{FF2B5EF4-FFF2-40B4-BE49-F238E27FC236}">
                <a16:creationId xmlns:a16="http://schemas.microsoft.com/office/drawing/2014/main" id="{F71A7634-2FDB-BAE6-4FEC-0C4087DC5CF5}"/>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23736" b="5842"/>
          <a:stretch>
            <a:fillRect/>
          </a:stretch>
        </p:blipFill>
        <p:spPr bwMode="auto">
          <a:xfrm>
            <a:off x="971600" y="1076569"/>
            <a:ext cx="6680901" cy="4704861"/>
          </a:xfrm>
          <a:prstGeom prst="rect">
            <a:avLst/>
          </a:prstGeom>
          <a:noFill/>
          <a:ln w="9525">
            <a:noFill/>
            <a:miter lim="800000"/>
            <a:headEnd/>
            <a:tailEnd/>
          </a:ln>
        </p:spPr>
      </p:pic>
      <p:sp>
        <p:nvSpPr>
          <p:cNvPr id="9" name="Slide Number Placeholder 8">
            <a:extLst>
              <a:ext uri="{FF2B5EF4-FFF2-40B4-BE49-F238E27FC236}">
                <a16:creationId xmlns:a16="http://schemas.microsoft.com/office/drawing/2014/main" id="{5210E2C9-2370-11D6-1089-0E8A5A77F099}"/>
              </a:ext>
            </a:extLst>
          </p:cNvPr>
          <p:cNvSpPr>
            <a:spLocks noGrp="1"/>
          </p:cNvSpPr>
          <p:nvPr>
            <p:ph type="sldNum" sz="quarter" idx="10"/>
          </p:nvPr>
        </p:nvSpPr>
        <p:spPr/>
        <p:txBody>
          <a:bodyPr/>
          <a:lstStyle/>
          <a:p>
            <a:pPr>
              <a:defRPr/>
            </a:pPr>
            <a:fld id="{FE5AEF74-5102-4921-8DBA-649C609AF6D1}" type="slidenum">
              <a:rPr lang="it-IT" smtClean="0"/>
              <a:pPr>
                <a:defRPr/>
              </a:pPr>
              <a:t>5</a:t>
            </a:fld>
            <a:endParaRPr lang="it-IT"/>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237499"/>
            <a:ext cx="5943600" cy="585763"/>
          </a:xfrm>
        </p:spPr>
        <p:txBody>
          <a:bodyPr/>
          <a:lstStyle/>
          <a:p>
            <a:r>
              <a:rPr sz="2800" b="1" i="1" dirty="0">
                <a:solidFill>
                  <a:srgbClr val="003F6E"/>
                </a:solidFill>
                <a:latin typeface="Cambria"/>
              </a:rPr>
              <a:t>A</a:t>
            </a:r>
            <a:r>
              <a:rPr lang="en-CA" sz="2600" b="1" i="1" dirty="0">
                <a:solidFill>
                  <a:srgbClr val="003F6E"/>
                </a:solidFill>
                <a:latin typeface="Cambria"/>
              </a:rPr>
              <a:t>TTACK</a:t>
            </a:r>
            <a:r>
              <a:rPr sz="2600" b="1" i="1" dirty="0">
                <a:solidFill>
                  <a:srgbClr val="003F6E"/>
                </a:solidFill>
                <a:latin typeface="Cambria"/>
              </a:rPr>
              <a:t> </a:t>
            </a:r>
            <a:r>
              <a:rPr sz="2800" b="1" i="1" dirty="0">
                <a:solidFill>
                  <a:srgbClr val="003F6E"/>
                </a:solidFill>
                <a:latin typeface="Cambria"/>
              </a:rPr>
              <a:t>T</a:t>
            </a:r>
            <a:r>
              <a:rPr lang="en-CA" sz="2600" b="1" i="1" dirty="0">
                <a:solidFill>
                  <a:srgbClr val="003F6E"/>
                </a:solidFill>
                <a:latin typeface="Cambria"/>
              </a:rPr>
              <a:t>AXONOMY</a:t>
            </a:r>
            <a:endParaRPr sz="2600" b="1" i="1" dirty="0">
              <a:solidFill>
                <a:srgbClr val="003F6E"/>
              </a:solidFill>
              <a:latin typeface="Cambria"/>
            </a:endParaRPr>
          </a:p>
        </p:txBody>
      </p:sp>
      <p:graphicFrame>
        <p:nvGraphicFramePr>
          <p:cNvPr id="9" name="Diagram 8">
            <a:extLst>
              <a:ext uri="{FF2B5EF4-FFF2-40B4-BE49-F238E27FC236}">
                <a16:creationId xmlns:a16="http://schemas.microsoft.com/office/drawing/2014/main" id="{223EE0CF-B257-D8DE-ED3B-A5714A577D6A}"/>
              </a:ext>
            </a:extLst>
          </p:cNvPr>
          <p:cNvGraphicFramePr/>
          <p:nvPr>
            <p:extLst>
              <p:ext uri="{D42A27DB-BD31-4B8C-83A1-F6EECF244321}">
                <p14:modId xmlns:p14="http://schemas.microsoft.com/office/powerpoint/2010/main" val="2934347639"/>
              </p:ext>
            </p:extLst>
          </p:nvPr>
        </p:nvGraphicFramePr>
        <p:xfrm>
          <a:off x="107504" y="873125"/>
          <a:ext cx="9001000" cy="57242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Slide Number Placeholder 9">
            <a:extLst>
              <a:ext uri="{FF2B5EF4-FFF2-40B4-BE49-F238E27FC236}">
                <a16:creationId xmlns:a16="http://schemas.microsoft.com/office/drawing/2014/main" id="{6DF2048A-6972-A61B-2A21-A03958074357}"/>
              </a:ext>
            </a:extLst>
          </p:cNvPr>
          <p:cNvSpPr>
            <a:spLocks noGrp="1"/>
          </p:cNvSpPr>
          <p:nvPr>
            <p:ph type="sldNum" sz="quarter" idx="10"/>
          </p:nvPr>
        </p:nvSpPr>
        <p:spPr/>
        <p:txBody>
          <a:bodyPr/>
          <a:lstStyle/>
          <a:p>
            <a:pPr>
              <a:defRPr/>
            </a:pPr>
            <a:fld id="{FE5AEF74-5102-4921-8DBA-649C609AF6D1}" type="slidenum">
              <a:rPr lang="it-IT" smtClean="0"/>
              <a:pPr>
                <a:defRPr/>
              </a:pPr>
              <a:t>6</a:t>
            </a:fld>
            <a:endParaRPr lang="it-IT"/>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260648"/>
            <a:ext cx="3492822" cy="585763"/>
          </a:xfrm>
        </p:spPr>
        <p:txBody>
          <a:bodyPr/>
          <a:lstStyle/>
          <a:p>
            <a:r>
              <a:rPr lang="en-CA" sz="2800" i="1" dirty="0">
                <a:latin typeface="Cambria"/>
              </a:rPr>
              <a:t>A</a:t>
            </a:r>
            <a:r>
              <a:rPr lang="en-CA" sz="2600" i="1" dirty="0">
                <a:latin typeface="Cambria"/>
              </a:rPr>
              <a:t>TTACK </a:t>
            </a:r>
            <a:r>
              <a:rPr lang="en-CA" sz="2800" i="1" dirty="0">
                <a:latin typeface="Cambria"/>
              </a:rPr>
              <a:t>T</a:t>
            </a:r>
            <a:r>
              <a:rPr lang="en-CA" sz="2600" i="1" dirty="0">
                <a:latin typeface="Cambria"/>
              </a:rPr>
              <a:t>AXONOMY</a:t>
            </a:r>
            <a:endParaRPr sz="2600" b="1" dirty="0">
              <a:solidFill>
                <a:srgbClr val="003F6E"/>
              </a:solidFill>
              <a:latin typeface="Cambria"/>
            </a:endParaRPr>
          </a:p>
        </p:txBody>
      </p:sp>
      <p:graphicFrame>
        <p:nvGraphicFramePr>
          <p:cNvPr id="5" name="Content Placeholder 4">
            <a:extLst>
              <a:ext uri="{FF2B5EF4-FFF2-40B4-BE49-F238E27FC236}">
                <a16:creationId xmlns:a16="http://schemas.microsoft.com/office/drawing/2014/main" id="{FB61165C-98F5-39D3-A945-7E1CC8F4558D}"/>
              </a:ext>
            </a:extLst>
          </p:cNvPr>
          <p:cNvGraphicFramePr>
            <a:graphicFrameLocks noGrp="1"/>
          </p:cNvGraphicFramePr>
          <p:nvPr>
            <p:ph idx="1"/>
            <p:extLst>
              <p:ext uri="{D42A27DB-BD31-4B8C-83A1-F6EECF244321}">
                <p14:modId xmlns:p14="http://schemas.microsoft.com/office/powerpoint/2010/main" val="144582798"/>
              </p:ext>
            </p:extLst>
          </p:nvPr>
        </p:nvGraphicFramePr>
        <p:xfrm>
          <a:off x="107504" y="980728"/>
          <a:ext cx="8856984" cy="540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AD628876-12F2-8C25-B091-040213C57787}"/>
              </a:ext>
            </a:extLst>
          </p:cNvPr>
          <p:cNvSpPr>
            <a:spLocks noGrp="1"/>
          </p:cNvSpPr>
          <p:nvPr>
            <p:ph type="sldNum" sz="quarter" idx="10"/>
          </p:nvPr>
        </p:nvSpPr>
        <p:spPr/>
        <p:txBody>
          <a:bodyPr/>
          <a:lstStyle/>
          <a:p>
            <a:pPr>
              <a:defRPr/>
            </a:pPr>
            <a:fld id="{FE5AEF74-5102-4921-8DBA-649C609AF6D1}" type="slidenum">
              <a:rPr lang="it-IT" smtClean="0"/>
              <a:pPr>
                <a:defRPr/>
              </a:pPr>
              <a:t>7</a:t>
            </a:fld>
            <a:endParaRPr lang="it-IT"/>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201" y="301099"/>
            <a:ext cx="3842785" cy="504219"/>
          </a:xfrm>
        </p:spPr>
        <p:txBody>
          <a:bodyPr/>
          <a:lstStyle/>
          <a:p>
            <a:r>
              <a:rPr lang="en-CA" sz="2800" i="1" dirty="0">
                <a:latin typeface="Cambria"/>
              </a:rPr>
              <a:t>Q</a:t>
            </a:r>
            <a:r>
              <a:rPr lang="en-CA" sz="2600" i="1" dirty="0">
                <a:latin typeface="Cambria"/>
              </a:rPr>
              <a:t>UERY </a:t>
            </a:r>
            <a:r>
              <a:rPr lang="en-CA" sz="2800" i="1" dirty="0">
                <a:latin typeface="Cambria"/>
              </a:rPr>
              <a:t>B</a:t>
            </a:r>
            <a:r>
              <a:rPr lang="en-CA" sz="2600" i="1" dirty="0">
                <a:latin typeface="Cambria"/>
              </a:rPr>
              <a:t>ASED </a:t>
            </a:r>
            <a:r>
              <a:rPr lang="en-CA" sz="2800" i="1" dirty="0">
                <a:latin typeface="Cambria"/>
              </a:rPr>
              <a:t>A</a:t>
            </a:r>
            <a:r>
              <a:rPr lang="en-CA" sz="2600" i="1" dirty="0">
                <a:latin typeface="Cambria"/>
              </a:rPr>
              <a:t>TTACKS</a:t>
            </a:r>
            <a:endParaRPr sz="2600" b="1" i="1" dirty="0">
              <a:solidFill>
                <a:srgbClr val="003F6E"/>
              </a:solidFill>
              <a:latin typeface="Cambria"/>
            </a:endParaRPr>
          </a:p>
        </p:txBody>
      </p:sp>
      <p:pic>
        <p:nvPicPr>
          <p:cNvPr id="5" name="Content Placeholder 4">
            <a:extLst>
              <a:ext uri="{FF2B5EF4-FFF2-40B4-BE49-F238E27FC236}">
                <a16:creationId xmlns:a16="http://schemas.microsoft.com/office/drawing/2014/main" id="{5F1528D1-9CA0-9140-781D-57EDA21B0C20}"/>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25189"/>
          <a:stretch>
            <a:fillRect/>
          </a:stretch>
        </p:blipFill>
        <p:spPr bwMode="auto">
          <a:xfrm>
            <a:off x="1115616" y="1196752"/>
            <a:ext cx="6480720" cy="4848295"/>
          </a:xfrm>
          <a:prstGeom prst="rect">
            <a:avLst/>
          </a:prstGeom>
          <a:noFill/>
          <a:ln w="9525">
            <a:noFill/>
            <a:miter lim="800000"/>
            <a:headEnd/>
            <a:tailEnd/>
          </a:ln>
        </p:spPr>
      </p:pic>
      <p:sp>
        <p:nvSpPr>
          <p:cNvPr id="6" name="Slide Number Placeholder 5">
            <a:extLst>
              <a:ext uri="{FF2B5EF4-FFF2-40B4-BE49-F238E27FC236}">
                <a16:creationId xmlns:a16="http://schemas.microsoft.com/office/drawing/2014/main" id="{F40465E8-9263-5A47-D33E-5389918AAE16}"/>
              </a:ext>
            </a:extLst>
          </p:cNvPr>
          <p:cNvSpPr>
            <a:spLocks noGrp="1"/>
          </p:cNvSpPr>
          <p:nvPr>
            <p:ph type="sldNum" sz="quarter" idx="10"/>
          </p:nvPr>
        </p:nvSpPr>
        <p:spPr/>
        <p:txBody>
          <a:bodyPr/>
          <a:lstStyle/>
          <a:p>
            <a:pPr>
              <a:defRPr/>
            </a:pPr>
            <a:fld id="{FE5AEF74-5102-4921-8DBA-649C609AF6D1}" type="slidenum">
              <a:rPr lang="it-IT" smtClean="0"/>
              <a:pPr>
                <a:defRPr/>
              </a:pPr>
              <a:t>8</a:t>
            </a:fld>
            <a:endParaRPr lang="it-IT"/>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6D677-1D1D-2D96-8284-BA1BCDEE76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AC118-370B-C06A-4688-77CCEDA58132}"/>
              </a:ext>
            </a:extLst>
          </p:cNvPr>
          <p:cNvSpPr>
            <a:spLocks noGrp="1"/>
          </p:cNvSpPr>
          <p:nvPr>
            <p:ph type="title"/>
          </p:nvPr>
        </p:nvSpPr>
        <p:spPr>
          <a:xfrm>
            <a:off x="719138" y="285014"/>
            <a:ext cx="5004990" cy="530037"/>
          </a:xfrm>
        </p:spPr>
        <p:txBody>
          <a:bodyPr/>
          <a:lstStyle/>
          <a:p>
            <a:r>
              <a:rPr lang="en-CA" sz="2800" i="1" dirty="0">
                <a:latin typeface="Cambria"/>
              </a:rPr>
              <a:t>S</a:t>
            </a:r>
            <a:r>
              <a:rPr lang="en-CA" sz="2600" i="1" dirty="0">
                <a:latin typeface="Cambria"/>
              </a:rPr>
              <a:t>UBSTITUTE </a:t>
            </a:r>
            <a:r>
              <a:rPr lang="en-CA" sz="2800" i="1" dirty="0">
                <a:latin typeface="Cambria"/>
              </a:rPr>
              <a:t>M</a:t>
            </a:r>
            <a:r>
              <a:rPr lang="en-CA" sz="2600" i="1" dirty="0">
                <a:latin typeface="Cambria"/>
              </a:rPr>
              <a:t>ODEL </a:t>
            </a:r>
            <a:r>
              <a:rPr lang="en-CA" sz="2800" i="1" dirty="0">
                <a:latin typeface="Cambria"/>
              </a:rPr>
              <a:t>T</a:t>
            </a:r>
            <a:r>
              <a:rPr lang="en-CA" sz="2600" i="1" dirty="0">
                <a:latin typeface="Cambria"/>
              </a:rPr>
              <a:t>RAINING</a:t>
            </a:r>
            <a:endParaRPr lang="en-CA" sz="2600" b="1" i="1" dirty="0">
              <a:solidFill>
                <a:srgbClr val="003F6E"/>
              </a:solidFill>
              <a:latin typeface="Cambria"/>
            </a:endParaRPr>
          </a:p>
        </p:txBody>
      </p:sp>
      <p:sp>
        <p:nvSpPr>
          <p:cNvPr id="4" name="Content Placeholder 3">
            <a:extLst>
              <a:ext uri="{FF2B5EF4-FFF2-40B4-BE49-F238E27FC236}">
                <a16:creationId xmlns:a16="http://schemas.microsoft.com/office/drawing/2014/main" id="{EBF72A5F-1823-BC40-D826-888D0CEF39D0}"/>
              </a:ext>
            </a:extLst>
          </p:cNvPr>
          <p:cNvSpPr>
            <a:spLocks noGrp="1"/>
          </p:cNvSpPr>
          <p:nvPr>
            <p:ph idx="1"/>
          </p:nvPr>
        </p:nvSpPr>
        <p:spPr/>
        <p:txBody>
          <a:bodyPr/>
          <a:lstStyle/>
          <a:p>
            <a:r>
              <a:rPr lang="en-US" sz="1800" dirty="0">
                <a:solidFill>
                  <a:srgbClr val="003366"/>
                </a:solidFill>
                <a:latin typeface="Aptos Display" panose="020B0004020202020204" pitchFamily="34" charset="0"/>
              </a:rPr>
              <a:t>Pseudo Algorithm:</a:t>
            </a:r>
          </a:p>
          <a:p>
            <a:endParaRPr lang="en-US" sz="1800" dirty="0">
              <a:solidFill>
                <a:srgbClr val="003366"/>
              </a:solidFill>
              <a:latin typeface="Aptos Display" panose="020B0004020202020204" pitchFamily="34" charset="0"/>
            </a:endParaRPr>
          </a:p>
          <a:p>
            <a:pPr marL="457200" indent="-457200">
              <a:buAutoNum type="arabicPeriod"/>
            </a:pPr>
            <a:r>
              <a:rPr lang="en-US" sz="1800" dirty="0">
                <a:solidFill>
                  <a:srgbClr val="003366"/>
                </a:solidFill>
                <a:latin typeface="Aptos Display" panose="020B0004020202020204" pitchFamily="34" charset="0"/>
              </a:rPr>
              <a:t>Initialize</a:t>
            </a:r>
          </a:p>
          <a:p>
            <a:pPr marL="457200" indent="-457200">
              <a:buAutoNum type="arabicPeriod"/>
            </a:pPr>
            <a:r>
              <a:rPr lang="en-US" sz="1800" dirty="0">
                <a:solidFill>
                  <a:srgbClr val="003366"/>
                </a:solidFill>
                <a:latin typeface="Aptos Display" panose="020B0004020202020204" pitchFamily="34" charset="0"/>
              </a:rPr>
              <a:t>Query</a:t>
            </a:r>
          </a:p>
          <a:p>
            <a:pPr marL="457200" indent="-457200">
              <a:buAutoNum type="arabicPeriod"/>
            </a:pPr>
            <a:r>
              <a:rPr lang="en-US" sz="1800" dirty="0">
                <a:solidFill>
                  <a:srgbClr val="003366"/>
                </a:solidFill>
                <a:latin typeface="Aptos Display" panose="020B0004020202020204" pitchFamily="34" charset="0"/>
              </a:rPr>
              <a:t>Augment (Jacobian-Based)</a:t>
            </a:r>
          </a:p>
          <a:p>
            <a:pPr marL="457200" indent="-457200">
              <a:buAutoNum type="arabicPeriod"/>
            </a:pPr>
            <a:r>
              <a:rPr lang="en-US" sz="1800" dirty="0">
                <a:solidFill>
                  <a:srgbClr val="003366"/>
                </a:solidFill>
                <a:latin typeface="Aptos Display" panose="020B0004020202020204" pitchFamily="34" charset="0"/>
              </a:rPr>
              <a:t>Iterate</a:t>
            </a:r>
          </a:p>
          <a:p>
            <a:pPr marL="457200" indent="-457200">
              <a:buAutoNum type="arabicPeriod"/>
            </a:pPr>
            <a:endParaRPr lang="en-US" dirty="0"/>
          </a:p>
        </p:txBody>
      </p:sp>
      <p:pic>
        <p:nvPicPr>
          <p:cNvPr id="6" name="Picture 5">
            <a:extLst>
              <a:ext uri="{FF2B5EF4-FFF2-40B4-BE49-F238E27FC236}">
                <a16:creationId xmlns:a16="http://schemas.microsoft.com/office/drawing/2014/main" id="{61837534-A8F4-B150-A47C-D7B94F71D3C1}"/>
              </a:ext>
            </a:extLst>
          </p:cNvPr>
          <p:cNvPicPr>
            <a:picLocks noChangeAspect="1"/>
          </p:cNvPicPr>
          <p:nvPr/>
        </p:nvPicPr>
        <p:blipFill>
          <a:blip r:embed="rId3"/>
          <a:stretch>
            <a:fillRect/>
          </a:stretch>
        </p:blipFill>
        <p:spPr>
          <a:xfrm>
            <a:off x="685800" y="3393849"/>
            <a:ext cx="7772400" cy="3127789"/>
          </a:xfrm>
          <a:prstGeom prst="rect">
            <a:avLst/>
          </a:prstGeom>
        </p:spPr>
      </p:pic>
      <p:sp>
        <p:nvSpPr>
          <p:cNvPr id="7" name="Slide Number Placeholder 6">
            <a:extLst>
              <a:ext uri="{FF2B5EF4-FFF2-40B4-BE49-F238E27FC236}">
                <a16:creationId xmlns:a16="http://schemas.microsoft.com/office/drawing/2014/main" id="{3AF0CE94-6840-C0E1-9298-95C2BC966318}"/>
              </a:ext>
            </a:extLst>
          </p:cNvPr>
          <p:cNvSpPr>
            <a:spLocks noGrp="1"/>
          </p:cNvSpPr>
          <p:nvPr>
            <p:ph type="sldNum" sz="quarter" idx="10"/>
          </p:nvPr>
        </p:nvSpPr>
        <p:spPr/>
        <p:txBody>
          <a:bodyPr/>
          <a:lstStyle/>
          <a:p>
            <a:pPr>
              <a:defRPr/>
            </a:pPr>
            <a:fld id="{FE5AEF74-5102-4921-8DBA-649C609AF6D1}" type="slidenum">
              <a:rPr lang="it-IT" smtClean="0"/>
              <a:pPr>
                <a:defRPr/>
              </a:pPr>
              <a:t>9</a:t>
            </a:fld>
            <a:endParaRPr lang="it-IT"/>
          </a:p>
        </p:txBody>
      </p:sp>
    </p:spTree>
    <p:extLst>
      <p:ext uri="{BB962C8B-B14F-4D97-AF65-F5344CB8AC3E}">
        <p14:creationId xmlns:p14="http://schemas.microsoft.com/office/powerpoint/2010/main" val="2964577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CBDEA-A7ED-BF76-98E5-AE0A1E172F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E76B41-C737-4487-C4D3-234BA1021F15}"/>
              </a:ext>
            </a:extLst>
          </p:cNvPr>
          <p:cNvSpPr>
            <a:spLocks noGrp="1"/>
          </p:cNvSpPr>
          <p:nvPr>
            <p:ph type="title"/>
          </p:nvPr>
        </p:nvSpPr>
        <p:spPr>
          <a:xfrm>
            <a:off x="740569" y="276242"/>
            <a:ext cx="4948035" cy="482635"/>
          </a:xfrm>
        </p:spPr>
        <p:txBody>
          <a:bodyPr/>
          <a:lstStyle/>
          <a:p>
            <a:r>
              <a:rPr lang="en-CA" sz="2800" i="1" dirty="0">
                <a:latin typeface="Cambria"/>
              </a:rPr>
              <a:t>S</a:t>
            </a:r>
            <a:r>
              <a:rPr lang="en-CA" sz="2600" i="1" dirty="0">
                <a:latin typeface="Cambria"/>
              </a:rPr>
              <a:t>UBSTITUTE </a:t>
            </a:r>
            <a:r>
              <a:rPr lang="en-CA" sz="2800" i="1" dirty="0">
                <a:latin typeface="Cambria"/>
              </a:rPr>
              <a:t>M</a:t>
            </a:r>
            <a:r>
              <a:rPr lang="en-CA" sz="2600" i="1" dirty="0">
                <a:latin typeface="Cambria"/>
              </a:rPr>
              <a:t>ODEL </a:t>
            </a:r>
            <a:r>
              <a:rPr lang="en-CA" sz="2800" i="1" dirty="0">
                <a:latin typeface="Cambria"/>
              </a:rPr>
              <a:t>T</a:t>
            </a:r>
            <a:r>
              <a:rPr lang="en-CA" sz="2600" i="1" dirty="0">
                <a:latin typeface="Cambria"/>
              </a:rPr>
              <a:t>RAINING</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816309A-663A-80B0-F6FE-14EA1BCA01E4}"/>
                  </a:ext>
                </a:extLst>
              </p:cNvPr>
              <p:cNvSpPr>
                <a:spLocks noGrp="1"/>
              </p:cNvSpPr>
              <p:nvPr>
                <p:ph idx="1"/>
              </p:nvPr>
            </p:nvSpPr>
            <p:spPr>
              <a:xfrm>
                <a:off x="518657" y="1628800"/>
                <a:ext cx="8085791" cy="4824536"/>
              </a:xfrm>
            </p:spPr>
            <p:txBody>
              <a:bodyPr/>
              <a:lstStyle/>
              <a:p>
                <a:r>
                  <a:rPr lang="en-US" sz="1800" dirty="0">
                    <a:solidFill>
                      <a:srgbClr val="003366"/>
                    </a:solidFill>
                    <a:latin typeface="Aptos Display" panose="020B0004020202020204" pitchFamily="34" charset="0"/>
                  </a:rPr>
                  <a:t>Let,</a:t>
                </a:r>
              </a:p>
              <a:p>
                <a:endParaRPr lang="en-US" sz="1800" dirty="0">
                  <a:solidFill>
                    <a:srgbClr val="003366"/>
                  </a:solidFill>
                  <a:latin typeface="Aptos Display" panose="020B0004020202020204" pitchFamily="34" charset="0"/>
                </a:endParaRPr>
              </a:p>
              <a:p>
                <a:pPr lvl="1">
                  <a:buFont typeface="Arial" panose="020B0604020202020204" pitchFamily="34" charset="0"/>
                  <a:buChar char="•"/>
                </a:pPr>
                <a14:m>
                  <m:oMath xmlns:m="http://schemas.openxmlformats.org/officeDocument/2006/math">
                    <m:acc>
                      <m:accPr>
                        <m:chr m:val="˜"/>
                        <m:ctrlPr>
                          <a:rPr lang="en-US" sz="1600" i="1" dirty="0" smtClean="0">
                            <a:solidFill>
                              <a:srgbClr val="003366"/>
                            </a:solidFill>
                            <a:latin typeface="Cambria Math" panose="02040503050406030204" pitchFamily="18" charset="0"/>
                          </a:rPr>
                        </m:ctrlPr>
                      </m:accPr>
                      <m:e>
                        <m:r>
                          <a:rPr lang="en-US" sz="1600" i="1" dirty="0" smtClean="0">
                            <a:solidFill>
                              <a:srgbClr val="003366"/>
                            </a:solidFill>
                            <a:latin typeface="Cambria Math" panose="02040503050406030204" pitchFamily="18" charset="0"/>
                          </a:rPr>
                          <m:t>𝑓</m:t>
                        </m:r>
                      </m:e>
                    </m:acc>
                  </m:oMath>
                </a14:m>
                <a:r>
                  <a:rPr lang="en-US" sz="1600" dirty="0">
                    <a:solidFill>
                      <a:srgbClr val="003366"/>
                    </a:solidFill>
                    <a:latin typeface="Aptos Display" panose="020B0004020202020204" pitchFamily="34" charset="0"/>
                  </a:rPr>
                  <a:t> = substitute model</a:t>
                </a:r>
              </a:p>
              <a:p>
                <a:pPr lvl="1">
                  <a:buFont typeface="Arial" panose="020B0604020202020204" pitchFamily="34" charset="0"/>
                  <a:buChar char="•"/>
                </a:pPr>
                <a14:m>
                  <m:oMath xmlns:m="http://schemas.openxmlformats.org/officeDocument/2006/math">
                    <m:sSup>
                      <m:sSupPr>
                        <m:ctrlPr>
                          <a:rPr lang="en-US" sz="1600" i="1" dirty="0" smtClean="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𝑥</m:t>
                        </m:r>
                      </m:e>
                      <m:sup>
                        <m:r>
                          <a:rPr lang="en-US" sz="1600" i="0" dirty="0">
                            <a:solidFill>
                              <a:srgbClr val="003366"/>
                            </a:solidFill>
                            <a:latin typeface="Cambria Math" panose="02040503050406030204" pitchFamily="18" charset="0"/>
                          </a:rPr>
                          <m:t>∗</m:t>
                        </m:r>
                      </m:sup>
                    </m:sSup>
                  </m:oMath>
                </a14:m>
                <a:r>
                  <a:rPr lang="en-US" sz="1600" dirty="0">
                    <a:solidFill>
                      <a:srgbClr val="003366"/>
                    </a:solidFill>
                    <a:latin typeface="Aptos Display" panose="020B0004020202020204" pitchFamily="34" charset="0"/>
                  </a:rPr>
                  <a:t> = a perturbed input </a:t>
                </a:r>
              </a:p>
              <a:p>
                <a:pPr lvl="1">
                  <a:buFont typeface="Arial" panose="020B0604020202020204" pitchFamily="34" charset="0"/>
                  <a:buChar char="•"/>
                </a:pPr>
                <a14:m>
                  <m:oMath xmlns:m="http://schemas.openxmlformats.org/officeDocument/2006/math">
                    <m:r>
                      <a:rPr lang="en-US" sz="1600" i="1" dirty="0" smtClean="0">
                        <a:solidFill>
                          <a:srgbClr val="003366"/>
                        </a:solidFill>
                        <a:latin typeface="Cambria Math" panose="02040503050406030204" pitchFamily="18" charset="0"/>
                      </a:rPr>
                      <m:t>𝑥</m:t>
                    </m:r>
                  </m:oMath>
                </a14:m>
                <a:r>
                  <a:rPr lang="en-US" sz="1600" dirty="0">
                    <a:solidFill>
                      <a:srgbClr val="003366"/>
                    </a:solidFill>
                    <a:latin typeface="Aptos Display" panose="020B0004020202020204" pitchFamily="34" charset="0"/>
                  </a:rPr>
                  <a:t> = a seed input </a:t>
                </a:r>
              </a:p>
              <a:p>
                <a:pPr lvl="1">
                  <a:buFont typeface="Arial" panose="020B0604020202020204" pitchFamily="34" charset="0"/>
                  <a:buChar char="•"/>
                </a:pPr>
                <a14:m>
                  <m:oMath xmlns:m="http://schemas.openxmlformats.org/officeDocument/2006/math">
                    <m:r>
                      <a:rPr lang="en-US" sz="1600" i="1" dirty="0" smtClean="0">
                        <a:solidFill>
                          <a:srgbClr val="003366"/>
                        </a:solidFill>
                        <a:latin typeface="Cambria Math" panose="02040503050406030204" pitchFamily="18" charset="0"/>
                      </a:rPr>
                      <m:t>𝑐</m:t>
                    </m:r>
                  </m:oMath>
                </a14:m>
                <a:r>
                  <a:rPr lang="en-US" sz="1600" dirty="0">
                    <a:solidFill>
                      <a:srgbClr val="003366"/>
                    </a:solidFill>
                    <a:latin typeface="Aptos Display" panose="020B0004020202020204" pitchFamily="34" charset="0"/>
                  </a:rPr>
                  <a:t>= class </a:t>
                </a:r>
              </a:p>
              <a:p>
                <a:pPr marL="457200" lvl="1" indent="0">
                  <a:buNone/>
                </a:pPr>
                <a:endParaRPr lang="en-US" sz="1800" dirty="0">
                  <a:solidFill>
                    <a:srgbClr val="003366"/>
                  </a:solidFill>
                  <a:latin typeface="Aptos Display" panose="020B0004020202020204" pitchFamily="34" charset="0"/>
                </a:endParaRPr>
              </a:p>
              <a:p>
                <a:pPr marL="457200" lvl="1" indent="0">
                  <a:buNone/>
                </a:pPr>
                <a:r>
                  <a:rPr lang="en-US" sz="1800" dirty="0">
                    <a:solidFill>
                      <a:srgbClr val="003366"/>
                    </a:solidFill>
                    <a:latin typeface="Aptos Display" panose="020B0004020202020204" pitchFamily="34" charset="0"/>
                  </a:rPr>
                  <a:t>So,	 </a:t>
                </a:r>
                <a14:m>
                  <m:oMath xmlns:m="http://schemas.openxmlformats.org/officeDocument/2006/math">
                    <m:sSup>
                      <m:sSupPr>
                        <m:ctrlPr>
                          <a:rPr lang="en-US" sz="1800" i="1" dirty="0" smtClean="0">
                            <a:solidFill>
                              <a:srgbClr val="003366"/>
                            </a:solidFill>
                            <a:latin typeface="Cambria Math" panose="02040503050406030204" pitchFamily="18" charset="0"/>
                          </a:rPr>
                        </m:ctrlPr>
                      </m:sSupPr>
                      <m:e>
                        <m:r>
                          <a:rPr lang="en-US" sz="1800" i="1" dirty="0" smtClean="0">
                            <a:solidFill>
                              <a:srgbClr val="003366"/>
                            </a:solidFill>
                            <a:latin typeface="Cambria Math" panose="02040503050406030204" pitchFamily="18" charset="0"/>
                          </a:rPr>
                          <m:t>𝑥</m:t>
                        </m:r>
                      </m:e>
                      <m:sup>
                        <m:r>
                          <a:rPr lang="en-US" sz="1800" i="0" dirty="0" smtClean="0">
                            <a:solidFill>
                              <a:srgbClr val="003366"/>
                            </a:solidFill>
                            <a:latin typeface="Cambria Math" panose="02040503050406030204" pitchFamily="18" charset="0"/>
                          </a:rPr>
                          <m:t>∗</m:t>
                        </m:r>
                      </m:sup>
                    </m:sSup>
                    <m:r>
                      <a:rPr lang="en-US" sz="1800" i="0" dirty="0" smtClean="0">
                        <a:solidFill>
                          <a:srgbClr val="003366"/>
                        </a:solidFill>
                        <a:latin typeface="Cambria Math" panose="02040503050406030204" pitchFamily="18" charset="0"/>
                      </a:rPr>
                      <m:t>=</m:t>
                    </m:r>
                    <m:r>
                      <a:rPr lang="en-US" sz="1800" i="1" dirty="0" smtClean="0">
                        <a:solidFill>
                          <a:srgbClr val="003366"/>
                        </a:solidFill>
                        <a:latin typeface="Cambria Math" panose="02040503050406030204" pitchFamily="18" charset="0"/>
                      </a:rPr>
                      <m:t>𝑥</m:t>
                    </m:r>
                    <m:r>
                      <a:rPr lang="en-US" sz="1800" i="0" dirty="0" smtClean="0">
                        <a:solidFill>
                          <a:srgbClr val="003366"/>
                        </a:solidFill>
                        <a:latin typeface="Cambria Math" panose="02040503050406030204" pitchFamily="18" charset="0"/>
                      </a:rPr>
                      <m:t>+</m:t>
                    </m:r>
                    <m:r>
                      <a:rPr lang="en-US" sz="1800" i="1" dirty="0" smtClean="0">
                        <a:solidFill>
                          <a:srgbClr val="003366"/>
                        </a:solidFill>
                        <a:latin typeface="Cambria Math" panose="02040503050406030204" pitchFamily="18" charset="0"/>
                      </a:rPr>
                      <m:t>𝜆</m:t>
                    </m:r>
                    <m:r>
                      <a:rPr lang="en-US" sz="1800" i="0" dirty="0" smtClean="0">
                        <a:solidFill>
                          <a:srgbClr val="003366"/>
                        </a:solidFill>
                        <a:latin typeface="Cambria Math" panose="02040503050406030204" pitchFamily="18" charset="0"/>
                      </a:rPr>
                      <m:t>⋅</m:t>
                    </m:r>
                    <m:r>
                      <m:rPr>
                        <m:nor/>
                      </m:rPr>
                      <a:rPr lang="en-US" sz="1800" i="0" dirty="0" smtClean="0">
                        <a:solidFill>
                          <a:srgbClr val="003366"/>
                        </a:solidFill>
                        <a:latin typeface="Aptos Display" panose="020B0004020202020204" pitchFamily="34" charset="0"/>
                      </a:rPr>
                      <m:t>sgn</m:t>
                    </m:r>
                    <m:d>
                      <m:dPr>
                        <m:ctrlPr>
                          <a:rPr lang="en-US" sz="1800" i="1" dirty="0" smtClean="0">
                            <a:solidFill>
                              <a:srgbClr val="003366"/>
                            </a:solidFill>
                            <a:latin typeface="Cambria Math" panose="02040503050406030204" pitchFamily="18" charset="0"/>
                          </a:rPr>
                        </m:ctrlPr>
                      </m:dPr>
                      <m:e>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m:t>
                            </m:r>
                          </m:e>
                          <m:sub>
                            <m:r>
                              <a:rPr lang="en-US" sz="1800" i="1" dirty="0" smtClean="0">
                                <a:solidFill>
                                  <a:srgbClr val="003366"/>
                                </a:solidFill>
                                <a:latin typeface="Cambria Math" panose="02040503050406030204" pitchFamily="18" charset="0"/>
                              </a:rPr>
                              <m:t>𝑥</m:t>
                            </m:r>
                          </m:sub>
                        </m:sSub>
                        <m:acc>
                          <m:accPr>
                            <m:chr m:val="˜"/>
                            <m:ctrlPr>
                              <a:rPr lang="en-US" sz="1800" i="1" dirty="0" smtClean="0">
                                <a:solidFill>
                                  <a:srgbClr val="003366"/>
                                </a:solidFill>
                                <a:latin typeface="Cambria Math" panose="02040503050406030204" pitchFamily="18" charset="0"/>
                              </a:rPr>
                            </m:ctrlPr>
                          </m:accPr>
                          <m:e>
                            <m:r>
                              <a:rPr lang="en-US" sz="1800" i="1" dirty="0" smtClean="0">
                                <a:solidFill>
                                  <a:srgbClr val="003366"/>
                                </a:solidFill>
                                <a:latin typeface="Cambria Math" panose="02040503050406030204" pitchFamily="18" charset="0"/>
                              </a:rPr>
                              <m:t>𝑓</m:t>
                            </m:r>
                          </m:e>
                        </m:acc>
                        <m:sSub>
                          <m:sSubPr>
                            <m:ctrlPr>
                              <a:rPr lang="en-US" sz="1800" i="1" dirty="0" smtClean="0">
                                <a:solidFill>
                                  <a:srgbClr val="003366"/>
                                </a:solidFill>
                                <a:latin typeface="Cambria Math" panose="02040503050406030204" pitchFamily="18" charset="0"/>
                              </a:rPr>
                            </m:ctrlPr>
                          </m:sSubPr>
                          <m:e>
                            <m:d>
                              <m:dPr>
                                <m:ctrlPr>
                                  <a:rPr lang="en-US" sz="1800" i="1" dirty="0" smtClean="0">
                                    <a:solidFill>
                                      <a:srgbClr val="003366"/>
                                    </a:solidFill>
                                    <a:latin typeface="Cambria Math" panose="02040503050406030204" pitchFamily="18" charset="0"/>
                                  </a:rPr>
                                </m:ctrlPr>
                              </m:dPr>
                              <m:e>
                                <m:r>
                                  <a:rPr lang="en-US" sz="1800" i="1" dirty="0" smtClean="0">
                                    <a:solidFill>
                                      <a:srgbClr val="003366"/>
                                    </a:solidFill>
                                    <a:latin typeface="Cambria Math" panose="02040503050406030204" pitchFamily="18" charset="0"/>
                                  </a:rPr>
                                  <m:t>𝑥</m:t>
                                </m:r>
                              </m:e>
                            </m:d>
                          </m:e>
                          <m:sub>
                            <m:r>
                              <a:rPr lang="en-US" sz="1800" i="1" dirty="0" smtClean="0">
                                <a:solidFill>
                                  <a:srgbClr val="003366"/>
                                </a:solidFill>
                                <a:latin typeface="Cambria Math" panose="02040503050406030204" pitchFamily="18" charset="0"/>
                              </a:rPr>
                              <m:t>𝑐</m:t>
                            </m:r>
                          </m:sub>
                        </m:sSub>
                      </m:e>
                    </m:d>
                  </m:oMath>
                </a14:m>
                <a:endParaRPr lang="en-US" sz="1800" dirty="0">
                  <a:solidFill>
                    <a:srgbClr val="003366"/>
                  </a:solidFill>
                  <a:latin typeface="Aptos Display" panose="020B0004020202020204" pitchFamily="34" charset="0"/>
                </a:endParaRPr>
              </a:p>
              <a:p>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Where,</a:t>
                </a:r>
              </a:p>
              <a:p>
                <a:pPr lvl="1">
                  <a:buFont typeface="Arial" panose="020B0604020202020204" pitchFamily="34" charset="0"/>
                  <a:buChar char="•"/>
                </a:pPr>
                <a14:m>
                  <m:oMath xmlns:m="http://schemas.openxmlformats.org/officeDocument/2006/math">
                    <m:r>
                      <m:rPr>
                        <m:nor/>
                      </m:rPr>
                      <a:rPr lang="en-US" sz="1800" i="0" dirty="0" smtClean="0">
                        <a:solidFill>
                          <a:srgbClr val="003366"/>
                        </a:solidFill>
                        <a:latin typeface="Aptos Display" panose="020B0004020202020204" pitchFamily="34" charset="0"/>
                      </a:rPr>
                      <m:t>sgn</m:t>
                    </m:r>
                  </m:oMath>
                </a14:m>
                <a:r>
                  <a:rPr lang="en-US" sz="1800" dirty="0">
                    <a:solidFill>
                      <a:srgbClr val="003366"/>
                    </a:solidFill>
                    <a:latin typeface="Aptos Display" panose="020B0004020202020204" pitchFamily="34" charset="0"/>
                  </a:rPr>
                  <a:t> = sign function (returning </a:t>
                </a:r>
                <a14:m>
                  <m:oMath xmlns:m="http://schemas.openxmlformats.org/officeDocument/2006/math">
                    <m:r>
                      <a:rPr lang="en-US" sz="1800" dirty="0" smtClean="0">
                        <a:solidFill>
                          <a:srgbClr val="003366"/>
                        </a:solidFill>
                        <a:latin typeface="Cambria Math" panose="02040503050406030204" pitchFamily="18" charset="0"/>
                      </a:rPr>
                      <m:t>+</m:t>
                    </m:r>
                    <m:r>
                      <a:rPr lang="en-US" sz="1800" i="0" dirty="0">
                        <a:solidFill>
                          <a:srgbClr val="003366"/>
                        </a:solidFill>
                        <a:latin typeface="Cambria Math" panose="02040503050406030204" pitchFamily="18" charset="0"/>
                      </a:rPr>
                      <m:t>1</m:t>
                    </m:r>
                  </m:oMath>
                </a14:m>
                <a:r>
                  <a:rPr lang="en-US" sz="1800" dirty="0">
                    <a:solidFill>
                      <a:srgbClr val="003366"/>
                    </a:solidFill>
                    <a:latin typeface="Aptos Display" panose="020B0004020202020204" pitchFamily="34" charset="0"/>
                  </a:rPr>
                  <a:t> or </a:t>
                </a:r>
                <a14:m>
                  <m:oMath xmlns:m="http://schemas.openxmlformats.org/officeDocument/2006/math">
                    <m:r>
                      <a:rPr lang="en-US" sz="1800" dirty="0" smtClean="0">
                        <a:solidFill>
                          <a:srgbClr val="003366"/>
                        </a:solidFill>
                        <a:latin typeface="Cambria Math" panose="02040503050406030204" pitchFamily="18" charset="0"/>
                      </a:rPr>
                      <m:t>−</m:t>
                    </m:r>
                    <m:r>
                      <a:rPr lang="en-US" sz="1800" i="0" dirty="0">
                        <a:solidFill>
                          <a:srgbClr val="003366"/>
                        </a:solidFill>
                        <a:latin typeface="Cambria Math" panose="02040503050406030204" pitchFamily="18" charset="0"/>
                      </a:rPr>
                      <m:t>1</m:t>
                    </m:r>
                  </m:oMath>
                </a14:m>
                <a:r>
                  <a:rPr lang="en-US" sz="1800" dirty="0">
                    <a:solidFill>
                      <a:srgbClr val="003366"/>
                    </a:solidFill>
                    <a:latin typeface="Aptos Display" panose="020B0004020202020204" pitchFamily="34" charset="0"/>
                  </a:rPr>
                  <a:t>), and </a:t>
                </a:r>
              </a:p>
              <a:p>
                <a:pPr lvl="1">
                  <a:buFont typeface="Arial" panose="020B0604020202020204" pitchFamily="34" charset="0"/>
                  <a:buChar char="•"/>
                </a:pPr>
                <a14:m>
                  <m:oMath xmlns:m="http://schemas.openxmlformats.org/officeDocument/2006/math">
                    <m:r>
                      <a:rPr lang="en-US" sz="1800" i="1" dirty="0" smtClean="0">
                        <a:solidFill>
                          <a:srgbClr val="003366"/>
                        </a:solidFill>
                        <a:latin typeface="Cambria Math" panose="02040503050406030204" pitchFamily="18" charset="0"/>
                      </a:rPr>
                      <m:t>𝜆</m:t>
                    </m:r>
                  </m:oMath>
                </a14:m>
                <a:r>
                  <a:rPr lang="en-US" sz="1800" dirty="0">
                    <a:solidFill>
                      <a:srgbClr val="003366"/>
                    </a:solidFill>
                    <a:latin typeface="Aptos Display" panose="020B0004020202020204" pitchFamily="34" charset="0"/>
                  </a:rPr>
                  <a:t> = step size</a:t>
                </a:r>
              </a:p>
              <a:p>
                <a:pPr lvl="1">
                  <a:buFont typeface="Arial" panose="020B0604020202020204" pitchFamily="34" charset="0"/>
                  <a:buChar char="•"/>
                </a:pPr>
                <a14:m>
                  <m:oMath xmlns:m="http://schemas.openxmlformats.org/officeDocument/2006/math">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m:t>
                        </m:r>
                      </m:e>
                      <m:sub>
                        <m:r>
                          <a:rPr lang="en-US" sz="1800" i="1" dirty="0">
                            <a:solidFill>
                              <a:srgbClr val="003366"/>
                            </a:solidFill>
                            <a:latin typeface="Cambria Math" panose="02040503050406030204" pitchFamily="18" charset="0"/>
                          </a:rPr>
                          <m:t>𝑥</m:t>
                        </m:r>
                      </m:sub>
                    </m:sSub>
                  </m:oMath>
                </a14:m>
                <a:r>
                  <a:rPr lang="en-US" sz="1800" dirty="0">
                    <a:solidFill>
                      <a:srgbClr val="003366"/>
                    </a:solidFill>
                    <a:latin typeface="Aptos Display" panose="020B0004020202020204" pitchFamily="34" charset="0"/>
                  </a:rPr>
                  <a:t> </a:t>
                </a:r>
                <a14:m>
                  <m:oMath xmlns:m="http://schemas.openxmlformats.org/officeDocument/2006/math">
                    <m:acc>
                      <m:accPr>
                        <m:chr m:val="˜"/>
                        <m:ctrlPr>
                          <a:rPr lang="en-US" sz="1800" i="1" dirty="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𝑓</m:t>
                        </m:r>
                      </m:e>
                    </m:acc>
                    <m:sSub>
                      <m:sSubPr>
                        <m:ctrlPr>
                          <a:rPr lang="en-US" sz="1800" i="1" dirty="0">
                            <a:solidFill>
                              <a:srgbClr val="003366"/>
                            </a:solidFill>
                            <a:latin typeface="Cambria Math" panose="02040503050406030204" pitchFamily="18" charset="0"/>
                          </a:rPr>
                        </m:ctrlPr>
                      </m:sSubPr>
                      <m:e>
                        <m:d>
                          <m:dPr>
                            <m:ctrlPr>
                              <a:rPr lang="en-US" sz="1800" i="1" dirty="0">
                                <a:solidFill>
                                  <a:srgbClr val="003366"/>
                                </a:solidFill>
                                <a:latin typeface="Cambria Math" panose="02040503050406030204" pitchFamily="18" charset="0"/>
                              </a:rPr>
                            </m:ctrlPr>
                          </m:dPr>
                          <m:e>
                            <m:r>
                              <a:rPr lang="en-US" sz="1800" i="1" dirty="0">
                                <a:solidFill>
                                  <a:srgbClr val="003366"/>
                                </a:solidFill>
                                <a:latin typeface="Cambria Math" panose="02040503050406030204" pitchFamily="18" charset="0"/>
                              </a:rPr>
                              <m:t>𝑥</m:t>
                            </m:r>
                          </m:e>
                        </m:d>
                      </m:e>
                      <m:sub>
                        <m:r>
                          <a:rPr lang="en-US" sz="1800" i="1" dirty="0">
                            <a:solidFill>
                              <a:srgbClr val="003366"/>
                            </a:solidFill>
                            <a:latin typeface="Cambria Math" panose="02040503050406030204" pitchFamily="18" charset="0"/>
                          </a:rPr>
                          <m:t>𝑐</m:t>
                        </m:r>
                      </m:sub>
                    </m:sSub>
                  </m:oMath>
                </a14:m>
                <a:r>
                  <a:rPr lang="en-US" sz="1800" dirty="0">
                    <a:solidFill>
                      <a:srgbClr val="003366"/>
                    </a:solidFill>
                    <a:latin typeface="Aptos Display" panose="020B0004020202020204" pitchFamily="34" charset="0"/>
                  </a:rPr>
                  <a:t> = gradient of the predicted probability of class </a:t>
                </a:r>
                <a14:m>
                  <m:oMath xmlns:m="http://schemas.openxmlformats.org/officeDocument/2006/math">
                    <m:r>
                      <a:rPr lang="en-US" sz="1800" i="1" dirty="0">
                        <a:solidFill>
                          <a:srgbClr val="003366"/>
                        </a:solidFill>
                        <a:latin typeface="Cambria Math" panose="02040503050406030204" pitchFamily="18" charset="0"/>
                      </a:rPr>
                      <m:t>𝑐</m:t>
                    </m:r>
                  </m:oMath>
                </a14:m>
                <a:r>
                  <a:rPr lang="en-US" sz="1800" dirty="0">
                    <a:solidFill>
                      <a:srgbClr val="003366"/>
                    </a:solidFill>
                    <a:latin typeface="Aptos Display" panose="020B0004020202020204" pitchFamily="34" charset="0"/>
                  </a:rPr>
                  <a:t> with respect to the input features</a:t>
                </a:r>
                <a:endParaRPr lang="en-CA" sz="1800" dirty="0">
                  <a:solidFill>
                    <a:srgbClr val="003366"/>
                  </a:solidFill>
                  <a:latin typeface="Aptos Display" panose="020B0004020202020204" pitchFamily="34" charset="0"/>
                </a:endParaRPr>
              </a:p>
              <a:p>
                <a:endParaRPr lang="en-US" sz="1800" dirty="0">
                  <a:solidFill>
                    <a:srgbClr val="003366"/>
                  </a:solidFill>
                  <a:latin typeface="Aptos Display" panose="020B0004020202020204" pitchFamily="34" charset="0"/>
                </a:endParaRPr>
              </a:p>
            </p:txBody>
          </p:sp>
        </mc:Choice>
        <mc:Fallback xmlns="">
          <p:sp>
            <p:nvSpPr>
              <p:cNvPr id="4" name="Content Placeholder 3">
                <a:extLst>
                  <a:ext uri="{FF2B5EF4-FFF2-40B4-BE49-F238E27FC236}">
                    <a16:creationId xmlns:a16="http://schemas.microsoft.com/office/drawing/2014/main" id="{2816309A-663A-80B0-F6FE-14EA1BCA01E4}"/>
                  </a:ext>
                </a:extLst>
              </p:cNvPr>
              <p:cNvSpPr>
                <a:spLocks noGrp="1" noRot="1" noChangeAspect="1" noMove="1" noResize="1" noEditPoints="1" noAdjustHandles="1" noChangeArrowheads="1" noChangeShapeType="1" noTextEdit="1"/>
              </p:cNvSpPr>
              <p:nvPr>
                <p:ph idx="1"/>
              </p:nvPr>
            </p:nvSpPr>
            <p:spPr>
              <a:xfrm>
                <a:off x="518657" y="1628800"/>
                <a:ext cx="8085791" cy="4824536"/>
              </a:xfrm>
              <a:blipFill>
                <a:blip r:embed="rId3"/>
                <a:stretch>
                  <a:fillRect l="-1724" t="-1575"/>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E796B2EE-3FE6-839A-6AC9-DAEB355D49C0}"/>
              </a:ext>
            </a:extLst>
          </p:cNvPr>
          <p:cNvSpPr txBox="1"/>
          <p:nvPr/>
        </p:nvSpPr>
        <p:spPr>
          <a:xfrm>
            <a:off x="395536" y="873125"/>
            <a:ext cx="3081293" cy="400110"/>
          </a:xfrm>
          <a:prstGeom prst="rect">
            <a:avLst/>
          </a:prstGeom>
          <a:noFill/>
        </p:spPr>
        <p:txBody>
          <a:bodyPr wrap="none" rtlCol="0">
            <a:spAutoFit/>
          </a:bodyPr>
          <a:lstStyle/>
          <a:p>
            <a:r>
              <a:rPr lang="en-US" sz="2000" b="1" dirty="0">
                <a:solidFill>
                  <a:srgbClr val="003366"/>
                </a:solidFill>
                <a:latin typeface="Aptos Display" panose="020B0004020202020204" pitchFamily="34" charset="0"/>
              </a:rPr>
              <a:t>Mathematical formulation:</a:t>
            </a:r>
          </a:p>
        </p:txBody>
      </p:sp>
      <p:sp>
        <p:nvSpPr>
          <p:cNvPr id="7" name="Slide Number Placeholder 6">
            <a:extLst>
              <a:ext uri="{FF2B5EF4-FFF2-40B4-BE49-F238E27FC236}">
                <a16:creationId xmlns:a16="http://schemas.microsoft.com/office/drawing/2014/main" id="{B6AC47C0-90EF-E706-6610-7C720DF07E8A}"/>
              </a:ext>
            </a:extLst>
          </p:cNvPr>
          <p:cNvSpPr>
            <a:spLocks noGrp="1"/>
          </p:cNvSpPr>
          <p:nvPr>
            <p:ph type="sldNum" sz="quarter" idx="10"/>
          </p:nvPr>
        </p:nvSpPr>
        <p:spPr/>
        <p:txBody>
          <a:bodyPr/>
          <a:lstStyle/>
          <a:p>
            <a:pPr>
              <a:defRPr/>
            </a:pPr>
            <a:fld id="{FE5AEF74-5102-4921-8DBA-649C609AF6D1}" type="slidenum">
              <a:rPr lang="it-IT" smtClean="0"/>
              <a:pPr>
                <a:defRPr/>
              </a:pPr>
              <a:t>10</a:t>
            </a:fld>
            <a:endParaRPr lang="it-IT"/>
          </a:p>
        </p:txBody>
      </p:sp>
      <p:sp>
        <p:nvSpPr>
          <p:cNvPr id="6" name="Round Diagonal Corner Rectangle 5">
            <a:extLst>
              <a:ext uri="{FF2B5EF4-FFF2-40B4-BE49-F238E27FC236}">
                <a16:creationId xmlns:a16="http://schemas.microsoft.com/office/drawing/2014/main" id="{1C79B2D3-08CD-3837-CAA5-91ED82C8513D}"/>
              </a:ext>
            </a:extLst>
          </p:cNvPr>
          <p:cNvSpPr/>
          <p:nvPr/>
        </p:nvSpPr>
        <p:spPr>
          <a:xfrm>
            <a:off x="395536" y="1468611"/>
            <a:ext cx="8352928" cy="2104405"/>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Round Diagonal Corner Rectangle 7">
            <a:extLst>
              <a:ext uri="{FF2B5EF4-FFF2-40B4-BE49-F238E27FC236}">
                <a16:creationId xmlns:a16="http://schemas.microsoft.com/office/drawing/2014/main" id="{267DA011-8328-1B1E-FE6B-EBECD49BEED3}"/>
              </a:ext>
            </a:extLst>
          </p:cNvPr>
          <p:cNvSpPr/>
          <p:nvPr/>
        </p:nvSpPr>
        <p:spPr>
          <a:xfrm>
            <a:off x="385088" y="4348931"/>
            <a:ext cx="8352928" cy="2104405"/>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Round Diagonal Corner Rectangle 8">
            <a:extLst>
              <a:ext uri="{FF2B5EF4-FFF2-40B4-BE49-F238E27FC236}">
                <a16:creationId xmlns:a16="http://schemas.microsoft.com/office/drawing/2014/main" id="{73634A6F-24FC-F595-047E-289B9039FE7A}"/>
              </a:ext>
            </a:extLst>
          </p:cNvPr>
          <p:cNvSpPr/>
          <p:nvPr/>
        </p:nvSpPr>
        <p:spPr>
          <a:xfrm>
            <a:off x="385088" y="3640595"/>
            <a:ext cx="8342480" cy="548147"/>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572372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0D26C-B17E-A4C0-24C8-55F6B7AC91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36BF63-195A-DEA2-C9E5-A1F5758D1DBE}"/>
              </a:ext>
            </a:extLst>
          </p:cNvPr>
          <p:cNvSpPr>
            <a:spLocks noGrp="1"/>
          </p:cNvSpPr>
          <p:nvPr>
            <p:ph type="title"/>
          </p:nvPr>
        </p:nvSpPr>
        <p:spPr>
          <a:xfrm>
            <a:off x="719138" y="260648"/>
            <a:ext cx="4932982" cy="585763"/>
          </a:xfrm>
        </p:spPr>
        <p:txBody>
          <a:bodyPr/>
          <a:lstStyle/>
          <a:p>
            <a:r>
              <a:rPr lang="en-CA" sz="2800" i="1" dirty="0">
                <a:latin typeface="Cambria"/>
              </a:rPr>
              <a:t>S</a:t>
            </a:r>
            <a:r>
              <a:rPr lang="en-CA" sz="2600" i="1" dirty="0">
                <a:latin typeface="Cambria"/>
              </a:rPr>
              <a:t>UBSTITUTE </a:t>
            </a:r>
            <a:r>
              <a:rPr lang="en-CA" sz="2800" i="1" dirty="0">
                <a:latin typeface="Cambria"/>
              </a:rPr>
              <a:t>M</a:t>
            </a:r>
            <a:r>
              <a:rPr lang="en-CA" sz="2600" i="1" dirty="0">
                <a:latin typeface="Cambria"/>
              </a:rPr>
              <a:t>ODEL </a:t>
            </a:r>
            <a:r>
              <a:rPr lang="en-CA" sz="2800" i="1" dirty="0">
                <a:latin typeface="Cambria"/>
              </a:rPr>
              <a:t>T</a:t>
            </a:r>
            <a:r>
              <a:rPr lang="en-CA" sz="2600" i="1" dirty="0">
                <a:latin typeface="Cambria"/>
              </a:rPr>
              <a:t>RAINING</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7697EFD-B206-B3CD-833A-3AEEC3CAFDF7}"/>
                  </a:ext>
                </a:extLst>
              </p:cNvPr>
              <p:cNvSpPr>
                <a:spLocks noGrp="1"/>
              </p:cNvSpPr>
              <p:nvPr>
                <p:ph idx="1"/>
              </p:nvPr>
            </p:nvSpPr>
            <p:spPr>
              <a:xfrm>
                <a:off x="323528" y="980728"/>
                <a:ext cx="8731888" cy="5616624"/>
              </a:xfrm>
            </p:spPr>
            <p:txBody>
              <a:bodyPr/>
              <a:lstStyle/>
              <a:p>
                <a:r>
                  <a:rPr lang="en-US" sz="1600" dirty="0">
                    <a:solidFill>
                      <a:srgbClr val="003366"/>
                    </a:solidFill>
                    <a:latin typeface="Aptos Display" panose="020B0004020202020204" pitchFamily="34" charset="0"/>
                  </a:rPr>
                  <a:t>Consider a toy model classifying 2D inputs </a:t>
                </a:r>
                <a14:m>
                  <m:oMath xmlns:m="http://schemas.openxmlformats.org/officeDocument/2006/math">
                    <m:r>
                      <a:rPr lang="en-US" sz="1600" i="1" dirty="0" smtClean="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0" dirty="0">
                                    <a:solidFill>
                                      <a:srgbClr val="003366"/>
                                    </a:solidFill>
                                    <a:latin typeface="Cambria Math" panose="02040503050406030204" pitchFamily="18" charset="0"/>
                                  </a:rPr>
                                  <m:t>1</m:t>
                                </m:r>
                              </m:sub>
                            </m:sSub>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0" dirty="0">
                                    <a:solidFill>
                                      <a:srgbClr val="003366"/>
                                    </a:solidFill>
                                    <a:latin typeface="Cambria Math" panose="02040503050406030204" pitchFamily="18" charset="0"/>
                                  </a:rPr>
                                  <m:t>2</m:t>
                                </m:r>
                              </m:sub>
                            </m:sSub>
                          </m:e>
                        </m:d>
                      </m:e>
                      <m:sup>
                        <m:r>
                          <a:rPr lang="en-US" sz="1600" i="1" dirty="0">
                            <a:solidFill>
                              <a:srgbClr val="003366"/>
                            </a:solidFill>
                            <a:latin typeface="Cambria Math" panose="02040503050406030204" pitchFamily="18" charset="0"/>
                          </a:rPr>
                          <m:t>𝑇</m:t>
                        </m:r>
                      </m:sup>
                    </m:sSup>
                  </m:oMath>
                </a14:m>
                <a:r>
                  <a:rPr lang="en-US" sz="1600" dirty="0">
                    <a:solidFill>
                      <a:srgbClr val="003366"/>
                    </a:solidFill>
                    <a:latin typeface="Aptos Display" panose="020B0004020202020204" pitchFamily="34" charset="0"/>
                  </a:rPr>
                  <a:t>with step size </a:t>
                </a:r>
                <a14:m>
                  <m:oMath xmlns:m="http://schemas.openxmlformats.org/officeDocument/2006/math">
                    <m:r>
                      <a:rPr lang="en-US" sz="1600" i="1" dirty="0" smtClean="0">
                        <a:solidFill>
                          <a:srgbClr val="003366"/>
                        </a:solidFill>
                        <a:latin typeface="Cambria Math" panose="02040503050406030204" pitchFamily="18" charset="0"/>
                      </a:rPr>
                      <m:t>𝜆</m:t>
                    </m:r>
                    <m:r>
                      <a:rPr lang="en-US" sz="1600" i="0" dirty="0">
                        <a:solidFill>
                          <a:srgbClr val="003366"/>
                        </a:solidFill>
                        <a:latin typeface="Cambria Math" panose="02040503050406030204" pitchFamily="18" charset="0"/>
                      </a:rPr>
                      <m:t>=0.1</m:t>
                    </m:r>
                  </m:oMath>
                </a14:m>
                <a:r>
                  <a:rPr lang="en-US" sz="1600" dirty="0">
                    <a:solidFill>
                      <a:srgbClr val="003366"/>
                    </a:solidFill>
                    <a:latin typeface="Aptos Display" panose="020B0004020202020204" pitchFamily="34" charset="0"/>
                  </a:rPr>
                  <a:t> and seed point </a:t>
                </a:r>
                <a14:m>
                  <m:oMath xmlns:m="http://schemas.openxmlformats.org/officeDocument/2006/math">
                    <m:r>
                      <a:rPr lang="en-US" sz="1600" i="1" dirty="0" smtClean="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0.5,0.6</m:t>
                            </m:r>
                          </m:e>
                        </m:d>
                      </m:e>
                      <m:sup>
                        <m:r>
                          <a:rPr lang="en-US" sz="1600" i="1" dirty="0">
                            <a:solidFill>
                              <a:srgbClr val="003366"/>
                            </a:solidFill>
                            <a:latin typeface="Cambria Math" panose="02040503050406030204" pitchFamily="18" charset="0"/>
                          </a:rPr>
                          <m:t>𝑇</m:t>
                        </m:r>
                      </m:sup>
                    </m:sSup>
                  </m:oMath>
                </a14:m>
                <a:r>
                  <a:rPr lang="en-US" sz="1600" dirty="0">
                    <a:solidFill>
                      <a:srgbClr val="003366"/>
                    </a:solidFill>
                    <a:latin typeface="Aptos Display" panose="020B0004020202020204" pitchFamily="34" charset="0"/>
                  </a:rPr>
                  <a:t>. </a:t>
                </a:r>
              </a:p>
              <a:p>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Let the substitute model's probability for class 0 be:</a:t>
                </a:r>
              </a:p>
              <a:p>
                <a:endParaRPr lang="en-US" sz="1600" dirty="0">
                  <a:solidFill>
                    <a:srgbClr val="003366"/>
                  </a:solidFill>
                  <a:latin typeface="Aptos Display" panose="020B0004020202020204" pitchFamily="34" charset="0"/>
                </a:endParaRPr>
              </a:p>
              <a:p>
                <a:pPr lvl="2">
                  <a:buFont typeface="Arial" panose="020B0604020202020204" pitchFamily="34" charset="0"/>
                  <a:buChar char="•"/>
                </a:pPr>
                <a14:m>
                  <m:oMath xmlns:m="http://schemas.openxmlformats.org/officeDocument/2006/math">
                    <m:acc>
                      <m:accPr>
                        <m:chr m:val="˜"/>
                        <m:ctrlPr>
                          <a:rPr lang="en-US" sz="1400" i="1" dirty="0" smtClean="0">
                            <a:solidFill>
                              <a:srgbClr val="003366"/>
                            </a:solidFill>
                            <a:latin typeface="Cambria Math" panose="02040503050406030204" pitchFamily="18" charset="0"/>
                          </a:rPr>
                        </m:ctrlPr>
                      </m:accPr>
                      <m:e>
                        <m:r>
                          <a:rPr lang="en-US" sz="1400" i="1" dirty="0">
                            <a:solidFill>
                              <a:srgbClr val="003366"/>
                            </a:solidFill>
                            <a:latin typeface="Cambria Math" panose="02040503050406030204" pitchFamily="18" charset="0"/>
                          </a:rPr>
                          <m:t>𝑓</m:t>
                        </m:r>
                      </m:e>
                    </m:acc>
                    <m:sSub>
                      <m:sSubPr>
                        <m:ctrlPr>
                          <a:rPr lang="en-US" sz="1400" i="1" dirty="0">
                            <a:solidFill>
                              <a:srgbClr val="003366"/>
                            </a:solidFill>
                            <a:latin typeface="Cambria Math" panose="02040503050406030204" pitchFamily="18" charset="0"/>
                          </a:rPr>
                        </m:ctrlPr>
                      </m:sSubPr>
                      <m:e>
                        <m:d>
                          <m:dPr>
                            <m:ctrlPr>
                              <a:rPr lang="en-US" sz="1400" i="1" dirty="0">
                                <a:solidFill>
                                  <a:srgbClr val="003366"/>
                                </a:solidFill>
                                <a:latin typeface="Cambria Math" panose="02040503050406030204" pitchFamily="18" charset="0"/>
                              </a:rPr>
                            </m:ctrlPr>
                          </m:dPr>
                          <m:e>
                            <m:r>
                              <a:rPr lang="en-US" sz="1400" i="1" dirty="0">
                                <a:solidFill>
                                  <a:srgbClr val="003366"/>
                                </a:solidFill>
                                <a:latin typeface="Cambria Math" panose="02040503050406030204" pitchFamily="18" charset="0"/>
                              </a:rPr>
                              <m:t>𝑥</m:t>
                            </m:r>
                          </m:e>
                        </m:d>
                      </m:e>
                      <m:sub>
                        <m:r>
                          <a:rPr lang="en-US" sz="1400" i="0" dirty="0">
                            <a:solidFill>
                              <a:srgbClr val="003366"/>
                            </a:solidFill>
                            <a:latin typeface="Cambria Math" panose="02040503050406030204" pitchFamily="18" charset="0"/>
                          </a:rPr>
                          <m:t>0</m:t>
                        </m:r>
                      </m:sub>
                    </m:sSub>
                    <m:r>
                      <a:rPr lang="en-US" sz="1400" i="0" dirty="0">
                        <a:solidFill>
                          <a:srgbClr val="003366"/>
                        </a:solidFill>
                        <a:latin typeface="Cambria Math" panose="02040503050406030204" pitchFamily="18" charset="0"/>
                      </a:rPr>
                      <m:t>=0.5</m:t>
                    </m:r>
                    <m:sSub>
                      <m:sSubPr>
                        <m:ctrlPr>
                          <a:rPr lang="en-US" sz="1400" i="1" dirty="0">
                            <a:solidFill>
                              <a:srgbClr val="003366"/>
                            </a:solidFill>
                            <a:latin typeface="Cambria Math" panose="02040503050406030204" pitchFamily="18" charset="0"/>
                          </a:rPr>
                        </m:ctrlPr>
                      </m:sSubPr>
                      <m:e>
                        <m:r>
                          <a:rPr lang="en-US" sz="1400" i="1" dirty="0">
                            <a:solidFill>
                              <a:srgbClr val="003366"/>
                            </a:solidFill>
                            <a:latin typeface="Cambria Math" panose="02040503050406030204" pitchFamily="18" charset="0"/>
                          </a:rPr>
                          <m:t>𝑥</m:t>
                        </m:r>
                      </m:e>
                      <m:sub>
                        <m:r>
                          <a:rPr lang="en-US" sz="1400" i="0" dirty="0">
                            <a:solidFill>
                              <a:srgbClr val="003366"/>
                            </a:solidFill>
                            <a:latin typeface="Cambria Math" panose="02040503050406030204" pitchFamily="18" charset="0"/>
                          </a:rPr>
                          <m:t>1</m:t>
                        </m:r>
                      </m:sub>
                    </m:sSub>
                    <m:r>
                      <a:rPr lang="en-US" sz="1400" i="0" dirty="0">
                        <a:solidFill>
                          <a:srgbClr val="003366"/>
                        </a:solidFill>
                        <a:latin typeface="Cambria Math" panose="02040503050406030204" pitchFamily="18" charset="0"/>
                      </a:rPr>
                      <m:t>+0.8</m:t>
                    </m:r>
                    <m:sSub>
                      <m:sSubPr>
                        <m:ctrlPr>
                          <a:rPr lang="en-US" sz="1400" i="1" dirty="0">
                            <a:solidFill>
                              <a:srgbClr val="003366"/>
                            </a:solidFill>
                            <a:latin typeface="Cambria Math" panose="02040503050406030204" pitchFamily="18" charset="0"/>
                          </a:rPr>
                        </m:ctrlPr>
                      </m:sSubPr>
                      <m:e>
                        <m:r>
                          <a:rPr lang="en-US" sz="1400" i="1" dirty="0">
                            <a:solidFill>
                              <a:srgbClr val="003366"/>
                            </a:solidFill>
                            <a:latin typeface="Cambria Math" panose="02040503050406030204" pitchFamily="18" charset="0"/>
                          </a:rPr>
                          <m:t>𝑥</m:t>
                        </m:r>
                      </m:e>
                      <m:sub>
                        <m:r>
                          <a:rPr lang="en-US" sz="1400" i="0" dirty="0">
                            <a:solidFill>
                              <a:srgbClr val="003366"/>
                            </a:solidFill>
                            <a:latin typeface="Cambria Math" panose="02040503050406030204" pitchFamily="18" charset="0"/>
                          </a:rPr>
                          <m:t>2</m:t>
                        </m:r>
                      </m:sub>
                    </m:sSub>
                  </m:oMath>
                </a14:m>
                <a:endParaRPr lang="en-US" sz="1400" dirty="0">
                  <a:solidFill>
                    <a:srgbClr val="003366"/>
                  </a:solidFill>
                  <a:latin typeface="Aptos Display" panose="020B0004020202020204" pitchFamily="34" charset="0"/>
                </a:endParaRPr>
              </a:p>
              <a:p>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Step 1: Compute Gradient: Find the partial derivatives with respect to the input features:</a:t>
                </a:r>
              </a:p>
              <a:p>
                <a:pPr lvl="2">
                  <a:buFont typeface="Arial" panose="020B0604020202020204" pitchFamily="34" charset="0"/>
                  <a:buChar char="•"/>
                </a:pPr>
                <a14:m>
                  <m:oMath xmlns:m="http://schemas.openxmlformats.org/officeDocument/2006/math">
                    <m:sSub>
                      <m:sSubPr>
                        <m:ctrlPr>
                          <a:rPr lang="en-US" sz="1400" i="1" dirty="0">
                            <a:solidFill>
                              <a:srgbClr val="003366"/>
                            </a:solidFill>
                            <a:latin typeface="Cambria Math" panose="02040503050406030204" pitchFamily="18" charset="0"/>
                          </a:rPr>
                        </m:ctrlPr>
                      </m:sSubPr>
                      <m:e>
                        <m:r>
                          <a:rPr lang="en-US" sz="1400" i="1" dirty="0">
                            <a:solidFill>
                              <a:srgbClr val="003366"/>
                            </a:solidFill>
                            <a:latin typeface="Cambria Math" panose="02040503050406030204" pitchFamily="18" charset="0"/>
                          </a:rPr>
                          <m:t>𝛻</m:t>
                        </m:r>
                      </m:e>
                      <m:sub>
                        <m:r>
                          <a:rPr lang="en-US" sz="1400" i="1" dirty="0">
                            <a:solidFill>
                              <a:srgbClr val="003366"/>
                            </a:solidFill>
                            <a:latin typeface="Cambria Math" panose="02040503050406030204" pitchFamily="18" charset="0"/>
                          </a:rPr>
                          <m:t>𝑥</m:t>
                        </m:r>
                      </m:sub>
                    </m:sSub>
                    <m:acc>
                      <m:accPr>
                        <m:chr m:val="˜"/>
                        <m:ctrlPr>
                          <a:rPr lang="en-US" sz="1400" i="1" dirty="0">
                            <a:solidFill>
                              <a:srgbClr val="003366"/>
                            </a:solidFill>
                            <a:latin typeface="Cambria Math" panose="02040503050406030204" pitchFamily="18" charset="0"/>
                          </a:rPr>
                        </m:ctrlPr>
                      </m:accPr>
                      <m:e>
                        <m:r>
                          <a:rPr lang="en-US" sz="1400" i="1" dirty="0">
                            <a:solidFill>
                              <a:srgbClr val="003366"/>
                            </a:solidFill>
                            <a:latin typeface="Cambria Math" panose="02040503050406030204" pitchFamily="18" charset="0"/>
                          </a:rPr>
                          <m:t>𝑓</m:t>
                        </m:r>
                      </m:e>
                    </m:acc>
                    <m:sSub>
                      <m:sSubPr>
                        <m:ctrlPr>
                          <a:rPr lang="en-US" sz="1400" i="1" dirty="0">
                            <a:solidFill>
                              <a:srgbClr val="003366"/>
                            </a:solidFill>
                            <a:latin typeface="Cambria Math" panose="02040503050406030204" pitchFamily="18" charset="0"/>
                          </a:rPr>
                        </m:ctrlPr>
                      </m:sSubPr>
                      <m:e>
                        <m:d>
                          <m:dPr>
                            <m:ctrlPr>
                              <a:rPr lang="en-US" sz="1400" i="1" dirty="0">
                                <a:solidFill>
                                  <a:srgbClr val="003366"/>
                                </a:solidFill>
                                <a:latin typeface="Cambria Math" panose="02040503050406030204" pitchFamily="18" charset="0"/>
                              </a:rPr>
                            </m:ctrlPr>
                          </m:dPr>
                          <m:e>
                            <m:r>
                              <a:rPr lang="en-US" sz="1400" i="1" dirty="0">
                                <a:solidFill>
                                  <a:srgbClr val="003366"/>
                                </a:solidFill>
                                <a:latin typeface="Cambria Math" panose="02040503050406030204" pitchFamily="18" charset="0"/>
                              </a:rPr>
                              <m:t>𝑥</m:t>
                            </m:r>
                          </m:e>
                        </m:d>
                      </m:e>
                      <m:sub>
                        <m:r>
                          <a:rPr lang="en-US" sz="1400" i="0" dirty="0">
                            <a:solidFill>
                              <a:srgbClr val="003366"/>
                            </a:solidFill>
                            <a:latin typeface="Cambria Math" panose="02040503050406030204" pitchFamily="18" charset="0"/>
                          </a:rPr>
                          <m:t>0</m:t>
                        </m:r>
                      </m:sub>
                    </m:sSub>
                    <m:r>
                      <a:rPr lang="en-US" sz="1400" i="0" dirty="0">
                        <a:solidFill>
                          <a:srgbClr val="003366"/>
                        </a:solidFill>
                        <a:latin typeface="Cambria Math" panose="02040503050406030204" pitchFamily="18" charset="0"/>
                      </a:rPr>
                      <m:t>=</m:t>
                    </m:r>
                    <m:sSup>
                      <m:sSupPr>
                        <m:ctrlPr>
                          <a:rPr lang="en-US" sz="1400" i="1" dirty="0">
                            <a:solidFill>
                              <a:srgbClr val="003366"/>
                            </a:solidFill>
                            <a:latin typeface="Cambria Math" panose="02040503050406030204" pitchFamily="18" charset="0"/>
                          </a:rPr>
                        </m:ctrlPr>
                      </m:sSupPr>
                      <m:e>
                        <m:d>
                          <m:dPr>
                            <m:begChr m:val="["/>
                            <m:endChr m:val="]"/>
                            <m:ctrlPr>
                              <a:rPr lang="en-US" sz="1400" i="1" dirty="0">
                                <a:solidFill>
                                  <a:srgbClr val="003366"/>
                                </a:solidFill>
                                <a:latin typeface="Cambria Math" panose="02040503050406030204" pitchFamily="18" charset="0"/>
                              </a:rPr>
                            </m:ctrlPr>
                          </m:dPr>
                          <m:e>
                            <m:f>
                              <m:fPr>
                                <m:ctrlPr>
                                  <a:rPr lang="en-US" sz="1400" i="1" dirty="0">
                                    <a:solidFill>
                                      <a:srgbClr val="003366"/>
                                    </a:solidFill>
                                    <a:latin typeface="Cambria Math" panose="02040503050406030204" pitchFamily="18" charset="0"/>
                                  </a:rPr>
                                </m:ctrlPr>
                              </m:fPr>
                              <m:num>
                                <m:r>
                                  <a:rPr lang="en-US" sz="1400" i="1" dirty="0">
                                    <a:solidFill>
                                      <a:srgbClr val="003366"/>
                                    </a:solidFill>
                                    <a:latin typeface="Cambria Math" panose="02040503050406030204" pitchFamily="18" charset="0"/>
                                  </a:rPr>
                                  <m:t>𝜕</m:t>
                                </m:r>
                                <m:acc>
                                  <m:accPr>
                                    <m:chr m:val="˜"/>
                                    <m:ctrlPr>
                                      <a:rPr lang="en-US" sz="1400" i="1" dirty="0">
                                        <a:solidFill>
                                          <a:srgbClr val="003366"/>
                                        </a:solidFill>
                                        <a:latin typeface="Cambria Math" panose="02040503050406030204" pitchFamily="18" charset="0"/>
                                      </a:rPr>
                                    </m:ctrlPr>
                                  </m:accPr>
                                  <m:e>
                                    <m:r>
                                      <a:rPr lang="en-US" sz="1400" i="1" dirty="0">
                                        <a:solidFill>
                                          <a:srgbClr val="003366"/>
                                        </a:solidFill>
                                        <a:latin typeface="Cambria Math" panose="02040503050406030204" pitchFamily="18" charset="0"/>
                                      </a:rPr>
                                      <m:t>𝑓</m:t>
                                    </m:r>
                                  </m:e>
                                </m:acc>
                              </m:num>
                              <m:den>
                                <m:r>
                                  <a:rPr lang="en-US" sz="1400" i="1" dirty="0">
                                    <a:solidFill>
                                      <a:srgbClr val="003366"/>
                                    </a:solidFill>
                                    <a:latin typeface="Cambria Math" panose="02040503050406030204" pitchFamily="18" charset="0"/>
                                  </a:rPr>
                                  <m:t>𝜕</m:t>
                                </m:r>
                                <m:sSub>
                                  <m:sSubPr>
                                    <m:ctrlPr>
                                      <a:rPr lang="en-US" sz="1400" i="1" dirty="0">
                                        <a:solidFill>
                                          <a:srgbClr val="003366"/>
                                        </a:solidFill>
                                        <a:latin typeface="Cambria Math" panose="02040503050406030204" pitchFamily="18" charset="0"/>
                                      </a:rPr>
                                    </m:ctrlPr>
                                  </m:sSubPr>
                                  <m:e>
                                    <m:r>
                                      <a:rPr lang="en-US" sz="1400" i="1" dirty="0">
                                        <a:solidFill>
                                          <a:srgbClr val="003366"/>
                                        </a:solidFill>
                                        <a:latin typeface="Cambria Math" panose="02040503050406030204" pitchFamily="18" charset="0"/>
                                      </a:rPr>
                                      <m:t>𝑥</m:t>
                                    </m:r>
                                  </m:e>
                                  <m:sub>
                                    <m:r>
                                      <a:rPr lang="en-US" sz="1400" i="0" dirty="0">
                                        <a:solidFill>
                                          <a:srgbClr val="003366"/>
                                        </a:solidFill>
                                        <a:latin typeface="Cambria Math" panose="02040503050406030204" pitchFamily="18" charset="0"/>
                                      </a:rPr>
                                      <m:t>1</m:t>
                                    </m:r>
                                  </m:sub>
                                </m:sSub>
                              </m:den>
                            </m:f>
                            <m:r>
                              <a:rPr lang="en-US" sz="1400" i="0" dirty="0">
                                <a:solidFill>
                                  <a:srgbClr val="003366"/>
                                </a:solidFill>
                                <a:latin typeface="Cambria Math" panose="02040503050406030204" pitchFamily="18" charset="0"/>
                              </a:rPr>
                              <m:t>,</m:t>
                            </m:r>
                            <m:f>
                              <m:fPr>
                                <m:ctrlPr>
                                  <a:rPr lang="en-US" sz="1400" i="1" dirty="0">
                                    <a:solidFill>
                                      <a:srgbClr val="003366"/>
                                    </a:solidFill>
                                    <a:latin typeface="Cambria Math" panose="02040503050406030204" pitchFamily="18" charset="0"/>
                                  </a:rPr>
                                </m:ctrlPr>
                              </m:fPr>
                              <m:num>
                                <m:r>
                                  <a:rPr lang="en-US" sz="1400" i="1" dirty="0">
                                    <a:solidFill>
                                      <a:srgbClr val="003366"/>
                                    </a:solidFill>
                                    <a:latin typeface="Cambria Math" panose="02040503050406030204" pitchFamily="18" charset="0"/>
                                  </a:rPr>
                                  <m:t>𝜕</m:t>
                                </m:r>
                                <m:acc>
                                  <m:accPr>
                                    <m:chr m:val="˜"/>
                                    <m:ctrlPr>
                                      <a:rPr lang="en-US" sz="1400" i="1" dirty="0">
                                        <a:solidFill>
                                          <a:srgbClr val="003366"/>
                                        </a:solidFill>
                                        <a:latin typeface="Cambria Math" panose="02040503050406030204" pitchFamily="18" charset="0"/>
                                      </a:rPr>
                                    </m:ctrlPr>
                                  </m:accPr>
                                  <m:e>
                                    <m:r>
                                      <a:rPr lang="en-US" sz="1400" i="1" dirty="0">
                                        <a:solidFill>
                                          <a:srgbClr val="003366"/>
                                        </a:solidFill>
                                        <a:latin typeface="Cambria Math" panose="02040503050406030204" pitchFamily="18" charset="0"/>
                                      </a:rPr>
                                      <m:t>𝑓</m:t>
                                    </m:r>
                                  </m:e>
                                </m:acc>
                              </m:num>
                              <m:den>
                                <m:r>
                                  <a:rPr lang="en-US" sz="1400" i="1" dirty="0">
                                    <a:solidFill>
                                      <a:srgbClr val="003366"/>
                                    </a:solidFill>
                                    <a:latin typeface="Cambria Math" panose="02040503050406030204" pitchFamily="18" charset="0"/>
                                  </a:rPr>
                                  <m:t>𝜕</m:t>
                                </m:r>
                                <m:sSub>
                                  <m:sSubPr>
                                    <m:ctrlPr>
                                      <a:rPr lang="en-US" sz="1400" i="1" dirty="0">
                                        <a:solidFill>
                                          <a:srgbClr val="003366"/>
                                        </a:solidFill>
                                        <a:latin typeface="Cambria Math" panose="02040503050406030204" pitchFamily="18" charset="0"/>
                                      </a:rPr>
                                    </m:ctrlPr>
                                  </m:sSubPr>
                                  <m:e>
                                    <m:r>
                                      <a:rPr lang="en-US" sz="1400" i="1" dirty="0">
                                        <a:solidFill>
                                          <a:srgbClr val="003366"/>
                                        </a:solidFill>
                                        <a:latin typeface="Cambria Math" panose="02040503050406030204" pitchFamily="18" charset="0"/>
                                      </a:rPr>
                                      <m:t>𝑥</m:t>
                                    </m:r>
                                  </m:e>
                                  <m:sub>
                                    <m:r>
                                      <a:rPr lang="en-US" sz="1400" i="0" dirty="0">
                                        <a:solidFill>
                                          <a:srgbClr val="003366"/>
                                        </a:solidFill>
                                        <a:latin typeface="Cambria Math" panose="02040503050406030204" pitchFamily="18" charset="0"/>
                                      </a:rPr>
                                      <m:t>2</m:t>
                                    </m:r>
                                  </m:sub>
                                </m:sSub>
                              </m:den>
                            </m:f>
                          </m:e>
                        </m:d>
                      </m:e>
                      <m:sup>
                        <m:r>
                          <a:rPr lang="en-US" sz="1400" i="1" dirty="0">
                            <a:solidFill>
                              <a:srgbClr val="003366"/>
                            </a:solidFill>
                            <a:latin typeface="Cambria Math" panose="02040503050406030204" pitchFamily="18" charset="0"/>
                          </a:rPr>
                          <m:t>𝑇</m:t>
                        </m:r>
                      </m:sup>
                    </m:sSup>
                    <m:r>
                      <a:rPr lang="en-US" sz="1400" i="0" dirty="0">
                        <a:solidFill>
                          <a:srgbClr val="003366"/>
                        </a:solidFill>
                        <a:latin typeface="Cambria Math" panose="02040503050406030204" pitchFamily="18" charset="0"/>
                      </a:rPr>
                      <m:t>=</m:t>
                    </m:r>
                    <m:sSup>
                      <m:sSupPr>
                        <m:ctrlPr>
                          <a:rPr lang="en-US" sz="1400" i="1" dirty="0">
                            <a:solidFill>
                              <a:srgbClr val="003366"/>
                            </a:solidFill>
                            <a:latin typeface="Cambria Math" panose="02040503050406030204" pitchFamily="18" charset="0"/>
                          </a:rPr>
                        </m:ctrlPr>
                      </m:sSupPr>
                      <m:e>
                        <m:d>
                          <m:dPr>
                            <m:begChr m:val="["/>
                            <m:endChr m:val="]"/>
                            <m:ctrlPr>
                              <a:rPr lang="en-US" sz="1400" i="1" dirty="0">
                                <a:solidFill>
                                  <a:srgbClr val="003366"/>
                                </a:solidFill>
                                <a:latin typeface="Cambria Math" panose="02040503050406030204" pitchFamily="18" charset="0"/>
                              </a:rPr>
                            </m:ctrlPr>
                          </m:dPr>
                          <m:e>
                            <m:r>
                              <a:rPr lang="en-US" sz="1400" i="0" dirty="0">
                                <a:solidFill>
                                  <a:srgbClr val="003366"/>
                                </a:solidFill>
                                <a:latin typeface="Cambria Math" panose="02040503050406030204" pitchFamily="18" charset="0"/>
                              </a:rPr>
                              <m:t>0.5,0.8</m:t>
                            </m:r>
                          </m:e>
                        </m:d>
                      </m:e>
                      <m:sup>
                        <m:r>
                          <a:rPr lang="en-US" sz="1400" i="1" dirty="0">
                            <a:solidFill>
                              <a:srgbClr val="003366"/>
                            </a:solidFill>
                            <a:latin typeface="Cambria Math" panose="02040503050406030204" pitchFamily="18" charset="0"/>
                          </a:rPr>
                          <m:t>𝑇</m:t>
                        </m:r>
                      </m:sup>
                    </m:sSup>
                  </m:oMath>
                </a14:m>
                <a:endParaRPr lang="en-US" sz="14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    </a:t>
                </a:r>
              </a:p>
              <a:p>
                <a:r>
                  <a:rPr lang="en-US" sz="1600" dirty="0">
                    <a:solidFill>
                      <a:srgbClr val="003366"/>
                    </a:solidFill>
                    <a:latin typeface="Aptos Display" panose="020B0004020202020204" pitchFamily="34" charset="0"/>
                  </a:rPr>
                  <a:t>Step 2: Apply Sign Function: Take the sign of each gradient element:</a:t>
                </a:r>
              </a:p>
              <a:p>
                <a:endParaRPr lang="en-US" sz="1600" dirty="0">
                  <a:solidFill>
                    <a:srgbClr val="003366"/>
                  </a:solidFill>
                  <a:latin typeface="Aptos Display" panose="020B0004020202020204" pitchFamily="34" charset="0"/>
                </a:endParaRPr>
              </a:p>
              <a:p>
                <a:pPr lvl="2">
                  <a:buFont typeface="Arial" panose="020B0604020202020204" pitchFamily="34" charset="0"/>
                  <a:buChar char="•"/>
                </a:pPr>
                <a:r>
                  <a:rPr lang="en-US" sz="1400" dirty="0">
                    <a:solidFill>
                      <a:srgbClr val="003366"/>
                    </a:solidFill>
                    <a:latin typeface="Aptos Display" panose="020B0004020202020204" pitchFamily="34" charset="0"/>
                  </a:rPr>
                  <a:t> </a:t>
                </a:r>
                <a14:m>
                  <m:oMath xmlns:m="http://schemas.openxmlformats.org/officeDocument/2006/math">
                    <m:r>
                      <m:rPr>
                        <m:nor/>
                      </m:rPr>
                      <a:rPr lang="en-US" sz="1400" i="0" dirty="0">
                        <a:solidFill>
                          <a:srgbClr val="003366"/>
                        </a:solidFill>
                        <a:latin typeface="Aptos Display" panose="020B0004020202020204" pitchFamily="34" charset="0"/>
                      </a:rPr>
                      <m:t>sgn</m:t>
                    </m:r>
                    <m:d>
                      <m:dPr>
                        <m:ctrlPr>
                          <a:rPr lang="en-US" sz="1400" i="1" dirty="0">
                            <a:solidFill>
                              <a:srgbClr val="003366"/>
                            </a:solidFill>
                            <a:latin typeface="Cambria Math" panose="02040503050406030204" pitchFamily="18" charset="0"/>
                          </a:rPr>
                        </m:ctrlPr>
                      </m:dPr>
                      <m:e>
                        <m:sSup>
                          <m:sSupPr>
                            <m:ctrlPr>
                              <a:rPr lang="en-US" sz="1400" i="1" dirty="0">
                                <a:solidFill>
                                  <a:srgbClr val="003366"/>
                                </a:solidFill>
                                <a:latin typeface="Cambria Math" panose="02040503050406030204" pitchFamily="18" charset="0"/>
                              </a:rPr>
                            </m:ctrlPr>
                          </m:sSupPr>
                          <m:e>
                            <m:d>
                              <m:dPr>
                                <m:begChr m:val="["/>
                                <m:endChr m:val="]"/>
                                <m:ctrlPr>
                                  <a:rPr lang="en-US" sz="1400" i="1" dirty="0">
                                    <a:solidFill>
                                      <a:srgbClr val="003366"/>
                                    </a:solidFill>
                                    <a:latin typeface="Cambria Math" panose="02040503050406030204" pitchFamily="18" charset="0"/>
                                  </a:rPr>
                                </m:ctrlPr>
                              </m:dPr>
                              <m:e>
                                <m:r>
                                  <a:rPr lang="en-US" sz="1400" i="0" dirty="0">
                                    <a:solidFill>
                                      <a:srgbClr val="003366"/>
                                    </a:solidFill>
                                    <a:latin typeface="Cambria Math" panose="02040503050406030204" pitchFamily="18" charset="0"/>
                                  </a:rPr>
                                  <m:t>0.5,0.8</m:t>
                                </m:r>
                              </m:e>
                            </m:d>
                          </m:e>
                          <m:sup>
                            <m:r>
                              <a:rPr lang="en-US" sz="1400" i="1" dirty="0">
                                <a:solidFill>
                                  <a:srgbClr val="003366"/>
                                </a:solidFill>
                                <a:latin typeface="Cambria Math" panose="02040503050406030204" pitchFamily="18" charset="0"/>
                              </a:rPr>
                              <m:t>𝑇</m:t>
                            </m:r>
                          </m:sup>
                        </m:sSup>
                      </m:e>
                    </m:d>
                    <m:r>
                      <a:rPr lang="en-US" sz="1400" i="0" dirty="0" smtClean="0">
                        <a:solidFill>
                          <a:srgbClr val="003366"/>
                        </a:solidFill>
                        <a:latin typeface="Cambria Math" panose="02040503050406030204" pitchFamily="18" charset="0"/>
                      </a:rPr>
                      <m:t>=</m:t>
                    </m:r>
                    <m:sSup>
                      <m:sSupPr>
                        <m:ctrlPr>
                          <a:rPr lang="en-US" sz="1400" i="1" dirty="0" smtClean="0">
                            <a:solidFill>
                              <a:srgbClr val="003366"/>
                            </a:solidFill>
                            <a:latin typeface="Cambria Math" panose="02040503050406030204" pitchFamily="18" charset="0"/>
                          </a:rPr>
                        </m:ctrlPr>
                      </m:sSupPr>
                      <m:e>
                        <m:d>
                          <m:dPr>
                            <m:begChr m:val="["/>
                            <m:endChr m:val="]"/>
                            <m:ctrlPr>
                              <a:rPr lang="en-US" sz="1400" i="1" dirty="0">
                                <a:solidFill>
                                  <a:srgbClr val="003366"/>
                                </a:solidFill>
                                <a:latin typeface="Cambria Math" panose="02040503050406030204" pitchFamily="18" charset="0"/>
                              </a:rPr>
                            </m:ctrlPr>
                          </m:dPr>
                          <m:e>
                            <m:r>
                              <a:rPr lang="en-US" sz="1400" i="0" dirty="0">
                                <a:solidFill>
                                  <a:srgbClr val="003366"/>
                                </a:solidFill>
                                <a:latin typeface="Cambria Math" panose="02040503050406030204" pitchFamily="18" charset="0"/>
                              </a:rPr>
                              <m:t>1,1</m:t>
                            </m:r>
                          </m:e>
                        </m:d>
                      </m:e>
                      <m:sup>
                        <m:r>
                          <a:rPr lang="en-US" sz="1400" i="1" dirty="0">
                            <a:solidFill>
                              <a:srgbClr val="003366"/>
                            </a:solidFill>
                            <a:latin typeface="Cambria Math" panose="02040503050406030204" pitchFamily="18" charset="0"/>
                          </a:rPr>
                          <m:t>𝑇</m:t>
                        </m:r>
                      </m:sup>
                    </m:sSup>
                  </m:oMath>
                </a14:m>
                <a:endParaRPr lang="en-US" sz="1400" dirty="0">
                  <a:solidFill>
                    <a:srgbClr val="003366"/>
                  </a:solidFill>
                  <a:latin typeface="Aptos Display" panose="020B0004020202020204" pitchFamily="34" charset="0"/>
                </a:endParaRPr>
              </a:p>
              <a:p>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Step 3: Calculate Perturbed Sample: Add the step to the original input:</a:t>
                </a:r>
              </a:p>
              <a:p>
                <a:r>
                  <a:rPr lang="en-US" sz="1600" dirty="0">
                    <a:solidFill>
                      <a:srgbClr val="003366"/>
                    </a:solidFill>
                    <a:latin typeface="Aptos Display" panose="020B0004020202020204" pitchFamily="34" charset="0"/>
                  </a:rPr>
                  <a:t>    </a:t>
                </a:r>
              </a:p>
              <a:p>
                <a:pPr lvl="2">
                  <a:buFont typeface="Arial" panose="020B0604020202020204" pitchFamily="34" charset="0"/>
                  <a:buChar char="•"/>
                </a:pPr>
                <a14:m>
                  <m:oMath xmlns:m="http://schemas.openxmlformats.org/officeDocument/2006/math">
                    <m:sSup>
                      <m:sSupPr>
                        <m:ctrlPr>
                          <a:rPr lang="en-US" sz="1400" i="1" dirty="0">
                            <a:solidFill>
                              <a:srgbClr val="003366"/>
                            </a:solidFill>
                            <a:latin typeface="Cambria Math" panose="02040503050406030204" pitchFamily="18" charset="0"/>
                          </a:rPr>
                        </m:ctrlPr>
                      </m:sSupPr>
                      <m:e>
                        <m:r>
                          <a:rPr lang="en-US" sz="1400" i="1" dirty="0">
                            <a:solidFill>
                              <a:srgbClr val="003366"/>
                            </a:solidFill>
                            <a:latin typeface="Cambria Math" panose="02040503050406030204" pitchFamily="18" charset="0"/>
                          </a:rPr>
                          <m:t>𝑥</m:t>
                        </m:r>
                      </m:e>
                      <m:sup>
                        <m:d>
                          <m:dPr>
                            <m:ctrlPr>
                              <a:rPr lang="en-US" sz="1400" i="1" dirty="0">
                                <a:solidFill>
                                  <a:srgbClr val="003366"/>
                                </a:solidFill>
                                <a:latin typeface="Cambria Math" panose="02040503050406030204" pitchFamily="18" charset="0"/>
                              </a:rPr>
                            </m:ctrlPr>
                          </m:dPr>
                          <m:e>
                            <m:r>
                              <a:rPr lang="en-US" sz="1400" i="0" dirty="0">
                                <a:solidFill>
                                  <a:srgbClr val="003366"/>
                                </a:solidFill>
                                <a:latin typeface="Cambria Math" panose="02040503050406030204" pitchFamily="18" charset="0"/>
                              </a:rPr>
                              <m:t>1</m:t>
                            </m:r>
                          </m:e>
                        </m:d>
                      </m:sup>
                    </m:sSup>
                    <m:r>
                      <a:rPr lang="en-US" sz="1400" i="0" dirty="0">
                        <a:solidFill>
                          <a:srgbClr val="003366"/>
                        </a:solidFill>
                        <a:latin typeface="Cambria Math" panose="02040503050406030204" pitchFamily="18" charset="0"/>
                      </a:rPr>
                      <m:t>=</m:t>
                    </m:r>
                    <m:sSup>
                      <m:sSupPr>
                        <m:ctrlPr>
                          <a:rPr lang="en-US" sz="1400" i="1" dirty="0">
                            <a:solidFill>
                              <a:srgbClr val="003366"/>
                            </a:solidFill>
                            <a:latin typeface="Cambria Math" panose="02040503050406030204" pitchFamily="18" charset="0"/>
                          </a:rPr>
                        </m:ctrlPr>
                      </m:sSupPr>
                      <m:e>
                        <m:d>
                          <m:dPr>
                            <m:begChr m:val="["/>
                            <m:endChr m:val="]"/>
                            <m:ctrlPr>
                              <a:rPr lang="en-US" sz="1400" i="1" dirty="0">
                                <a:solidFill>
                                  <a:srgbClr val="003366"/>
                                </a:solidFill>
                                <a:latin typeface="Cambria Math" panose="02040503050406030204" pitchFamily="18" charset="0"/>
                              </a:rPr>
                            </m:ctrlPr>
                          </m:dPr>
                          <m:e>
                            <m:r>
                              <a:rPr lang="en-US" sz="1400" i="0" dirty="0">
                                <a:solidFill>
                                  <a:srgbClr val="003366"/>
                                </a:solidFill>
                                <a:latin typeface="Cambria Math" panose="02040503050406030204" pitchFamily="18" charset="0"/>
                              </a:rPr>
                              <m:t>0.5,0.6</m:t>
                            </m:r>
                          </m:e>
                        </m:d>
                      </m:e>
                      <m:sup>
                        <m:r>
                          <a:rPr lang="en-US" sz="1400" i="1" dirty="0">
                            <a:solidFill>
                              <a:srgbClr val="003366"/>
                            </a:solidFill>
                            <a:latin typeface="Cambria Math" panose="02040503050406030204" pitchFamily="18" charset="0"/>
                          </a:rPr>
                          <m:t>𝑇</m:t>
                        </m:r>
                      </m:sup>
                    </m:sSup>
                    <m:r>
                      <a:rPr lang="en-US" sz="1400" i="0" dirty="0">
                        <a:solidFill>
                          <a:srgbClr val="003366"/>
                        </a:solidFill>
                        <a:latin typeface="Cambria Math" panose="02040503050406030204" pitchFamily="18" charset="0"/>
                      </a:rPr>
                      <m:t>+0.1⋅</m:t>
                    </m:r>
                    <m:sSup>
                      <m:sSupPr>
                        <m:ctrlPr>
                          <a:rPr lang="en-US" sz="1400" i="1" dirty="0">
                            <a:solidFill>
                              <a:srgbClr val="003366"/>
                            </a:solidFill>
                            <a:latin typeface="Cambria Math" panose="02040503050406030204" pitchFamily="18" charset="0"/>
                          </a:rPr>
                        </m:ctrlPr>
                      </m:sSupPr>
                      <m:e>
                        <m:d>
                          <m:dPr>
                            <m:begChr m:val="["/>
                            <m:endChr m:val="]"/>
                            <m:ctrlPr>
                              <a:rPr lang="en-US" sz="1400" i="1" dirty="0">
                                <a:solidFill>
                                  <a:srgbClr val="003366"/>
                                </a:solidFill>
                                <a:latin typeface="Cambria Math" panose="02040503050406030204" pitchFamily="18" charset="0"/>
                              </a:rPr>
                            </m:ctrlPr>
                          </m:dPr>
                          <m:e>
                            <m:r>
                              <a:rPr lang="en-US" sz="1400" i="0" dirty="0">
                                <a:solidFill>
                                  <a:srgbClr val="003366"/>
                                </a:solidFill>
                                <a:latin typeface="Cambria Math" panose="02040503050406030204" pitchFamily="18" charset="0"/>
                              </a:rPr>
                              <m:t>1,1</m:t>
                            </m:r>
                          </m:e>
                        </m:d>
                      </m:e>
                      <m:sup>
                        <m:r>
                          <a:rPr lang="en-US" sz="1400" i="1" dirty="0">
                            <a:solidFill>
                              <a:srgbClr val="003366"/>
                            </a:solidFill>
                            <a:latin typeface="Cambria Math" panose="02040503050406030204" pitchFamily="18" charset="0"/>
                          </a:rPr>
                          <m:t>𝑇</m:t>
                        </m:r>
                      </m:sup>
                    </m:sSup>
                    <m:r>
                      <a:rPr lang="en-US" sz="1400" i="0" dirty="0">
                        <a:solidFill>
                          <a:srgbClr val="003366"/>
                        </a:solidFill>
                        <a:latin typeface="Cambria Math" panose="02040503050406030204" pitchFamily="18" charset="0"/>
                      </a:rPr>
                      <m:t>=</m:t>
                    </m:r>
                    <m:sSup>
                      <m:sSupPr>
                        <m:ctrlPr>
                          <a:rPr lang="en-US" sz="1400" i="1" dirty="0">
                            <a:solidFill>
                              <a:srgbClr val="003366"/>
                            </a:solidFill>
                            <a:latin typeface="Cambria Math" panose="02040503050406030204" pitchFamily="18" charset="0"/>
                          </a:rPr>
                        </m:ctrlPr>
                      </m:sSupPr>
                      <m:e>
                        <m:d>
                          <m:dPr>
                            <m:begChr m:val="["/>
                            <m:endChr m:val="]"/>
                            <m:ctrlPr>
                              <a:rPr lang="en-US" sz="1400" i="1" dirty="0">
                                <a:solidFill>
                                  <a:srgbClr val="003366"/>
                                </a:solidFill>
                                <a:latin typeface="Cambria Math" panose="02040503050406030204" pitchFamily="18" charset="0"/>
                              </a:rPr>
                            </m:ctrlPr>
                          </m:dPr>
                          <m:e>
                            <m:r>
                              <a:rPr lang="en-US" sz="1400" i="0" dirty="0">
                                <a:solidFill>
                                  <a:srgbClr val="003366"/>
                                </a:solidFill>
                                <a:latin typeface="Cambria Math" panose="02040503050406030204" pitchFamily="18" charset="0"/>
                              </a:rPr>
                              <m:t>0.6,0.7</m:t>
                            </m:r>
                          </m:e>
                        </m:d>
                      </m:e>
                      <m:sup>
                        <m:r>
                          <a:rPr lang="en-US" sz="1400" i="1" dirty="0">
                            <a:solidFill>
                              <a:srgbClr val="003366"/>
                            </a:solidFill>
                            <a:latin typeface="Cambria Math" panose="02040503050406030204" pitchFamily="18" charset="0"/>
                          </a:rPr>
                          <m:t>𝑇</m:t>
                        </m:r>
                      </m:sup>
                    </m:sSup>
                  </m:oMath>
                </a14:m>
                <a:endParaRPr lang="en-US" sz="1400" dirty="0">
                  <a:solidFill>
                    <a:srgbClr val="003366"/>
                  </a:solidFill>
                  <a:latin typeface="Aptos Display" panose="020B0004020202020204" pitchFamily="34" charset="0"/>
                </a:endParaRPr>
              </a:p>
              <a:p>
                <a:pPr algn="ctr"/>
                <a:r>
                  <a:rPr lang="en-US" sz="1600" dirty="0">
                    <a:solidFill>
                      <a:srgbClr val="003366"/>
                    </a:solidFill>
                    <a:latin typeface="Aptos Display" panose="020B0004020202020204" pitchFamily="34" charset="0"/>
                  </a:rPr>
                  <a:t>    </a:t>
                </a:r>
              </a:p>
            </p:txBody>
          </p:sp>
        </mc:Choice>
        <mc:Fallback xmlns="">
          <p:sp>
            <p:nvSpPr>
              <p:cNvPr id="4" name="Content Placeholder 3">
                <a:extLst>
                  <a:ext uri="{FF2B5EF4-FFF2-40B4-BE49-F238E27FC236}">
                    <a16:creationId xmlns:a16="http://schemas.microsoft.com/office/drawing/2014/main" id="{C7697EFD-B206-B3CD-833A-3AEEC3CAFDF7}"/>
                  </a:ext>
                </a:extLst>
              </p:cNvPr>
              <p:cNvSpPr>
                <a:spLocks noGrp="1" noRot="1" noChangeAspect="1" noMove="1" noResize="1" noEditPoints="1" noAdjustHandles="1" noChangeArrowheads="1" noChangeShapeType="1" noTextEdit="1"/>
              </p:cNvSpPr>
              <p:nvPr>
                <p:ph idx="1"/>
              </p:nvPr>
            </p:nvSpPr>
            <p:spPr>
              <a:xfrm>
                <a:off x="323528" y="980728"/>
                <a:ext cx="8731888" cy="5616624"/>
              </a:xfrm>
              <a:blipFill>
                <a:blip r:embed="rId3"/>
                <a:stretch>
                  <a:fillRect l="-1453" t="-1129"/>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E550272B-06BE-8DB1-8408-70BA84CE50F9}"/>
              </a:ext>
            </a:extLst>
          </p:cNvPr>
          <p:cNvSpPr>
            <a:spLocks noGrp="1"/>
          </p:cNvSpPr>
          <p:nvPr>
            <p:ph type="sldNum" sz="quarter" idx="10"/>
          </p:nvPr>
        </p:nvSpPr>
        <p:spPr/>
        <p:txBody>
          <a:bodyPr/>
          <a:lstStyle/>
          <a:p>
            <a:pPr>
              <a:defRPr/>
            </a:pPr>
            <a:fld id="{FE5AEF74-5102-4921-8DBA-649C609AF6D1}" type="slidenum">
              <a:rPr lang="it-IT" smtClean="0"/>
              <a:pPr>
                <a:defRPr/>
              </a:pPr>
              <a:t>11</a:t>
            </a:fld>
            <a:endParaRPr lang="it-IT"/>
          </a:p>
        </p:txBody>
      </p:sp>
      <p:sp>
        <p:nvSpPr>
          <p:cNvPr id="7" name="Round Diagonal Corner Rectangle 6">
            <a:extLst>
              <a:ext uri="{FF2B5EF4-FFF2-40B4-BE49-F238E27FC236}">
                <a16:creationId xmlns:a16="http://schemas.microsoft.com/office/drawing/2014/main" id="{2862EA9F-BA8E-3CB2-3591-52287A04444D}"/>
              </a:ext>
            </a:extLst>
          </p:cNvPr>
          <p:cNvSpPr/>
          <p:nvPr/>
        </p:nvSpPr>
        <p:spPr>
          <a:xfrm>
            <a:off x="251520" y="2780927"/>
            <a:ext cx="8424936" cy="1096981"/>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Round Diagonal Corner Rectangle 7">
            <a:extLst>
              <a:ext uri="{FF2B5EF4-FFF2-40B4-BE49-F238E27FC236}">
                <a16:creationId xmlns:a16="http://schemas.microsoft.com/office/drawing/2014/main" id="{62E28154-5FF5-28AE-7833-708656900895}"/>
              </a:ext>
            </a:extLst>
          </p:cNvPr>
          <p:cNvSpPr/>
          <p:nvPr/>
        </p:nvSpPr>
        <p:spPr>
          <a:xfrm>
            <a:off x="228890" y="4012225"/>
            <a:ext cx="8424936" cy="984777"/>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Round Diagonal Corner Rectangle 8">
            <a:extLst>
              <a:ext uri="{FF2B5EF4-FFF2-40B4-BE49-F238E27FC236}">
                <a16:creationId xmlns:a16="http://schemas.microsoft.com/office/drawing/2014/main" id="{1FD060BE-58BD-EE17-2E30-9A5D85B96DC4}"/>
              </a:ext>
            </a:extLst>
          </p:cNvPr>
          <p:cNvSpPr/>
          <p:nvPr/>
        </p:nvSpPr>
        <p:spPr>
          <a:xfrm>
            <a:off x="228890" y="5131319"/>
            <a:ext cx="8424936" cy="984777"/>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704924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226EF-F50B-28E3-E38D-FFD8EF67C6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051D97-DCBF-E63D-B5A6-92193260A545}"/>
              </a:ext>
            </a:extLst>
          </p:cNvPr>
          <p:cNvSpPr>
            <a:spLocks noGrp="1"/>
          </p:cNvSpPr>
          <p:nvPr>
            <p:ph type="title"/>
          </p:nvPr>
        </p:nvSpPr>
        <p:spPr>
          <a:xfrm>
            <a:off x="719138" y="286544"/>
            <a:ext cx="8245350" cy="838200"/>
          </a:xfrm>
        </p:spPr>
        <p:txBody>
          <a:bodyPr/>
          <a:lstStyle/>
          <a:p>
            <a:r>
              <a:rPr lang="en-CA" sz="2800" i="1" dirty="0">
                <a:latin typeface="Cambria"/>
              </a:rPr>
              <a:t>S</a:t>
            </a:r>
            <a:r>
              <a:rPr lang="en-CA" sz="2600" i="1" dirty="0">
                <a:latin typeface="Cambria"/>
              </a:rPr>
              <a:t>UBSTITUTE </a:t>
            </a:r>
            <a:r>
              <a:rPr lang="en-CA" sz="2800" i="1" dirty="0">
                <a:latin typeface="Cambria"/>
              </a:rPr>
              <a:t>M</a:t>
            </a:r>
            <a:r>
              <a:rPr lang="en-CA" sz="2600" i="1" dirty="0">
                <a:latin typeface="Cambria"/>
              </a:rPr>
              <a:t>ODEL </a:t>
            </a:r>
            <a:r>
              <a:rPr lang="en-CA" sz="2800" i="1" dirty="0">
                <a:latin typeface="Cambria"/>
              </a:rPr>
              <a:t>T</a:t>
            </a:r>
            <a:r>
              <a:rPr lang="en-CA" sz="2600" i="1" dirty="0">
                <a:latin typeface="Cambria"/>
              </a:rPr>
              <a:t>RAINING</a:t>
            </a:r>
            <a:endParaRPr lang="en-CA" sz="2600" b="1" dirty="0">
              <a:solidFill>
                <a:srgbClr val="003F6E"/>
              </a:solidFill>
              <a:latin typeface="Cambria"/>
            </a:endParaRPr>
          </a:p>
        </p:txBody>
      </p:sp>
      <p:pic>
        <p:nvPicPr>
          <p:cNvPr id="3" name="Content Placeholder 2">
            <a:extLst>
              <a:ext uri="{FF2B5EF4-FFF2-40B4-BE49-F238E27FC236}">
                <a16:creationId xmlns:a16="http://schemas.microsoft.com/office/drawing/2014/main" id="{78B7F9CE-166A-BFF0-215F-3B0DAA230F12}"/>
              </a:ext>
            </a:extLst>
          </p:cNvPr>
          <p:cNvPicPr>
            <a:picLocks noGrp="1" noChangeAspect="1"/>
          </p:cNvPicPr>
          <p:nvPr>
            <p:ph idx="1"/>
          </p:nvPr>
        </p:nvPicPr>
        <p:blipFill>
          <a:blip r:embed="rId3"/>
          <a:stretch>
            <a:fillRect/>
          </a:stretch>
        </p:blipFill>
        <p:spPr>
          <a:xfrm>
            <a:off x="1111456" y="1052513"/>
            <a:ext cx="6921087" cy="5329237"/>
          </a:xfrm>
          <a:prstGeom prst="rect">
            <a:avLst/>
          </a:prstGeom>
        </p:spPr>
      </p:pic>
      <p:sp>
        <p:nvSpPr>
          <p:cNvPr id="5" name="Slide Number Placeholder 4">
            <a:extLst>
              <a:ext uri="{FF2B5EF4-FFF2-40B4-BE49-F238E27FC236}">
                <a16:creationId xmlns:a16="http://schemas.microsoft.com/office/drawing/2014/main" id="{08A47AE4-0A01-4C3A-594A-E165C1FB9173}"/>
              </a:ext>
            </a:extLst>
          </p:cNvPr>
          <p:cNvSpPr>
            <a:spLocks noGrp="1"/>
          </p:cNvSpPr>
          <p:nvPr>
            <p:ph type="sldNum" sz="quarter" idx="10"/>
          </p:nvPr>
        </p:nvSpPr>
        <p:spPr/>
        <p:txBody>
          <a:bodyPr/>
          <a:lstStyle/>
          <a:p>
            <a:pPr>
              <a:defRPr/>
            </a:pPr>
            <a:fld id="{FE5AEF74-5102-4921-8DBA-649C609AF6D1}" type="slidenum">
              <a:rPr lang="it-IT" smtClean="0"/>
              <a:pPr>
                <a:defRPr/>
              </a:pPr>
              <a:t>12</a:t>
            </a:fld>
            <a:endParaRPr lang="it-IT"/>
          </a:p>
        </p:txBody>
      </p:sp>
    </p:spTree>
    <p:extLst>
      <p:ext uri="{BB962C8B-B14F-4D97-AF65-F5344CB8AC3E}">
        <p14:creationId xmlns:p14="http://schemas.microsoft.com/office/powerpoint/2010/main" val="3626974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E9BE3-D223-4D9F-F2B4-52B2FDFB77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C21887-2C97-D90E-A8EC-AF5C50B7B063}"/>
              </a:ext>
            </a:extLst>
          </p:cNvPr>
          <p:cNvSpPr>
            <a:spLocks noGrp="1"/>
          </p:cNvSpPr>
          <p:nvPr>
            <p:ph type="title"/>
          </p:nvPr>
        </p:nvSpPr>
        <p:spPr>
          <a:xfrm>
            <a:off x="719138" y="286544"/>
            <a:ext cx="5149006" cy="838200"/>
          </a:xfrm>
        </p:spPr>
        <p:txBody>
          <a:bodyPr/>
          <a:lstStyle/>
          <a:p>
            <a:r>
              <a:rPr lang="en-CA" sz="2800" i="1" dirty="0">
                <a:latin typeface="Cambria"/>
              </a:rPr>
              <a:t>S</a:t>
            </a:r>
            <a:r>
              <a:rPr lang="en-CA" sz="2600" i="1" dirty="0">
                <a:latin typeface="Cambria"/>
              </a:rPr>
              <a:t>UBSTITUTE </a:t>
            </a:r>
            <a:r>
              <a:rPr lang="en-CA" sz="2800" i="1" dirty="0">
                <a:latin typeface="Cambria"/>
              </a:rPr>
              <a:t>M</a:t>
            </a:r>
            <a:r>
              <a:rPr lang="en-CA" sz="2600" i="1" dirty="0">
                <a:latin typeface="Cambria"/>
              </a:rPr>
              <a:t>ODEL </a:t>
            </a:r>
            <a:r>
              <a:rPr lang="en-CA" sz="2800" i="1" dirty="0">
                <a:latin typeface="Cambria"/>
              </a:rPr>
              <a:t>T</a:t>
            </a:r>
            <a:r>
              <a:rPr lang="en-CA" sz="2600" i="1" dirty="0">
                <a:latin typeface="Cambria"/>
              </a:rPr>
              <a:t>RAINING</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B13B61B-23E5-E601-B297-8CA9C2044F77}"/>
                  </a:ext>
                </a:extLst>
              </p:cNvPr>
              <p:cNvSpPr>
                <a:spLocks noGrp="1"/>
              </p:cNvSpPr>
              <p:nvPr>
                <p:ph idx="1"/>
              </p:nvPr>
            </p:nvSpPr>
            <p:spPr>
              <a:xfrm>
                <a:off x="323528" y="1052736"/>
                <a:ext cx="8229600" cy="5256584"/>
              </a:xfrm>
            </p:spPr>
            <p:txBody>
              <a:bodyPr/>
              <a:lstStyle/>
              <a:p>
                <a:r>
                  <a:rPr lang="en-US" sz="1800" u="sng" dirty="0">
                    <a:solidFill>
                      <a:srgbClr val="003366"/>
                    </a:solidFill>
                    <a:latin typeface="Aptos Display" panose="020B0004020202020204" pitchFamily="34" charset="0"/>
                  </a:rPr>
                  <a:t>Iteration 2 (Step 2): </a:t>
                </a:r>
              </a:p>
              <a:p>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The attacker now starts at </a:t>
                </a:r>
                <a14:m>
                  <m:oMath xmlns:m="http://schemas.openxmlformats.org/officeDocument/2006/math">
                    <m:sSup>
                      <m:sSupPr>
                        <m:ctrlPr>
                          <a:rPr lang="en-US" sz="1800" i="1" dirty="0" smtClean="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𝑥</m:t>
                        </m:r>
                      </m:e>
                      <m:sup>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1</m:t>
                            </m:r>
                          </m:e>
                        </m:d>
                      </m:sup>
                    </m:sSup>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0.6,0.7</m:t>
                            </m:r>
                          </m:e>
                        </m:d>
                      </m:e>
                      <m:sup>
                        <m:r>
                          <a:rPr lang="en-US" sz="1800" i="1" dirty="0">
                            <a:solidFill>
                              <a:srgbClr val="003366"/>
                            </a:solidFill>
                            <a:latin typeface="Cambria Math" panose="02040503050406030204" pitchFamily="18" charset="0"/>
                          </a:rPr>
                          <m:t>𝑇</m:t>
                        </m:r>
                      </m:sup>
                    </m:sSup>
                  </m:oMath>
                </a14:m>
                <a:r>
                  <a:rPr lang="en-US" sz="1800" dirty="0">
                    <a:solidFill>
                      <a:srgbClr val="003366"/>
                    </a:solidFill>
                    <a:latin typeface="Aptos Display" panose="020B0004020202020204" pitchFamily="34" charset="0"/>
                  </a:rPr>
                  <a:t>. </a:t>
                </a:r>
              </a:p>
              <a:p>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Due to the newly collected label, the local surrogate model's probability function in this</a:t>
                </a:r>
              </a:p>
              <a:p>
                <a:r>
                  <a:rPr lang="en-US" sz="1800" dirty="0">
                    <a:solidFill>
                      <a:srgbClr val="003366"/>
                    </a:solidFill>
                    <a:latin typeface="Aptos Display" panose="020B0004020202020204" pitchFamily="34" charset="0"/>
                  </a:rPr>
                  <a:t>region changes to:</a:t>
                </a:r>
              </a:p>
              <a:p>
                <a:endParaRPr lang="en-US" sz="1800" i="1"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acc>
                      <m:accPr>
                        <m:chr m:val="˜"/>
                        <m:ctrlPr>
                          <a:rPr lang="en-US" sz="1800" i="1" dirty="0" smtClean="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𝑓</m:t>
                        </m:r>
                      </m:e>
                    </m:acc>
                    <m:sSub>
                      <m:sSubPr>
                        <m:ctrlPr>
                          <a:rPr lang="en-US" sz="1800" i="1" dirty="0">
                            <a:solidFill>
                              <a:srgbClr val="003366"/>
                            </a:solidFill>
                            <a:latin typeface="Cambria Math" panose="02040503050406030204" pitchFamily="18" charset="0"/>
                          </a:rPr>
                        </m:ctrlPr>
                      </m:sSubPr>
                      <m:e>
                        <m:d>
                          <m:dPr>
                            <m:ctrlPr>
                              <a:rPr lang="en-US" sz="1800" i="1" dirty="0">
                                <a:solidFill>
                                  <a:srgbClr val="003366"/>
                                </a:solidFill>
                                <a:latin typeface="Cambria Math" panose="02040503050406030204" pitchFamily="18" charset="0"/>
                              </a:rPr>
                            </m:ctrlPr>
                          </m:dPr>
                          <m:e>
                            <m:r>
                              <a:rPr lang="en-US" sz="1800" i="1" dirty="0">
                                <a:solidFill>
                                  <a:srgbClr val="003366"/>
                                </a:solidFill>
                                <a:latin typeface="Cambria Math" panose="02040503050406030204" pitchFamily="18" charset="0"/>
                              </a:rPr>
                              <m:t>𝑥</m:t>
                            </m:r>
                          </m:e>
                        </m:d>
                      </m:e>
                      <m:sub>
                        <m:r>
                          <a:rPr lang="en-US" sz="1800" i="0" dirty="0">
                            <a:solidFill>
                              <a:srgbClr val="003366"/>
                            </a:solidFill>
                            <a:latin typeface="Cambria Math" panose="02040503050406030204" pitchFamily="18" charset="0"/>
                          </a:rPr>
                          <m:t>0</m:t>
                        </m:r>
                      </m:sub>
                    </m:sSub>
                    <m:r>
                      <a:rPr lang="en-US" sz="1800" i="0" dirty="0">
                        <a:solidFill>
                          <a:srgbClr val="003366"/>
                        </a:solidFill>
                        <a:latin typeface="Cambria Math" panose="02040503050406030204" pitchFamily="18" charset="0"/>
                      </a:rPr>
                      <m:t>=0.4</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𝑥</m:t>
                        </m:r>
                      </m:e>
                      <m:sub>
                        <m:r>
                          <a:rPr lang="en-US" sz="1800" i="0" dirty="0">
                            <a:solidFill>
                              <a:srgbClr val="003366"/>
                            </a:solidFill>
                            <a:latin typeface="Cambria Math" panose="02040503050406030204" pitchFamily="18" charset="0"/>
                          </a:rPr>
                          <m:t>1</m:t>
                        </m:r>
                      </m:sub>
                    </m:sSub>
                    <m:r>
                      <a:rPr lang="en-US" sz="1800" i="0" dirty="0">
                        <a:solidFill>
                          <a:srgbClr val="003366"/>
                        </a:solidFill>
                        <a:latin typeface="Cambria Math" panose="02040503050406030204" pitchFamily="18" charset="0"/>
                      </a:rPr>
                      <m:t>−0.3</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𝑥</m:t>
                        </m:r>
                      </m:e>
                      <m:sub>
                        <m:r>
                          <a:rPr lang="en-US" sz="1800" i="0" dirty="0">
                            <a:solidFill>
                              <a:srgbClr val="003366"/>
                            </a:solidFill>
                            <a:latin typeface="Cambria Math" panose="02040503050406030204" pitchFamily="18" charset="0"/>
                          </a:rPr>
                          <m:t>2</m:t>
                        </m:r>
                      </m:sub>
                    </m:sSub>
                  </m:oMath>
                </a14:m>
                <a:endParaRPr lang="en-US" sz="1800" dirty="0">
                  <a:solidFill>
                    <a:srgbClr val="003366"/>
                  </a:solidFill>
                  <a:latin typeface="Aptos Display" panose="020B0004020202020204" pitchFamily="34" charset="0"/>
                </a:endParaRPr>
              </a:p>
              <a:p>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 We compute the gradient, apply the sign function, and update:</a:t>
                </a:r>
              </a:p>
              <a:p>
                <a:endParaRPr lang="en-US" sz="1800" dirty="0">
                  <a:solidFill>
                    <a:srgbClr val="003366"/>
                  </a:solidFill>
                  <a:latin typeface="Aptos Display" panose="020B0004020202020204" pitchFamily="34" charset="0"/>
                </a:endParaRPr>
              </a:p>
              <a:p>
                <a:pPr>
                  <a:buFont typeface="Arial" panose="020B0604020202020204" pitchFamily="34" charset="0"/>
                  <a:buChar char="•"/>
                </a:pPr>
                <a:r>
                  <a:rPr lang="en-US" sz="1800" dirty="0">
                    <a:solidFill>
                      <a:srgbClr val="003366"/>
                    </a:solidFill>
                    <a:latin typeface="Aptos Display" panose="020B0004020202020204" pitchFamily="34" charset="0"/>
                  </a:rPr>
                  <a:t>    </a:t>
                </a:r>
                <a14:m>
                  <m:oMath xmlns:m="http://schemas.openxmlformats.org/officeDocument/2006/math">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m:t>
                        </m:r>
                      </m:e>
                      <m:sub>
                        <m:r>
                          <a:rPr lang="en-US" sz="1800" i="1" dirty="0">
                            <a:solidFill>
                              <a:srgbClr val="003366"/>
                            </a:solidFill>
                            <a:latin typeface="Cambria Math" panose="02040503050406030204" pitchFamily="18" charset="0"/>
                          </a:rPr>
                          <m:t>𝑥</m:t>
                        </m:r>
                      </m:sub>
                    </m:sSub>
                    <m:acc>
                      <m:accPr>
                        <m:chr m:val="˜"/>
                        <m:ctrlPr>
                          <a:rPr lang="en-US" sz="1800" i="1" dirty="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𝑓</m:t>
                        </m:r>
                      </m:e>
                    </m:acc>
                    <m:sSub>
                      <m:sSubPr>
                        <m:ctrlPr>
                          <a:rPr lang="en-US" sz="1800" i="1" dirty="0">
                            <a:solidFill>
                              <a:srgbClr val="003366"/>
                            </a:solidFill>
                            <a:latin typeface="Cambria Math" panose="02040503050406030204" pitchFamily="18" charset="0"/>
                          </a:rPr>
                        </m:ctrlPr>
                      </m:sSubPr>
                      <m:e>
                        <m:d>
                          <m:dPr>
                            <m:ctrlPr>
                              <a:rPr lang="en-US" sz="1800" i="1" dirty="0">
                                <a:solidFill>
                                  <a:srgbClr val="003366"/>
                                </a:solidFill>
                                <a:latin typeface="Cambria Math" panose="02040503050406030204" pitchFamily="18" charset="0"/>
                              </a:rPr>
                            </m:ctrlPr>
                          </m:dPr>
                          <m:e>
                            <m:r>
                              <a:rPr lang="en-US" sz="1800" i="1" dirty="0">
                                <a:solidFill>
                                  <a:srgbClr val="003366"/>
                                </a:solidFill>
                                <a:latin typeface="Cambria Math" panose="02040503050406030204" pitchFamily="18" charset="0"/>
                              </a:rPr>
                              <m:t>𝑥</m:t>
                            </m:r>
                          </m:e>
                        </m:d>
                      </m:e>
                      <m:sub>
                        <m:r>
                          <a:rPr lang="en-US" sz="1800" i="0" dirty="0">
                            <a:solidFill>
                              <a:srgbClr val="003366"/>
                            </a:solidFill>
                            <a:latin typeface="Cambria Math" panose="02040503050406030204" pitchFamily="18" charset="0"/>
                          </a:rPr>
                          <m:t>0</m:t>
                        </m:r>
                      </m:sub>
                    </m:sSub>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0.4,−0.3</m:t>
                            </m:r>
                          </m:e>
                        </m:d>
                      </m:e>
                      <m:sup>
                        <m:r>
                          <a:rPr lang="en-US" sz="1800" i="1" dirty="0">
                            <a:solidFill>
                              <a:srgbClr val="003366"/>
                            </a:solidFill>
                            <a:latin typeface="Cambria Math" panose="02040503050406030204" pitchFamily="18" charset="0"/>
                          </a:rPr>
                          <m:t>𝑇</m:t>
                        </m:r>
                      </m:sup>
                    </m:sSup>
                    <m:r>
                      <a:rPr lang="en-US" sz="1800" i="0" dirty="0">
                        <a:solidFill>
                          <a:srgbClr val="003366"/>
                        </a:solidFill>
                        <a:latin typeface="Cambria Math" panose="02040503050406030204" pitchFamily="18" charset="0"/>
                      </a:rPr>
                      <m:t>⟹</m:t>
                    </m:r>
                    <m:r>
                      <m:rPr>
                        <m:nor/>
                      </m:rPr>
                      <a:rPr lang="en-US" sz="1800" i="0" dirty="0">
                        <a:solidFill>
                          <a:srgbClr val="003366"/>
                        </a:solidFill>
                        <a:latin typeface="Aptos Display" panose="020B0004020202020204" pitchFamily="34" charset="0"/>
                      </a:rPr>
                      <m:t>sgn</m:t>
                    </m:r>
                    <m:d>
                      <m:dPr>
                        <m:ctrlPr>
                          <a:rPr lang="en-US" sz="1800" i="1" dirty="0">
                            <a:solidFill>
                              <a:srgbClr val="003366"/>
                            </a:solidFill>
                            <a:latin typeface="Cambria Math" panose="02040503050406030204" pitchFamily="18" charset="0"/>
                          </a:rPr>
                        </m:ctrlPr>
                      </m:dPr>
                      <m:e>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0.4,−0.3</m:t>
                                </m:r>
                              </m:e>
                            </m:d>
                          </m:e>
                          <m:sup>
                            <m:r>
                              <a:rPr lang="en-US" sz="1800" i="1" dirty="0">
                                <a:solidFill>
                                  <a:srgbClr val="003366"/>
                                </a:solidFill>
                                <a:latin typeface="Cambria Math" panose="02040503050406030204" pitchFamily="18" charset="0"/>
                              </a:rPr>
                              <m:t>𝑇</m:t>
                            </m:r>
                          </m:sup>
                        </m:sSup>
                      </m:e>
                    </m:d>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1,−1</m:t>
                            </m:r>
                          </m:e>
                        </m:d>
                      </m:e>
                      <m:sup>
                        <m:r>
                          <a:rPr lang="en-US" sz="1800" i="1" dirty="0">
                            <a:solidFill>
                              <a:srgbClr val="003366"/>
                            </a:solidFill>
                            <a:latin typeface="Cambria Math" panose="02040503050406030204" pitchFamily="18" charset="0"/>
                          </a:rPr>
                          <m:t>𝑇</m:t>
                        </m:r>
                      </m:sup>
                    </m:sSup>
                  </m:oMath>
                </a14:m>
                <a:endParaRPr lang="en-US" sz="1800" dirty="0">
                  <a:solidFill>
                    <a:srgbClr val="003366"/>
                  </a:solidFill>
                  <a:latin typeface="Aptos Display" panose="020B0004020202020204" pitchFamily="34" charset="0"/>
                </a:endParaRPr>
              </a:p>
              <a:p>
                <a:pPr>
                  <a:buFont typeface="Arial" panose="020B0604020202020204" pitchFamily="34" charset="0"/>
                  <a:buChar char="•"/>
                </a:pPr>
                <a:r>
                  <a:rPr lang="en-US" sz="1800" dirty="0">
                    <a:solidFill>
                      <a:srgbClr val="003366"/>
                    </a:solidFill>
                    <a:latin typeface="Aptos Display" panose="020B0004020202020204" pitchFamily="34" charset="0"/>
                  </a:rPr>
                  <a:t>    </a:t>
                </a:r>
                <a14:m>
                  <m:oMath xmlns:m="http://schemas.openxmlformats.org/officeDocument/2006/math">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𝑥</m:t>
                        </m:r>
                      </m:e>
                      <m:sup>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2</m:t>
                            </m:r>
                          </m:e>
                        </m:d>
                      </m:sup>
                    </m:sSup>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𝑥</m:t>
                        </m:r>
                      </m:e>
                      <m:sup>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1</m:t>
                            </m:r>
                          </m:e>
                        </m:d>
                      </m:sup>
                    </m:sSup>
                    <m:r>
                      <a:rPr lang="en-US" sz="1800" i="0" dirty="0">
                        <a:solidFill>
                          <a:srgbClr val="003366"/>
                        </a:solidFill>
                        <a:latin typeface="Cambria Math" panose="02040503050406030204" pitchFamily="18" charset="0"/>
                      </a:rPr>
                      <m:t>+</m:t>
                    </m:r>
                    <m:r>
                      <a:rPr lang="en-US" sz="1800" i="1" dirty="0">
                        <a:solidFill>
                          <a:srgbClr val="003366"/>
                        </a:solidFill>
                        <a:latin typeface="Cambria Math" panose="02040503050406030204" pitchFamily="18" charset="0"/>
                      </a:rPr>
                      <m:t>𝜆</m:t>
                    </m:r>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1,−1</m:t>
                            </m:r>
                          </m:e>
                        </m:d>
                      </m:e>
                      <m:sup>
                        <m:r>
                          <a:rPr lang="en-US" sz="1800" i="1" dirty="0">
                            <a:solidFill>
                              <a:srgbClr val="003366"/>
                            </a:solidFill>
                            <a:latin typeface="Cambria Math" panose="02040503050406030204" pitchFamily="18" charset="0"/>
                          </a:rPr>
                          <m:t>𝑇</m:t>
                        </m:r>
                      </m:sup>
                    </m:sSup>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0.6,0.7</m:t>
                            </m:r>
                          </m:e>
                        </m:d>
                      </m:e>
                      <m:sup>
                        <m:r>
                          <a:rPr lang="en-US" sz="1800" i="1" dirty="0">
                            <a:solidFill>
                              <a:srgbClr val="003366"/>
                            </a:solidFill>
                            <a:latin typeface="Cambria Math" panose="02040503050406030204" pitchFamily="18" charset="0"/>
                          </a:rPr>
                          <m:t>𝑇</m:t>
                        </m:r>
                      </m:sup>
                    </m:sSup>
                    <m:r>
                      <a:rPr lang="en-US" sz="1800" i="0" dirty="0">
                        <a:solidFill>
                          <a:srgbClr val="003366"/>
                        </a:solidFill>
                        <a:latin typeface="Cambria Math" panose="02040503050406030204" pitchFamily="18" charset="0"/>
                      </a:rPr>
                      <m:t>+0.1⋅</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1,−1</m:t>
                            </m:r>
                          </m:e>
                        </m:d>
                      </m:e>
                      <m:sup>
                        <m:r>
                          <a:rPr lang="en-US" sz="1800" i="1" dirty="0">
                            <a:solidFill>
                              <a:srgbClr val="003366"/>
                            </a:solidFill>
                            <a:latin typeface="Cambria Math" panose="02040503050406030204" pitchFamily="18" charset="0"/>
                          </a:rPr>
                          <m:t>𝑇</m:t>
                        </m:r>
                      </m:sup>
                    </m:sSup>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0.7,0.6</m:t>
                            </m:r>
                          </m:e>
                        </m:d>
                      </m:e>
                      <m:sup>
                        <m:r>
                          <a:rPr lang="en-US" sz="1800" i="1" dirty="0">
                            <a:solidFill>
                              <a:srgbClr val="003366"/>
                            </a:solidFill>
                            <a:latin typeface="Cambria Math" panose="02040503050406030204" pitchFamily="18" charset="0"/>
                          </a:rPr>
                          <m:t>𝑇</m:t>
                        </m:r>
                      </m:sup>
                    </m:sSup>
                  </m:oMath>
                </a14:m>
                <a:endParaRPr lang="en-US" sz="1800" dirty="0">
                  <a:solidFill>
                    <a:srgbClr val="003366"/>
                  </a:solidFill>
                  <a:latin typeface="Aptos Display" panose="020B0004020202020204" pitchFamily="34" charset="0"/>
                </a:endParaRPr>
              </a:p>
              <a:p>
                <a:pPr algn="ctr"/>
                <a:r>
                  <a:rPr lang="en-US" sz="1800" dirty="0">
                    <a:solidFill>
                      <a:srgbClr val="003366"/>
                    </a:solidFill>
                    <a:latin typeface="Aptos Display" panose="020B0004020202020204" pitchFamily="34" charset="0"/>
                  </a:rPr>
                  <a:t>    </a:t>
                </a:r>
              </a:p>
              <a:p>
                <a:endParaRPr lang="en-US" sz="1800" dirty="0">
                  <a:solidFill>
                    <a:srgbClr val="003366"/>
                  </a:solidFill>
                  <a:latin typeface="Aptos Display" panose="020B0004020202020204" pitchFamily="34" charset="0"/>
                </a:endParaRPr>
              </a:p>
            </p:txBody>
          </p:sp>
        </mc:Choice>
        <mc:Fallback xmlns="">
          <p:sp>
            <p:nvSpPr>
              <p:cNvPr id="4" name="Content Placeholder 3">
                <a:extLst>
                  <a:ext uri="{FF2B5EF4-FFF2-40B4-BE49-F238E27FC236}">
                    <a16:creationId xmlns:a16="http://schemas.microsoft.com/office/drawing/2014/main" id="{DB13B61B-23E5-E601-B297-8CA9C2044F77}"/>
                  </a:ext>
                </a:extLst>
              </p:cNvPr>
              <p:cNvSpPr>
                <a:spLocks noGrp="1" noRot="1" noChangeAspect="1" noMove="1" noResize="1" noEditPoints="1" noAdjustHandles="1" noChangeArrowheads="1" noChangeShapeType="1" noTextEdit="1"/>
              </p:cNvSpPr>
              <p:nvPr>
                <p:ph idx="1"/>
              </p:nvPr>
            </p:nvSpPr>
            <p:spPr>
              <a:xfrm>
                <a:off x="323528" y="1052736"/>
                <a:ext cx="8229600" cy="5256584"/>
              </a:xfrm>
              <a:blipFill>
                <a:blip r:embed="rId3"/>
                <a:stretch>
                  <a:fillRect l="-1695" t="-1449"/>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59429720-EEA3-A23C-2176-2C0FE95674FA}"/>
              </a:ext>
            </a:extLst>
          </p:cNvPr>
          <p:cNvSpPr>
            <a:spLocks noGrp="1"/>
          </p:cNvSpPr>
          <p:nvPr>
            <p:ph type="sldNum" sz="quarter" idx="10"/>
          </p:nvPr>
        </p:nvSpPr>
        <p:spPr/>
        <p:txBody>
          <a:bodyPr/>
          <a:lstStyle/>
          <a:p>
            <a:pPr>
              <a:defRPr/>
            </a:pPr>
            <a:fld id="{FE5AEF74-5102-4921-8DBA-649C609AF6D1}" type="slidenum">
              <a:rPr lang="it-IT" smtClean="0"/>
              <a:pPr>
                <a:defRPr/>
              </a:pPr>
              <a:t>13</a:t>
            </a:fld>
            <a:endParaRPr lang="it-IT"/>
          </a:p>
        </p:txBody>
      </p:sp>
      <p:sp>
        <p:nvSpPr>
          <p:cNvPr id="5" name="Round Diagonal Corner Rectangle 4">
            <a:extLst>
              <a:ext uri="{FF2B5EF4-FFF2-40B4-BE49-F238E27FC236}">
                <a16:creationId xmlns:a16="http://schemas.microsoft.com/office/drawing/2014/main" id="{56CD76E8-82F1-14D3-0CE8-1D24E1CAC7E6}"/>
              </a:ext>
            </a:extLst>
          </p:cNvPr>
          <p:cNvSpPr/>
          <p:nvPr/>
        </p:nvSpPr>
        <p:spPr>
          <a:xfrm>
            <a:off x="198195" y="2204864"/>
            <a:ext cx="8390474" cy="1584176"/>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 Diagonal Corner Rectangle 5">
            <a:extLst>
              <a:ext uri="{FF2B5EF4-FFF2-40B4-BE49-F238E27FC236}">
                <a16:creationId xmlns:a16="http://schemas.microsoft.com/office/drawing/2014/main" id="{BF957EF8-A71F-B593-54F6-E18C1791956A}"/>
              </a:ext>
            </a:extLst>
          </p:cNvPr>
          <p:cNvSpPr/>
          <p:nvPr/>
        </p:nvSpPr>
        <p:spPr>
          <a:xfrm>
            <a:off x="198195" y="3949229"/>
            <a:ext cx="8390474" cy="1584176"/>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166813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C31AB-760C-D889-C104-FD4B73EED0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7AEFF7-ED7C-1E94-16AC-C67E336AB17B}"/>
              </a:ext>
            </a:extLst>
          </p:cNvPr>
          <p:cNvSpPr>
            <a:spLocks noGrp="1"/>
          </p:cNvSpPr>
          <p:nvPr>
            <p:ph type="title"/>
          </p:nvPr>
        </p:nvSpPr>
        <p:spPr>
          <a:xfrm>
            <a:off x="719138" y="260648"/>
            <a:ext cx="5004990" cy="838200"/>
          </a:xfrm>
        </p:spPr>
        <p:txBody>
          <a:bodyPr/>
          <a:lstStyle/>
          <a:p>
            <a:r>
              <a:rPr lang="en-CA" sz="2800" i="1" dirty="0">
                <a:latin typeface="Cambria"/>
              </a:rPr>
              <a:t>S</a:t>
            </a:r>
            <a:r>
              <a:rPr lang="en-CA" sz="2600" i="1" dirty="0">
                <a:latin typeface="Cambria"/>
              </a:rPr>
              <a:t>UBSTITUTE </a:t>
            </a:r>
            <a:r>
              <a:rPr lang="en-CA" sz="2800" i="1" dirty="0">
                <a:latin typeface="Cambria"/>
              </a:rPr>
              <a:t>M</a:t>
            </a:r>
            <a:r>
              <a:rPr lang="en-CA" sz="2600" i="1" dirty="0">
                <a:latin typeface="Cambria"/>
              </a:rPr>
              <a:t>ODEL </a:t>
            </a:r>
            <a:r>
              <a:rPr lang="en-CA" sz="2800" i="1" dirty="0">
                <a:latin typeface="Cambria"/>
              </a:rPr>
              <a:t>T</a:t>
            </a:r>
            <a:r>
              <a:rPr lang="en-CA" sz="2600" i="1" dirty="0">
                <a:latin typeface="Cambria"/>
              </a:rPr>
              <a:t>RAINING</a:t>
            </a:r>
            <a:endParaRPr lang="en-CA" sz="2600" b="1" dirty="0">
              <a:solidFill>
                <a:srgbClr val="003F6E"/>
              </a:solidFill>
              <a:latin typeface="Cambria"/>
            </a:endParaRPr>
          </a:p>
        </p:txBody>
      </p:sp>
      <p:pic>
        <p:nvPicPr>
          <p:cNvPr id="6" name="Picture 5">
            <a:extLst>
              <a:ext uri="{FF2B5EF4-FFF2-40B4-BE49-F238E27FC236}">
                <a16:creationId xmlns:a16="http://schemas.microsoft.com/office/drawing/2014/main" id="{FCEE8FB2-59D5-035C-4CFA-7945928848E8}"/>
              </a:ext>
            </a:extLst>
          </p:cNvPr>
          <p:cNvPicPr>
            <a:picLocks noChangeAspect="1"/>
          </p:cNvPicPr>
          <p:nvPr/>
        </p:nvPicPr>
        <p:blipFill>
          <a:blip r:embed="rId3"/>
          <a:stretch>
            <a:fillRect/>
          </a:stretch>
        </p:blipFill>
        <p:spPr>
          <a:xfrm>
            <a:off x="827584" y="957086"/>
            <a:ext cx="6696744" cy="5346234"/>
          </a:xfrm>
          <a:prstGeom prst="rect">
            <a:avLst/>
          </a:prstGeom>
        </p:spPr>
      </p:pic>
      <p:sp>
        <p:nvSpPr>
          <p:cNvPr id="7" name="Slide Number Placeholder 6">
            <a:extLst>
              <a:ext uri="{FF2B5EF4-FFF2-40B4-BE49-F238E27FC236}">
                <a16:creationId xmlns:a16="http://schemas.microsoft.com/office/drawing/2014/main" id="{ABBA1E1E-EC02-F5BA-B815-2714A658B4F1}"/>
              </a:ext>
            </a:extLst>
          </p:cNvPr>
          <p:cNvSpPr>
            <a:spLocks noGrp="1"/>
          </p:cNvSpPr>
          <p:nvPr>
            <p:ph type="sldNum" sz="quarter" idx="10"/>
          </p:nvPr>
        </p:nvSpPr>
        <p:spPr/>
        <p:txBody>
          <a:bodyPr/>
          <a:lstStyle/>
          <a:p>
            <a:pPr>
              <a:defRPr/>
            </a:pPr>
            <a:fld id="{FE5AEF74-5102-4921-8DBA-649C609AF6D1}" type="slidenum">
              <a:rPr lang="it-IT" smtClean="0"/>
              <a:pPr>
                <a:defRPr/>
              </a:pPr>
              <a:t>14</a:t>
            </a:fld>
            <a:endParaRPr lang="it-IT"/>
          </a:p>
        </p:txBody>
      </p:sp>
    </p:spTree>
    <p:extLst>
      <p:ext uri="{BB962C8B-B14F-4D97-AF65-F5344CB8AC3E}">
        <p14:creationId xmlns:p14="http://schemas.microsoft.com/office/powerpoint/2010/main" val="15590202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08B9A-82BD-CF74-1B64-E6C5A298D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9DFC3D-28BA-BC80-F909-AB097CEBC706}"/>
              </a:ext>
            </a:extLst>
          </p:cNvPr>
          <p:cNvSpPr>
            <a:spLocks noGrp="1"/>
          </p:cNvSpPr>
          <p:nvPr>
            <p:ph type="title"/>
          </p:nvPr>
        </p:nvSpPr>
        <p:spPr>
          <a:xfrm>
            <a:off x="719138" y="260648"/>
            <a:ext cx="4932982" cy="838200"/>
          </a:xfrm>
        </p:spPr>
        <p:txBody>
          <a:bodyPr/>
          <a:lstStyle/>
          <a:p>
            <a:r>
              <a:rPr lang="en-CA" sz="2800" i="1" dirty="0">
                <a:latin typeface="Cambria"/>
              </a:rPr>
              <a:t>S</a:t>
            </a:r>
            <a:r>
              <a:rPr lang="en-CA" sz="2600" i="1" dirty="0">
                <a:latin typeface="Cambria"/>
              </a:rPr>
              <a:t>UBSTITUTE </a:t>
            </a:r>
            <a:r>
              <a:rPr lang="en-CA" sz="2800" i="1" dirty="0">
                <a:latin typeface="Cambria"/>
              </a:rPr>
              <a:t>M</a:t>
            </a:r>
            <a:r>
              <a:rPr lang="en-CA" sz="2600" i="1" dirty="0">
                <a:latin typeface="Cambria"/>
              </a:rPr>
              <a:t>ODEL </a:t>
            </a:r>
            <a:r>
              <a:rPr lang="en-CA" sz="2800" i="1" dirty="0">
                <a:latin typeface="Cambria"/>
              </a:rPr>
              <a:t>T</a:t>
            </a:r>
            <a:r>
              <a:rPr lang="en-CA" sz="2600" i="1" dirty="0">
                <a:latin typeface="Cambria"/>
              </a:rPr>
              <a:t>RAINING</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9F67D3F8-F378-1B96-7466-87F7EEF9B4B4}"/>
                  </a:ext>
                </a:extLst>
              </p:cNvPr>
              <p:cNvSpPr>
                <a:spLocks noGrp="1"/>
              </p:cNvSpPr>
              <p:nvPr>
                <p:ph idx="1"/>
              </p:nvPr>
            </p:nvSpPr>
            <p:spPr>
              <a:xfrm>
                <a:off x="323528" y="1052736"/>
                <a:ext cx="8229600" cy="5256584"/>
              </a:xfrm>
            </p:spPr>
            <p:txBody>
              <a:bodyPr/>
              <a:lstStyle/>
              <a:p>
                <a:r>
                  <a:rPr lang="en-US" sz="1800" u="sng" dirty="0">
                    <a:solidFill>
                      <a:srgbClr val="003366"/>
                    </a:solidFill>
                    <a:latin typeface="Aptos Display" panose="020B0004020202020204" pitchFamily="34" charset="0"/>
                  </a:rPr>
                  <a:t>Iteration 3 (Step 3): </a:t>
                </a:r>
              </a:p>
              <a:p>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The local surrogate function updates to:</a:t>
                </a:r>
              </a:p>
              <a:p>
                <a:r>
                  <a:rPr lang="en-US" sz="1800" dirty="0">
                    <a:solidFill>
                      <a:srgbClr val="003366"/>
                    </a:solidFill>
                    <a:latin typeface="Aptos Display" panose="020B0004020202020204" pitchFamily="34" charset="0"/>
                  </a:rPr>
                  <a:t>  </a:t>
                </a:r>
              </a:p>
              <a:p>
                <a:pPr>
                  <a:buFont typeface="Arial" panose="020B0604020202020204" pitchFamily="34" charset="0"/>
                  <a:buChar char="•"/>
                </a:pPr>
                <a:r>
                  <a:rPr lang="en-US" sz="1800" dirty="0">
                    <a:solidFill>
                      <a:srgbClr val="003366"/>
                    </a:solidFill>
                    <a:latin typeface="Aptos Display" panose="020B0004020202020204" pitchFamily="34" charset="0"/>
                  </a:rPr>
                  <a:t>  </a:t>
                </a:r>
                <a14:m>
                  <m:oMath xmlns:m="http://schemas.openxmlformats.org/officeDocument/2006/math">
                    <m:acc>
                      <m:accPr>
                        <m:chr m:val="˜"/>
                        <m:ctrlPr>
                          <a:rPr lang="en-US" sz="1800" i="1" dirty="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𝑓</m:t>
                        </m:r>
                      </m:e>
                    </m:acc>
                    <m:sSub>
                      <m:sSubPr>
                        <m:ctrlPr>
                          <a:rPr lang="en-US" sz="1800" i="1" dirty="0">
                            <a:solidFill>
                              <a:srgbClr val="003366"/>
                            </a:solidFill>
                            <a:latin typeface="Cambria Math" panose="02040503050406030204" pitchFamily="18" charset="0"/>
                          </a:rPr>
                        </m:ctrlPr>
                      </m:sSubPr>
                      <m:e>
                        <m:d>
                          <m:dPr>
                            <m:ctrlPr>
                              <a:rPr lang="en-US" sz="1800" i="1" dirty="0">
                                <a:solidFill>
                                  <a:srgbClr val="003366"/>
                                </a:solidFill>
                                <a:latin typeface="Cambria Math" panose="02040503050406030204" pitchFamily="18" charset="0"/>
                              </a:rPr>
                            </m:ctrlPr>
                          </m:dPr>
                          <m:e>
                            <m:r>
                              <a:rPr lang="en-US" sz="1800" i="1" dirty="0">
                                <a:solidFill>
                                  <a:srgbClr val="003366"/>
                                </a:solidFill>
                                <a:latin typeface="Cambria Math" panose="02040503050406030204" pitchFamily="18" charset="0"/>
                              </a:rPr>
                              <m:t>𝑥</m:t>
                            </m:r>
                          </m:e>
                        </m:d>
                      </m:e>
                      <m:sub>
                        <m:r>
                          <a:rPr lang="en-US" sz="1800" i="0" dirty="0">
                            <a:solidFill>
                              <a:srgbClr val="003366"/>
                            </a:solidFill>
                            <a:latin typeface="Cambria Math" panose="02040503050406030204" pitchFamily="18" charset="0"/>
                          </a:rPr>
                          <m:t>0</m:t>
                        </m:r>
                      </m:sub>
                    </m:sSub>
                    <m:r>
                      <a:rPr lang="en-US" sz="1800" i="0" dirty="0">
                        <a:solidFill>
                          <a:srgbClr val="003366"/>
                        </a:solidFill>
                        <a:latin typeface="Cambria Math" panose="02040503050406030204" pitchFamily="18" charset="0"/>
                      </a:rPr>
                      <m:t>=−0.2</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𝑥</m:t>
                        </m:r>
                      </m:e>
                      <m:sub>
                        <m:r>
                          <a:rPr lang="en-US" sz="1800" i="0" dirty="0">
                            <a:solidFill>
                              <a:srgbClr val="003366"/>
                            </a:solidFill>
                            <a:latin typeface="Cambria Math" panose="02040503050406030204" pitchFamily="18" charset="0"/>
                          </a:rPr>
                          <m:t>1</m:t>
                        </m:r>
                      </m:sub>
                    </m:sSub>
                    <m:r>
                      <a:rPr lang="en-US" sz="1800" i="0" dirty="0">
                        <a:solidFill>
                          <a:srgbClr val="003366"/>
                        </a:solidFill>
                        <a:latin typeface="Cambria Math" panose="02040503050406030204" pitchFamily="18" charset="0"/>
                      </a:rPr>
                      <m:t>−0.9</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𝑥</m:t>
                        </m:r>
                      </m:e>
                      <m:sub>
                        <m:r>
                          <a:rPr lang="en-US" sz="1800" i="0" dirty="0">
                            <a:solidFill>
                              <a:srgbClr val="003366"/>
                            </a:solidFill>
                            <a:latin typeface="Cambria Math" panose="02040503050406030204" pitchFamily="18" charset="0"/>
                          </a:rPr>
                          <m:t>2</m:t>
                        </m:r>
                      </m:sub>
                    </m:sSub>
                  </m:oMath>
                </a14:m>
                <a:endParaRPr lang="en-US" sz="1800" dirty="0">
                  <a:solidFill>
                    <a:srgbClr val="003366"/>
                  </a:solidFill>
                  <a:latin typeface="Aptos Display" panose="020B0004020202020204" pitchFamily="34" charset="0"/>
                </a:endParaRPr>
              </a:p>
              <a:p>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 We compute the gradient, apply the sign function, and update:</a:t>
                </a:r>
              </a:p>
              <a:p>
                <a:endParaRPr lang="en-US" sz="1800" dirty="0">
                  <a:solidFill>
                    <a:srgbClr val="003366"/>
                  </a:solidFill>
                  <a:latin typeface="Aptos Display" panose="020B0004020202020204" pitchFamily="34" charset="0"/>
                </a:endParaRPr>
              </a:p>
              <a:p>
                <a:pPr>
                  <a:buFont typeface="Arial" panose="020B0604020202020204" pitchFamily="34" charset="0"/>
                  <a:buChar char="•"/>
                </a:pPr>
                <a:r>
                  <a:rPr lang="en-US" sz="1800" dirty="0">
                    <a:solidFill>
                      <a:srgbClr val="003366"/>
                    </a:solidFill>
                    <a:latin typeface="Aptos Display" panose="020B0004020202020204" pitchFamily="34" charset="0"/>
                  </a:rPr>
                  <a:t>    </a:t>
                </a:r>
                <a14:m>
                  <m:oMath xmlns:m="http://schemas.openxmlformats.org/officeDocument/2006/math">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m:t>
                        </m:r>
                      </m:e>
                      <m:sub>
                        <m:r>
                          <a:rPr lang="en-US" sz="1800" i="1" dirty="0">
                            <a:solidFill>
                              <a:srgbClr val="003366"/>
                            </a:solidFill>
                            <a:latin typeface="Cambria Math" panose="02040503050406030204" pitchFamily="18" charset="0"/>
                          </a:rPr>
                          <m:t>𝑥</m:t>
                        </m:r>
                      </m:sub>
                    </m:sSub>
                    <m:acc>
                      <m:accPr>
                        <m:chr m:val="˜"/>
                        <m:ctrlPr>
                          <a:rPr lang="en-US" sz="1800" i="1" dirty="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𝑓</m:t>
                        </m:r>
                      </m:e>
                    </m:acc>
                    <m:sSub>
                      <m:sSubPr>
                        <m:ctrlPr>
                          <a:rPr lang="en-US" sz="1800" i="1" dirty="0">
                            <a:solidFill>
                              <a:srgbClr val="003366"/>
                            </a:solidFill>
                            <a:latin typeface="Cambria Math" panose="02040503050406030204" pitchFamily="18" charset="0"/>
                          </a:rPr>
                        </m:ctrlPr>
                      </m:sSubPr>
                      <m:e>
                        <m:d>
                          <m:dPr>
                            <m:ctrlPr>
                              <a:rPr lang="en-US" sz="1800" i="1" dirty="0">
                                <a:solidFill>
                                  <a:srgbClr val="003366"/>
                                </a:solidFill>
                                <a:latin typeface="Cambria Math" panose="02040503050406030204" pitchFamily="18" charset="0"/>
                              </a:rPr>
                            </m:ctrlPr>
                          </m:dPr>
                          <m:e>
                            <m:r>
                              <a:rPr lang="en-US" sz="1800" i="1" dirty="0">
                                <a:solidFill>
                                  <a:srgbClr val="003366"/>
                                </a:solidFill>
                                <a:latin typeface="Cambria Math" panose="02040503050406030204" pitchFamily="18" charset="0"/>
                              </a:rPr>
                              <m:t>𝑥</m:t>
                            </m:r>
                          </m:e>
                        </m:d>
                      </m:e>
                      <m:sub>
                        <m:r>
                          <a:rPr lang="en-US" sz="1800" i="0" dirty="0">
                            <a:solidFill>
                              <a:srgbClr val="003366"/>
                            </a:solidFill>
                            <a:latin typeface="Cambria Math" panose="02040503050406030204" pitchFamily="18" charset="0"/>
                          </a:rPr>
                          <m:t>0</m:t>
                        </m:r>
                      </m:sub>
                    </m:sSub>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−0.2,−0.9</m:t>
                            </m:r>
                          </m:e>
                        </m:d>
                      </m:e>
                      <m:sup>
                        <m:r>
                          <a:rPr lang="en-US" sz="1800" i="1" dirty="0">
                            <a:solidFill>
                              <a:srgbClr val="003366"/>
                            </a:solidFill>
                            <a:latin typeface="Cambria Math" panose="02040503050406030204" pitchFamily="18" charset="0"/>
                          </a:rPr>
                          <m:t>𝑇</m:t>
                        </m:r>
                      </m:sup>
                    </m:sSup>
                    <m:r>
                      <a:rPr lang="en-US" sz="1800" i="0" dirty="0">
                        <a:solidFill>
                          <a:srgbClr val="003366"/>
                        </a:solidFill>
                        <a:latin typeface="Cambria Math" panose="02040503050406030204" pitchFamily="18" charset="0"/>
                      </a:rPr>
                      <m:t>⟹</m:t>
                    </m:r>
                    <m:r>
                      <m:rPr>
                        <m:nor/>
                      </m:rPr>
                      <a:rPr lang="en-US" sz="1800" i="0" dirty="0">
                        <a:solidFill>
                          <a:srgbClr val="003366"/>
                        </a:solidFill>
                        <a:latin typeface="Aptos Display" panose="020B0004020202020204" pitchFamily="34" charset="0"/>
                      </a:rPr>
                      <m:t>sgn</m:t>
                    </m:r>
                    <m:d>
                      <m:dPr>
                        <m:ctrlPr>
                          <a:rPr lang="en-US" sz="1800" i="1" dirty="0">
                            <a:solidFill>
                              <a:srgbClr val="003366"/>
                            </a:solidFill>
                            <a:latin typeface="Cambria Math" panose="02040503050406030204" pitchFamily="18" charset="0"/>
                          </a:rPr>
                        </m:ctrlPr>
                      </m:dPr>
                      <m:e>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−0.2,−0.9</m:t>
                                </m:r>
                              </m:e>
                            </m:d>
                          </m:e>
                          <m:sup>
                            <m:r>
                              <a:rPr lang="en-US" sz="1800" i="1" dirty="0">
                                <a:solidFill>
                                  <a:srgbClr val="003366"/>
                                </a:solidFill>
                                <a:latin typeface="Cambria Math" panose="02040503050406030204" pitchFamily="18" charset="0"/>
                              </a:rPr>
                              <m:t>𝑇</m:t>
                            </m:r>
                          </m:sup>
                        </m:sSup>
                      </m:e>
                    </m:d>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−1,−1</m:t>
                            </m:r>
                          </m:e>
                        </m:d>
                      </m:e>
                      <m:sup>
                        <m:r>
                          <a:rPr lang="en-US" sz="1800" i="1" dirty="0">
                            <a:solidFill>
                              <a:srgbClr val="003366"/>
                            </a:solidFill>
                            <a:latin typeface="Cambria Math" panose="02040503050406030204" pitchFamily="18" charset="0"/>
                          </a:rPr>
                          <m:t>𝑇</m:t>
                        </m:r>
                      </m:sup>
                    </m:sSup>
                  </m:oMath>
                </a14:m>
                <a:endParaRPr lang="en-US" sz="1800" dirty="0">
                  <a:solidFill>
                    <a:srgbClr val="003366"/>
                  </a:solidFill>
                  <a:latin typeface="Aptos Display" panose="020B0004020202020204" pitchFamily="34" charset="0"/>
                </a:endParaRPr>
              </a:p>
              <a:p>
                <a:pPr>
                  <a:buFont typeface="Arial" panose="020B0604020202020204" pitchFamily="34" charset="0"/>
                  <a:buChar char="•"/>
                </a:pPr>
                <a:r>
                  <a:rPr lang="en-US" sz="1800" dirty="0">
                    <a:solidFill>
                      <a:srgbClr val="003366"/>
                    </a:solidFill>
                    <a:latin typeface="Aptos Display" panose="020B0004020202020204" pitchFamily="34" charset="0"/>
                  </a:rPr>
                  <a:t>    </a:t>
                </a:r>
                <a14:m>
                  <m:oMath xmlns:m="http://schemas.openxmlformats.org/officeDocument/2006/math">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𝑥</m:t>
                        </m:r>
                      </m:e>
                      <m:sup>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3</m:t>
                            </m:r>
                          </m:e>
                        </m:d>
                      </m:sup>
                    </m:sSup>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𝑥</m:t>
                        </m:r>
                      </m:e>
                      <m:sup>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2</m:t>
                            </m:r>
                          </m:e>
                        </m:d>
                      </m:sup>
                    </m:sSup>
                    <m:r>
                      <a:rPr lang="en-US" sz="1800" i="0" dirty="0">
                        <a:solidFill>
                          <a:srgbClr val="003366"/>
                        </a:solidFill>
                        <a:latin typeface="Cambria Math" panose="02040503050406030204" pitchFamily="18" charset="0"/>
                      </a:rPr>
                      <m:t>+</m:t>
                    </m:r>
                    <m:r>
                      <a:rPr lang="en-US" sz="1800" i="1" dirty="0">
                        <a:solidFill>
                          <a:srgbClr val="003366"/>
                        </a:solidFill>
                        <a:latin typeface="Cambria Math" panose="02040503050406030204" pitchFamily="18" charset="0"/>
                      </a:rPr>
                      <m:t>𝜆</m:t>
                    </m:r>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−1,−1</m:t>
                            </m:r>
                          </m:e>
                        </m:d>
                      </m:e>
                      <m:sup>
                        <m:r>
                          <a:rPr lang="en-US" sz="1800" i="1" dirty="0">
                            <a:solidFill>
                              <a:srgbClr val="003366"/>
                            </a:solidFill>
                            <a:latin typeface="Cambria Math" panose="02040503050406030204" pitchFamily="18" charset="0"/>
                          </a:rPr>
                          <m:t>𝑇</m:t>
                        </m:r>
                      </m:sup>
                    </m:sSup>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0.7,0.6</m:t>
                            </m:r>
                          </m:e>
                        </m:d>
                      </m:e>
                      <m:sup>
                        <m:r>
                          <a:rPr lang="en-US" sz="1800" i="1" dirty="0">
                            <a:solidFill>
                              <a:srgbClr val="003366"/>
                            </a:solidFill>
                            <a:latin typeface="Cambria Math" panose="02040503050406030204" pitchFamily="18" charset="0"/>
                          </a:rPr>
                          <m:t>𝑇</m:t>
                        </m:r>
                      </m:sup>
                    </m:sSup>
                    <m:r>
                      <a:rPr lang="en-US" sz="1800" i="0" dirty="0">
                        <a:solidFill>
                          <a:srgbClr val="003366"/>
                        </a:solidFill>
                        <a:latin typeface="Cambria Math" panose="02040503050406030204" pitchFamily="18" charset="0"/>
                      </a:rPr>
                      <m:t>+0.1⋅</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−1,−1</m:t>
                            </m:r>
                          </m:e>
                        </m:d>
                      </m:e>
                      <m:sup>
                        <m:r>
                          <a:rPr lang="en-US" sz="1800" i="1" dirty="0">
                            <a:solidFill>
                              <a:srgbClr val="003366"/>
                            </a:solidFill>
                            <a:latin typeface="Cambria Math" panose="02040503050406030204" pitchFamily="18" charset="0"/>
                          </a:rPr>
                          <m:t>𝑇</m:t>
                        </m:r>
                      </m:sup>
                    </m:sSup>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0.6,0.5</m:t>
                            </m:r>
                          </m:e>
                        </m:d>
                      </m:e>
                      <m:sup>
                        <m:r>
                          <a:rPr lang="en-US" sz="1800" i="1" dirty="0">
                            <a:solidFill>
                              <a:srgbClr val="003366"/>
                            </a:solidFill>
                            <a:latin typeface="Cambria Math" panose="02040503050406030204" pitchFamily="18" charset="0"/>
                          </a:rPr>
                          <m:t>𝑇</m:t>
                        </m:r>
                      </m:sup>
                    </m:sSup>
                  </m:oMath>
                </a14:m>
                <a:endParaRPr lang="en-US" sz="1800" dirty="0">
                  <a:solidFill>
                    <a:srgbClr val="003366"/>
                  </a:solidFill>
                  <a:latin typeface="Aptos Display" panose="020B0004020202020204" pitchFamily="34" charset="0"/>
                </a:endParaRPr>
              </a:p>
              <a:p>
                <a:pPr algn="ctr"/>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Resulting Boundary Trajectory:</a:t>
                </a:r>
              </a:p>
              <a:p>
                <a:endParaRPr lang="en-US" sz="1800"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sSup>
                      <m:sSupPr>
                        <m:ctrlPr>
                          <a:rPr lang="en-US" sz="1800" i="1" dirty="0" smtClean="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𝑥</m:t>
                        </m:r>
                      </m:e>
                      <m:sup>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m:t>
                            </m:r>
                          </m:e>
                        </m:d>
                      </m:sup>
                    </m:sSup>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0.5,0.6</m:t>
                            </m:r>
                          </m:e>
                        </m:d>
                      </m:e>
                      <m:sup>
                        <m:r>
                          <a:rPr lang="en-US" sz="1800" i="1" dirty="0">
                            <a:solidFill>
                              <a:srgbClr val="003366"/>
                            </a:solidFill>
                            <a:latin typeface="Cambria Math" panose="02040503050406030204" pitchFamily="18" charset="0"/>
                          </a:rPr>
                          <m:t>𝑇</m:t>
                        </m:r>
                      </m:sup>
                    </m:sSup>
                    <m:r>
                      <a:rPr lang="en-US" sz="1800" i="0" dirty="0">
                        <a:solidFill>
                          <a:srgbClr val="003366"/>
                        </a:solidFill>
                        <a:latin typeface="Cambria Math" panose="02040503050406030204" pitchFamily="18" charset="0"/>
                      </a:rPr>
                      <m:t> → </m:t>
                    </m:r>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𝑥</m:t>
                        </m:r>
                      </m:e>
                      <m:sup>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1</m:t>
                            </m:r>
                          </m:e>
                        </m:d>
                      </m:sup>
                    </m:sSup>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0.6,0.7</m:t>
                            </m:r>
                          </m:e>
                        </m:d>
                      </m:e>
                      <m:sup>
                        <m:r>
                          <a:rPr lang="en-US" sz="1800" i="1" dirty="0">
                            <a:solidFill>
                              <a:srgbClr val="003366"/>
                            </a:solidFill>
                            <a:latin typeface="Cambria Math" panose="02040503050406030204" pitchFamily="18" charset="0"/>
                          </a:rPr>
                          <m:t>𝑇</m:t>
                        </m:r>
                      </m:sup>
                    </m:sSup>
                    <m:r>
                      <a:rPr lang="en-US" sz="1800" i="0" dirty="0">
                        <a:solidFill>
                          <a:srgbClr val="003366"/>
                        </a:solidFill>
                        <a:latin typeface="Cambria Math" panose="02040503050406030204" pitchFamily="18" charset="0"/>
                      </a:rPr>
                      <m:t> → </m:t>
                    </m:r>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𝑥</m:t>
                        </m:r>
                      </m:e>
                      <m:sup>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2</m:t>
                            </m:r>
                          </m:e>
                        </m:d>
                      </m:sup>
                    </m:sSup>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0.7,0.6</m:t>
                            </m:r>
                          </m:e>
                        </m:d>
                      </m:e>
                      <m:sup>
                        <m:r>
                          <a:rPr lang="en-US" sz="1800" i="1" dirty="0">
                            <a:solidFill>
                              <a:srgbClr val="003366"/>
                            </a:solidFill>
                            <a:latin typeface="Cambria Math" panose="02040503050406030204" pitchFamily="18" charset="0"/>
                          </a:rPr>
                          <m:t>𝑇</m:t>
                        </m:r>
                      </m:sup>
                    </m:sSup>
                    <m:r>
                      <a:rPr lang="en-US" sz="1800" i="0" dirty="0">
                        <a:solidFill>
                          <a:srgbClr val="003366"/>
                        </a:solidFill>
                        <a:latin typeface="Cambria Math" panose="02040503050406030204" pitchFamily="18" charset="0"/>
                      </a:rPr>
                      <m:t> → </m:t>
                    </m:r>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𝑥</m:t>
                        </m:r>
                      </m:e>
                      <m:sup>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3</m:t>
                            </m:r>
                          </m:e>
                        </m:d>
                      </m:sup>
                    </m:sSup>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0.6,0.5</m:t>
                            </m:r>
                          </m:e>
                        </m:d>
                      </m:e>
                      <m:sup>
                        <m:r>
                          <a:rPr lang="en-US" sz="1800" i="1" dirty="0">
                            <a:solidFill>
                              <a:srgbClr val="003366"/>
                            </a:solidFill>
                            <a:latin typeface="Cambria Math" panose="02040503050406030204" pitchFamily="18" charset="0"/>
                          </a:rPr>
                          <m:t>𝑇</m:t>
                        </m:r>
                      </m:sup>
                    </m:sSup>
                  </m:oMath>
                </a14:m>
                <a:endParaRPr lang="en-US" sz="1800" dirty="0">
                  <a:solidFill>
                    <a:srgbClr val="003366"/>
                  </a:solidFill>
                  <a:latin typeface="Aptos Display" panose="020B0004020202020204" pitchFamily="34" charset="0"/>
                </a:endParaRPr>
              </a:p>
              <a:p>
                <a:pPr algn="ctr"/>
                <a:r>
                  <a:rPr lang="en-US" sz="1800" dirty="0">
                    <a:solidFill>
                      <a:srgbClr val="003366"/>
                    </a:solidFill>
                    <a:latin typeface="Aptos Display" panose="020B0004020202020204" pitchFamily="34" charset="0"/>
                  </a:rPr>
                  <a:t>    </a:t>
                </a:r>
              </a:p>
              <a:p>
                <a:endParaRPr lang="en-US" sz="1800" dirty="0">
                  <a:solidFill>
                    <a:srgbClr val="003366"/>
                  </a:solidFill>
                  <a:latin typeface="Aptos Display" panose="020B0004020202020204" pitchFamily="34" charset="0"/>
                </a:endParaRPr>
              </a:p>
            </p:txBody>
          </p:sp>
        </mc:Choice>
        <mc:Fallback xmlns="">
          <p:sp>
            <p:nvSpPr>
              <p:cNvPr id="4" name="Content Placeholder 3">
                <a:extLst>
                  <a:ext uri="{FF2B5EF4-FFF2-40B4-BE49-F238E27FC236}">
                    <a16:creationId xmlns:a16="http://schemas.microsoft.com/office/drawing/2014/main" id="{9F67D3F8-F378-1B96-7466-87F7EEF9B4B4}"/>
                  </a:ext>
                </a:extLst>
              </p:cNvPr>
              <p:cNvSpPr>
                <a:spLocks noGrp="1" noRot="1" noChangeAspect="1" noMove="1" noResize="1" noEditPoints="1" noAdjustHandles="1" noChangeArrowheads="1" noChangeShapeType="1" noTextEdit="1"/>
              </p:cNvSpPr>
              <p:nvPr>
                <p:ph idx="1"/>
              </p:nvPr>
            </p:nvSpPr>
            <p:spPr>
              <a:xfrm>
                <a:off x="323528" y="1052736"/>
                <a:ext cx="8229600" cy="5256584"/>
              </a:xfrm>
              <a:blipFill>
                <a:blip r:embed="rId3"/>
                <a:stretch>
                  <a:fillRect l="-1695" t="-1449"/>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79D942A0-ED68-EAAF-EC18-910B34F08FBF}"/>
              </a:ext>
            </a:extLst>
          </p:cNvPr>
          <p:cNvSpPr>
            <a:spLocks noGrp="1"/>
          </p:cNvSpPr>
          <p:nvPr>
            <p:ph type="sldNum" sz="quarter" idx="10"/>
          </p:nvPr>
        </p:nvSpPr>
        <p:spPr/>
        <p:txBody>
          <a:bodyPr/>
          <a:lstStyle/>
          <a:p>
            <a:pPr>
              <a:defRPr/>
            </a:pPr>
            <a:fld id="{FE5AEF74-5102-4921-8DBA-649C609AF6D1}" type="slidenum">
              <a:rPr lang="it-IT" smtClean="0"/>
              <a:pPr>
                <a:defRPr/>
              </a:pPr>
              <a:t>15</a:t>
            </a:fld>
            <a:endParaRPr lang="it-IT"/>
          </a:p>
        </p:txBody>
      </p:sp>
      <p:sp>
        <p:nvSpPr>
          <p:cNvPr id="5" name="Round Diagonal Corner Rectangle 4">
            <a:extLst>
              <a:ext uri="{FF2B5EF4-FFF2-40B4-BE49-F238E27FC236}">
                <a16:creationId xmlns:a16="http://schemas.microsoft.com/office/drawing/2014/main" id="{A2DE17A1-5C53-C2F6-AFCE-874117716ED4}"/>
              </a:ext>
            </a:extLst>
          </p:cNvPr>
          <p:cNvSpPr/>
          <p:nvPr/>
        </p:nvSpPr>
        <p:spPr>
          <a:xfrm>
            <a:off x="198195" y="2852936"/>
            <a:ext cx="8390474" cy="1656184"/>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 Diagonal Corner Rectangle 5">
            <a:extLst>
              <a:ext uri="{FF2B5EF4-FFF2-40B4-BE49-F238E27FC236}">
                <a16:creationId xmlns:a16="http://schemas.microsoft.com/office/drawing/2014/main" id="{64C3439C-97CF-4CEC-CFD7-6270F0F41593}"/>
              </a:ext>
            </a:extLst>
          </p:cNvPr>
          <p:cNvSpPr/>
          <p:nvPr/>
        </p:nvSpPr>
        <p:spPr>
          <a:xfrm>
            <a:off x="198195" y="4617132"/>
            <a:ext cx="8390474" cy="1584176"/>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163330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051F9-F577-0153-1C1F-578BA6DB07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6EC37A-A92E-9333-1508-A24826CB7B60}"/>
              </a:ext>
            </a:extLst>
          </p:cNvPr>
          <p:cNvSpPr>
            <a:spLocks noGrp="1"/>
          </p:cNvSpPr>
          <p:nvPr>
            <p:ph type="title"/>
          </p:nvPr>
        </p:nvSpPr>
        <p:spPr>
          <a:xfrm>
            <a:off x="719138" y="286544"/>
            <a:ext cx="4860974" cy="838200"/>
          </a:xfrm>
        </p:spPr>
        <p:txBody>
          <a:bodyPr/>
          <a:lstStyle/>
          <a:p>
            <a:r>
              <a:rPr lang="en-CA" sz="2800" i="1" dirty="0">
                <a:latin typeface="Cambria"/>
              </a:rPr>
              <a:t>S</a:t>
            </a:r>
            <a:r>
              <a:rPr lang="en-CA" sz="2600" i="1" dirty="0">
                <a:latin typeface="Cambria"/>
              </a:rPr>
              <a:t>UBSTITUTE </a:t>
            </a:r>
            <a:r>
              <a:rPr lang="en-CA" sz="2800" i="1" dirty="0">
                <a:latin typeface="Cambria"/>
              </a:rPr>
              <a:t>M</a:t>
            </a:r>
            <a:r>
              <a:rPr lang="en-CA" sz="2600" i="1" dirty="0">
                <a:latin typeface="Cambria"/>
              </a:rPr>
              <a:t>ODEL </a:t>
            </a:r>
            <a:r>
              <a:rPr lang="en-CA" sz="2800" i="1" dirty="0">
                <a:latin typeface="Cambria"/>
              </a:rPr>
              <a:t>T</a:t>
            </a:r>
            <a:r>
              <a:rPr lang="en-CA" sz="2600" i="1" dirty="0">
                <a:latin typeface="Cambria"/>
              </a:rPr>
              <a:t>RAINING</a:t>
            </a:r>
            <a:endParaRPr lang="en-CA" sz="2600" b="1" dirty="0">
              <a:solidFill>
                <a:srgbClr val="003F6E"/>
              </a:solidFill>
              <a:latin typeface="Cambria"/>
            </a:endParaRPr>
          </a:p>
        </p:txBody>
      </p:sp>
      <p:pic>
        <p:nvPicPr>
          <p:cNvPr id="6" name="Picture 5">
            <a:extLst>
              <a:ext uri="{FF2B5EF4-FFF2-40B4-BE49-F238E27FC236}">
                <a16:creationId xmlns:a16="http://schemas.microsoft.com/office/drawing/2014/main" id="{EF634D42-C0CE-E01D-058E-7ECA764D9C10}"/>
              </a:ext>
            </a:extLst>
          </p:cNvPr>
          <p:cNvPicPr>
            <a:picLocks noChangeAspect="1"/>
          </p:cNvPicPr>
          <p:nvPr/>
        </p:nvPicPr>
        <p:blipFill>
          <a:blip r:embed="rId3"/>
          <a:stretch>
            <a:fillRect/>
          </a:stretch>
        </p:blipFill>
        <p:spPr>
          <a:xfrm>
            <a:off x="1475656" y="957084"/>
            <a:ext cx="6906344" cy="5513565"/>
          </a:xfrm>
          <a:prstGeom prst="rect">
            <a:avLst/>
          </a:prstGeom>
        </p:spPr>
      </p:pic>
      <p:sp>
        <p:nvSpPr>
          <p:cNvPr id="7" name="Slide Number Placeholder 6">
            <a:extLst>
              <a:ext uri="{FF2B5EF4-FFF2-40B4-BE49-F238E27FC236}">
                <a16:creationId xmlns:a16="http://schemas.microsoft.com/office/drawing/2014/main" id="{9B117FB9-1063-F95E-4140-191ADE44EBA5}"/>
              </a:ext>
            </a:extLst>
          </p:cNvPr>
          <p:cNvSpPr>
            <a:spLocks noGrp="1"/>
          </p:cNvSpPr>
          <p:nvPr>
            <p:ph type="sldNum" sz="quarter" idx="10"/>
          </p:nvPr>
        </p:nvSpPr>
        <p:spPr/>
        <p:txBody>
          <a:bodyPr/>
          <a:lstStyle/>
          <a:p>
            <a:pPr>
              <a:defRPr/>
            </a:pPr>
            <a:fld id="{FE5AEF74-5102-4921-8DBA-649C609AF6D1}" type="slidenum">
              <a:rPr lang="it-IT" smtClean="0"/>
              <a:pPr>
                <a:defRPr/>
              </a:pPr>
              <a:t>16</a:t>
            </a:fld>
            <a:endParaRPr lang="it-IT"/>
          </a:p>
        </p:txBody>
      </p:sp>
    </p:spTree>
    <p:extLst>
      <p:ext uri="{BB962C8B-B14F-4D97-AF65-F5344CB8AC3E}">
        <p14:creationId xmlns:p14="http://schemas.microsoft.com/office/powerpoint/2010/main" val="42143083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721EB-B681-0D35-1487-E17C7963EC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C5574-2B65-F603-9D1B-56054405DA7B}"/>
              </a:ext>
            </a:extLst>
          </p:cNvPr>
          <p:cNvSpPr>
            <a:spLocks noGrp="1"/>
          </p:cNvSpPr>
          <p:nvPr>
            <p:ph type="title"/>
          </p:nvPr>
        </p:nvSpPr>
        <p:spPr>
          <a:xfrm>
            <a:off x="719138" y="286544"/>
            <a:ext cx="3204790" cy="838200"/>
          </a:xfrm>
        </p:spPr>
        <p:txBody>
          <a:bodyPr/>
          <a:lstStyle/>
          <a:p>
            <a:r>
              <a:rPr lang="en-CA" sz="2800" i="1" dirty="0">
                <a:latin typeface="Cambria"/>
              </a:rPr>
              <a:t>E</a:t>
            </a:r>
            <a:r>
              <a:rPr lang="en-CA" sz="2600" i="1" dirty="0">
                <a:latin typeface="Cambria"/>
              </a:rPr>
              <a:t>QUATION </a:t>
            </a:r>
            <a:r>
              <a:rPr lang="en-CA" sz="2800" i="1" dirty="0">
                <a:latin typeface="Cambria"/>
              </a:rPr>
              <a:t>S</a:t>
            </a:r>
            <a:r>
              <a:rPr lang="en-CA" sz="2600" i="1" dirty="0">
                <a:latin typeface="Cambria"/>
              </a:rPr>
              <a:t>OLVING</a:t>
            </a:r>
            <a:endParaRPr lang="en-CA" sz="2600" b="1" i="1" dirty="0">
              <a:solidFill>
                <a:srgbClr val="003F6E"/>
              </a:solidFill>
              <a:latin typeface="Cambria"/>
            </a:endParaRPr>
          </a:p>
        </p:txBody>
      </p:sp>
      <p:sp>
        <p:nvSpPr>
          <p:cNvPr id="4" name="Content Placeholder 3">
            <a:extLst>
              <a:ext uri="{FF2B5EF4-FFF2-40B4-BE49-F238E27FC236}">
                <a16:creationId xmlns:a16="http://schemas.microsoft.com/office/drawing/2014/main" id="{0B019582-606A-1E49-778B-3B94839C7F5B}"/>
              </a:ext>
            </a:extLst>
          </p:cNvPr>
          <p:cNvSpPr>
            <a:spLocks noGrp="1"/>
          </p:cNvSpPr>
          <p:nvPr>
            <p:ph idx="1"/>
          </p:nvPr>
        </p:nvSpPr>
        <p:spPr>
          <a:xfrm>
            <a:off x="719138" y="1066800"/>
            <a:ext cx="7741294" cy="1498104"/>
          </a:xfrm>
        </p:spPr>
        <p:txBody>
          <a:bodyPr/>
          <a:lstStyle/>
          <a:p>
            <a:r>
              <a:rPr lang="en-US" sz="1800" dirty="0">
                <a:solidFill>
                  <a:srgbClr val="003366"/>
                </a:solidFill>
                <a:latin typeface="Aptos Display" panose="020B0004020202020204" pitchFamily="34" charset="0"/>
              </a:rPr>
              <a:t>Equation solving is used when the victim model is a simple, standard machine learning algorithm (like Linear or Logistic Regression).</a:t>
            </a:r>
          </a:p>
          <a:p>
            <a:endParaRPr lang="en-US" sz="1800" dirty="0">
              <a:solidFill>
                <a:srgbClr val="003366"/>
              </a:solidFill>
              <a:latin typeface="Aptos Display" panose="020B0004020202020204" pitchFamily="34" charset="0"/>
            </a:endParaRPr>
          </a:p>
          <a:p>
            <a:r>
              <a:rPr lang="en-US" sz="1800" u="sng" dirty="0">
                <a:solidFill>
                  <a:srgbClr val="003366"/>
                </a:solidFill>
                <a:latin typeface="Aptos Display" panose="020B0004020202020204" pitchFamily="34" charset="0"/>
              </a:rPr>
              <a:t>Steps:</a:t>
            </a:r>
          </a:p>
          <a:p>
            <a:endParaRPr lang="en-US" dirty="0">
              <a:latin typeface="Aptos Display" panose="020B0004020202020204" pitchFamily="34" charset="0"/>
            </a:endParaRPr>
          </a:p>
        </p:txBody>
      </p:sp>
      <p:sp>
        <p:nvSpPr>
          <p:cNvPr id="3" name="Slide Number Placeholder 2">
            <a:extLst>
              <a:ext uri="{FF2B5EF4-FFF2-40B4-BE49-F238E27FC236}">
                <a16:creationId xmlns:a16="http://schemas.microsoft.com/office/drawing/2014/main" id="{DD16E9EC-B2B8-53E2-8B53-D66E83031A40}"/>
              </a:ext>
            </a:extLst>
          </p:cNvPr>
          <p:cNvSpPr>
            <a:spLocks noGrp="1"/>
          </p:cNvSpPr>
          <p:nvPr>
            <p:ph type="sldNum" sz="quarter" idx="10"/>
          </p:nvPr>
        </p:nvSpPr>
        <p:spPr/>
        <p:txBody>
          <a:bodyPr/>
          <a:lstStyle/>
          <a:p>
            <a:pPr>
              <a:defRPr/>
            </a:pPr>
            <a:fld id="{FE5AEF74-5102-4921-8DBA-649C609AF6D1}" type="slidenum">
              <a:rPr lang="it-IT" smtClean="0"/>
              <a:pPr>
                <a:defRPr/>
              </a:pPr>
              <a:t>17</a:t>
            </a:fld>
            <a:endParaRPr lang="it-IT"/>
          </a:p>
        </p:txBody>
      </p:sp>
      <p:graphicFrame>
        <p:nvGraphicFramePr>
          <p:cNvPr id="13" name="Diagram 12">
            <a:extLst>
              <a:ext uri="{FF2B5EF4-FFF2-40B4-BE49-F238E27FC236}">
                <a16:creationId xmlns:a16="http://schemas.microsoft.com/office/drawing/2014/main" id="{AB8A90A1-E21C-4260-FBCB-064BA03F653B}"/>
              </a:ext>
            </a:extLst>
          </p:cNvPr>
          <p:cNvGraphicFramePr/>
          <p:nvPr>
            <p:extLst>
              <p:ext uri="{D42A27DB-BD31-4B8C-83A1-F6EECF244321}">
                <p14:modId xmlns:p14="http://schemas.microsoft.com/office/powerpoint/2010/main" val="3973814134"/>
              </p:ext>
            </p:extLst>
          </p:nvPr>
        </p:nvGraphicFramePr>
        <p:xfrm>
          <a:off x="899592" y="2636913"/>
          <a:ext cx="6013587" cy="13603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40897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82B1D-6A1E-C8BE-46E9-1107AAE2B6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5EA14-569D-C244-7485-B4685078AAF1}"/>
              </a:ext>
            </a:extLst>
          </p:cNvPr>
          <p:cNvSpPr>
            <a:spLocks noGrp="1"/>
          </p:cNvSpPr>
          <p:nvPr>
            <p:ph type="title"/>
          </p:nvPr>
        </p:nvSpPr>
        <p:spPr>
          <a:xfrm>
            <a:off x="719138" y="286544"/>
            <a:ext cx="3204790" cy="838200"/>
          </a:xfrm>
        </p:spPr>
        <p:txBody>
          <a:bodyPr/>
          <a:lstStyle/>
          <a:p>
            <a:r>
              <a:rPr lang="en-CA" sz="2800" i="1" dirty="0">
                <a:latin typeface="Cambria"/>
              </a:rPr>
              <a:t>E</a:t>
            </a:r>
            <a:r>
              <a:rPr lang="en-CA" sz="2600" i="1" dirty="0">
                <a:latin typeface="Cambria"/>
              </a:rPr>
              <a:t>QUATION </a:t>
            </a:r>
            <a:r>
              <a:rPr lang="en-CA" sz="2800" i="1" dirty="0">
                <a:latin typeface="Cambria"/>
              </a:rPr>
              <a:t>S</a:t>
            </a:r>
            <a:r>
              <a:rPr lang="en-CA" sz="2600" i="1" dirty="0">
                <a:latin typeface="Cambria"/>
              </a:rPr>
              <a:t>OLVING</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0B93FB1-763C-0BEB-DEFF-E737A99D63B0}"/>
                  </a:ext>
                </a:extLst>
              </p:cNvPr>
              <p:cNvSpPr>
                <a:spLocks noGrp="1"/>
              </p:cNvSpPr>
              <p:nvPr>
                <p:ph idx="1"/>
              </p:nvPr>
            </p:nvSpPr>
            <p:spPr>
              <a:xfrm>
                <a:off x="719138" y="1066799"/>
                <a:ext cx="7813302" cy="5546726"/>
              </a:xfrm>
            </p:spPr>
            <p:txBody>
              <a:bodyPr/>
              <a:lstStyle/>
              <a:p>
                <a:pPr marL="0" indent="0"/>
                <a:r>
                  <a:rPr lang="en-US" sz="1600" dirty="0">
                    <a:solidFill>
                      <a:srgbClr val="003366"/>
                    </a:solidFill>
                    <a:latin typeface="Aptos Display" panose="020B0004020202020204" pitchFamily="34" charset="0"/>
                  </a:rPr>
                  <a:t>For a logistic regression model with weights </a:t>
                </a:r>
                <a14:m>
                  <m:oMath xmlns:m="http://schemas.openxmlformats.org/officeDocument/2006/math">
                    <m:r>
                      <a:rPr lang="en-US" sz="1600" i="1" dirty="0" smtClean="0">
                        <a:solidFill>
                          <a:srgbClr val="003366"/>
                        </a:solidFill>
                        <a:latin typeface="Cambria Math" panose="02040503050406030204" pitchFamily="18" charset="0"/>
                      </a:rPr>
                      <m:t>𝑤</m:t>
                    </m:r>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r>
                          <a:rPr lang="en-US" sz="1600" i="0" dirty="0">
                            <a:solidFill>
                              <a:srgbClr val="003366"/>
                            </a:solidFill>
                            <a:latin typeface="Cambria Math" panose="02040503050406030204" pitchFamily="18" charset="0"/>
                          </a:rPr>
                          <m:t>ℝ</m:t>
                        </m:r>
                      </m:e>
                      <m:sup>
                        <m:r>
                          <a:rPr lang="en-US" sz="1600" i="1" dirty="0">
                            <a:solidFill>
                              <a:srgbClr val="003366"/>
                            </a:solidFill>
                            <a:latin typeface="Cambria Math" panose="02040503050406030204" pitchFamily="18" charset="0"/>
                          </a:rPr>
                          <m:t>𝑑</m:t>
                        </m:r>
                      </m:sup>
                    </m:sSup>
                  </m:oMath>
                </a14:m>
                <a:r>
                  <a:rPr lang="en-US" sz="1600" dirty="0">
                    <a:solidFill>
                      <a:srgbClr val="003366"/>
                    </a:solidFill>
                    <a:latin typeface="Aptos Display" panose="020B0004020202020204" pitchFamily="34" charset="0"/>
                  </a:rPr>
                  <a:t> and bias </a:t>
                </a:r>
                <a14:m>
                  <m:oMath xmlns:m="http://schemas.openxmlformats.org/officeDocument/2006/math">
                    <m:r>
                      <a:rPr lang="en-US" sz="1600" i="1" dirty="0" smtClean="0">
                        <a:solidFill>
                          <a:srgbClr val="003366"/>
                        </a:solidFill>
                        <a:latin typeface="Cambria Math" panose="02040503050406030204" pitchFamily="18" charset="0"/>
                      </a:rPr>
                      <m:t>𝑏</m:t>
                    </m:r>
                    <m:r>
                      <a:rPr lang="en-US" sz="1600" i="0" dirty="0">
                        <a:solidFill>
                          <a:srgbClr val="003366"/>
                        </a:solidFill>
                        <a:latin typeface="Cambria Math" panose="02040503050406030204" pitchFamily="18" charset="0"/>
                      </a:rPr>
                      <m:t>∈</m:t>
                    </m:r>
                    <m:r>
                      <a:rPr lang="en-US" sz="1600" i="0" dirty="0">
                        <a:solidFill>
                          <a:srgbClr val="003366"/>
                        </a:solidFill>
                        <a:latin typeface="Cambria Math" panose="02040503050406030204" pitchFamily="18" charset="0"/>
                      </a:rPr>
                      <m:t>ℝ</m:t>
                    </m:r>
                  </m:oMath>
                </a14:m>
                <a:r>
                  <a:rPr lang="en-US" sz="1600" dirty="0">
                    <a:solidFill>
                      <a:srgbClr val="003366"/>
                    </a:solidFill>
                    <a:latin typeface="Aptos Display" panose="020B0004020202020204" pitchFamily="34" charset="0"/>
                  </a:rPr>
                  <a:t>, the output probability for class 1 is:</a:t>
                </a:r>
              </a:p>
              <a:p>
                <a:pPr marL="285750" indent="-285750">
                  <a:buFont typeface="Arial" panose="020B0604020202020204" pitchFamily="34" charset="0"/>
                  <a:buChar char="•"/>
                </a:pPr>
                <a14:m>
                  <m:oMath xmlns:m="http://schemas.openxmlformats.org/officeDocument/2006/math">
                    <m:r>
                      <a:rPr lang="en-US" sz="1600" i="1" dirty="0" smtClean="0">
                        <a:solidFill>
                          <a:srgbClr val="003366"/>
                        </a:solidFill>
                        <a:latin typeface="Cambria Math" panose="02040503050406030204" pitchFamily="18" charset="0"/>
                      </a:rPr>
                      <m:t>𝑝</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e>
                    </m:d>
                    <m:r>
                      <a:rPr lang="en-US" sz="1600" i="0" dirty="0">
                        <a:solidFill>
                          <a:srgbClr val="003366"/>
                        </a:solidFill>
                        <a:latin typeface="Cambria Math" panose="02040503050406030204" pitchFamily="18" charset="0"/>
                      </a:rPr>
                      <m:t>=</m:t>
                    </m:r>
                    <m:f>
                      <m:fPr>
                        <m:ctrlPr>
                          <a:rPr lang="en-US" sz="1600" i="1" dirty="0">
                            <a:solidFill>
                              <a:srgbClr val="003366"/>
                            </a:solidFill>
                            <a:latin typeface="Cambria Math" panose="02040503050406030204" pitchFamily="18" charset="0"/>
                          </a:rPr>
                        </m:ctrlPr>
                      </m:fPr>
                      <m:num>
                        <m:r>
                          <a:rPr lang="en-US" sz="1600" i="0" dirty="0">
                            <a:solidFill>
                              <a:srgbClr val="003366"/>
                            </a:solidFill>
                            <a:latin typeface="Cambria Math" panose="02040503050406030204" pitchFamily="18" charset="0"/>
                          </a:rPr>
                          <m:t>1</m:t>
                        </m:r>
                      </m:num>
                      <m:den>
                        <m:r>
                          <a:rPr lang="en-US" sz="1600" i="0" dirty="0">
                            <a:solidFill>
                              <a:srgbClr val="003366"/>
                            </a:solidFill>
                            <a:latin typeface="Cambria Math" panose="02040503050406030204" pitchFamily="18" charset="0"/>
                          </a:rPr>
                          <m:t>1+</m:t>
                        </m:r>
                        <m:sSup>
                          <m:sSupPr>
                            <m:ctrlPr>
                              <a:rPr lang="en-US" sz="1600" i="1" dirty="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𝑒</m:t>
                            </m:r>
                          </m:e>
                          <m:sup>
                            <m:r>
                              <a:rPr lang="en-US" sz="1600" i="0" dirty="0">
                                <a:solidFill>
                                  <a:srgbClr val="003366"/>
                                </a:solidFill>
                                <a:latin typeface="Cambria Math" panose="02040503050406030204" pitchFamily="18" charset="0"/>
                              </a:rPr>
                              <m:t>−</m:t>
                            </m:r>
                            <m:d>
                              <m:dPr>
                                <m:ctrlPr>
                                  <a:rPr lang="en-US" sz="1600" i="1" dirty="0">
                                    <a:solidFill>
                                      <a:srgbClr val="003366"/>
                                    </a:solidFill>
                                    <a:latin typeface="Cambria Math" panose="02040503050406030204" pitchFamily="18" charset="0"/>
                                  </a:rPr>
                                </m:ctrlPr>
                              </m:dPr>
                              <m:e>
                                <m:sSup>
                                  <m:sSupPr>
                                    <m:ctrlPr>
                                      <a:rPr lang="en-US" sz="1600" i="1" dirty="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𝑤</m:t>
                                    </m:r>
                                  </m:e>
                                  <m:sup>
                                    <m:r>
                                      <a:rPr lang="en-US" sz="1600" i="1" dirty="0">
                                        <a:solidFill>
                                          <a:srgbClr val="003366"/>
                                        </a:solidFill>
                                        <a:latin typeface="Cambria Math" panose="02040503050406030204" pitchFamily="18" charset="0"/>
                                      </a:rPr>
                                      <m:t>𝑇</m:t>
                                    </m:r>
                                  </m:sup>
                                </m:sSup>
                                <m:r>
                                  <a:rPr lang="en-US" sz="1600" i="1" dirty="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𝑏</m:t>
                                </m:r>
                              </m:e>
                            </m:d>
                          </m:sup>
                        </m:sSup>
                      </m:den>
                    </m:f>
                  </m:oMath>
                </a14:m>
                <a:endParaRPr lang="en-US" sz="1600" dirty="0">
                  <a:solidFill>
                    <a:srgbClr val="003366"/>
                  </a:solidFill>
                  <a:latin typeface="Aptos Display" panose="020B0004020202020204" pitchFamily="34" charset="0"/>
                </a:endParaRPr>
              </a:p>
              <a:p>
                <a:pPr marL="0" indent="0"/>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We can invert this sigmoid function (logit transform) to yield a linear equation:</a:t>
                </a:r>
              </a:p>
              <a:p>
                <a:pPr marL="0" indent="0"/>
                <a:endParaRPr lang="en-US" sz="1600" dirty="0">
                  <a:solidFill>
                    <a:srgbClr val="003366"/>
                  </a:solidFill>
                  <a:latin typeface="Aptos Display" panose="020B0004020202020204" pitchFamily="34" charset="0"/>
                </a:endParaRPr>
              </a:p>
              <a:p>
                <a:pPr marL="285750" indent="-285750">
                  <a:buFont typeface="Arial" panose="020B0604020202020204" pitchFamily="34" charset="0"/>
                  <a:buChar char="•"/>
                </a:pPr>
                <a14:m>
                  <m:oMath xmlns:m="http://schemas.openxmlformats.org/officeDocument/2006/math">
                    <m:sSup>
                      <m:sSupPr>
                        <m:ctrlPr>
                          <a:rPr lang="en-US" sz="1600" i="1" dirty="0" smtClean="0">
                            <a:solidFill>
                              <a:srgbClr val="003366"/>
                            </a:solidFill>
                            <a:latin typeface="Cambria Math" panose="02040503050406030204" pitchFamily="18" charset="0"/>
                          </a:rPr>
                        </m:ctrlPr>
                      </m:sSupPr>
                      <m:e>
                        <m:r>
                          <a:rPr lang="en-US" sz="1600" i="1" dirty="0" err="1" smtClean="0">
                            <a:solidFill>
                              <a:srgbClr val="003366"/>
                            </a:solidFill>
                            <a:latin typeface="Cambria Math" panose="02040503050406030204" pitchFamily="18" charset="0"/>
                          </a:rPr>
                          <m:t>𝑤</m:t>
                        </m:r>
                      </m:e>
                      <m:sup>
                        <m:r>
                          <a:rPr lang="en-US" sz="1600" i="1" dirty="0" err="1" smtClean="0">
                            <a:solidFill>
                              <a:srgbClr val="003366"/>
                            </a:solidFill>
                            <a:latin typeface="Cambria Math" panose="02040503050406030204" pitchFamily="18" charset="0"/>
                          </a:rPr>
                          <m:t>𝑇</m:t>
                        </m:r>
                      </m:sup>
                    </m:sSup>
                    <m:r>
                      <a:rPr lang="en-US" sz="1600" i="1" dirty="0" err="1" smtClean="0">
                        <a:solidFill>
                          <a:srgbClr val="003366"/>
                        </a:solidFill>
                        <a:latin typeface="Cambria Math" panose="02040503050406030204" pitchFamily="18" charset="0"/>
                      </a:rPr>
                      <m:t>𝑥</m:t>
                    </m:r>
                    <m:r>
                      <a:rPr lang="en-US" sz="1600" i="0" dirty="0" err="1" smtClean="0">
                        <a:solidFill>
                          <a:srgbClr val="003366"/>
                        </a:solidFill>
                        <a:latin typeface="Cambria Math" panose="02040503050406030204" pitchFamily="18" charset="0"/>
                      </a:rPr>
                      <m:t>+</m:t>
                    </m:r>
                    <m:r>
                      <a:rPr lang="en-US" sz="1600" i="1" dirty="0" err="1" smtClean="0">
                        <a:solidFill>
                          <a:srgbClr val="003366"/>
                        </a:solidFill>
                        <a:latin typeface="Cambria Math" panose="02040503050406030204" pitchFamily="18" charset="0"/>
                      </a:rPr>
                      <m:t>𝑏</m:t>
                    </m:r>
                    <m:r>
                      <a:rPr lang="en-US" sz="1600" i="0" dirty="0" err="1" smtClean="0">
                        <a:solidFill>
                          <a:srgbClr val="003366"/>
                        </a:solidFill>
                        <a:latin typeface="Cambria Math" panose="02040503050406030204" pitchFamily="18" charset="0"/>
                      </a:rPr>
                      <m:t>=</m:t>
                    </m:r>
                    <m:func>
                      <m:funcPr>
                        <m:ctrlPr>
                          <a:rPr lang="en-US" sz="1600" i="1" dirty="0" err="1" smtClean="0">
                            <a:solidFill>
                              <a:srgbClr val="003366"/>
                            </a:solidFill>
                            <a:latin typeface="Cambria Math" panose="02040503050406030204" pitchFamily="18" charset="0"/>
                          </a:rPr>
                        </m:ctrlPr>
                      </m:funcPr>
                      <m:fName>
                        <m:r>
                          <m:rPr>
                            <m:sty m:val="p"/>
                          </m:rPr>
                          <a:rPr lang="en-US" sz="1600" i="0" dirty="0" err="1" smtClean="0">
                            <a:solidFill>
                              <a:srgbClr val="003366"/>
                            </a:solidFill>
                            <a:latin typeface="Cambria Math" panose="02040503050406030204" pitchFamily="18" charset="0"/>
                          </a:rPr>
                          <m:t>ln</m:t>
                        </m:r>
                      </m:fName>
                      <m:e>
                        <m:d>
                          <m:dPr>
                            <m:ctrlPr>
                              <a:rPr lang="en-US" sz="1600" i="1" dirty="0" err="1" smtClean="0">
                                <a:solidFill>
                                  <a:srgbClr val="003366"/>
                                </a:solidFill>
                                <a:latin typeface="Cambria Math" panose="02040503050406030204" pitchFamily="18" charset="0"/>
                              </a:rPr>
                            </m:ctrlPr>
                          </m:dPr>
                          <m:e>
                            <m:f>
                              <m:fPr>
                                <m:ctrlPr>
                                  <a:rPr lang="en-US" sz="1600" i="1" dirty="0" err="1" smtClean="0">
                                    <a:solidFill>
                                      <a:srgbClr val="003366"/>
                                    </a:solidFill>
                                    <a:latin typeface="Cambria Math" panose="02040503050406030204" pitchFamily="18" charset="0"/>
                                  </a:rPr>
                                </m:ctrlPr>
                              </m:fPr>
                              <m:num>
                                <m:r>
                                  <a:rPr lang="en-US" sz="1600" i="1" dirty="0" err="1" smtClean="0">
                                    <a:solidFill>
                                      <a:srgbClr val="003366"/>
                                    </a:solidFill>
                                    <a:latin typeface="Cambria Math" panose="02040503050406030204" pitchFamily="18" charset="0"/>
                                  </a:rPr>
                                  <m:t>𝑝</m:t>
                                </m:r>
                                <m:d>
                                  <m:dPr>
                                    <m:ctrlPr>
                                      <a:rPr lang="en-US" sz="1600" i="1" dirty="0" err="1" smtClean="0">
                                        <a:solidFill>
                                          <a:srgbClr val="003366"/>
                                        </a:solidFill>
                                        <a:latin typeface="Cambria Math" panose="02040503050406030204" pitchFamily="18" charset="0"/>
                                      </a:rPr>
                                    </m:ctrlPr>
                                  </m:dPr>
                                  <m:e>
                                    <m:r>
                                      <a:rPr lang="en-US" sz="1600" i="1" dirty="0" err="1" smtClean="0">
                                        <a:solidFill>
                                          <a:srgbClr val="003366"/>
                                        </a:solidFill>
                                        <a:latin typeface="Cambria Math" panose="02040503050406030204" pitchFamily="18" charset="0"/>
                                      </a:rPr>
                                      <m:t>𝑥</m:t>
                                    </m:r>
                                  </m:e>
                                </m:d>
                              </m:num>
                              <m:den>
                                <m:r>
                                  <a:rPr lang="en-US" sz="1600" i="0" dirty="0" err="1" smtClean="0">
                                    <a:solidFill>
                                      <a:srgbClr val="003366"/>
                                    </a:solidFill>
                                    <a:latin typeface="Cambria Math" panose="02040503050406030204" pitchFamily="18" charset="0"/>
                                  </a:rPr>
                                  <m:t>1−</m:t>
                                </m:r>
                                <m:r>
                                  <a:rPr lang="en-US" sz="1600" i="1" dirty="0" err="1" smtClean="0">
                                    <a:solidFill>
                                      <a:srgbClr val="003366"/>
                                    </a:solidFill>
                                    <a:latin typeface="Cambria Math" panose="02040503050406030204" pitchFamily="18" charset="0"/>
                                  </a:rPr>
                                  <m:t>𝑝</m:t>
                                </m:r>
                                <m:d>
                                  <m:dPr>
                                    <m:ctrlPr>
                                      <a:rPr lang="en-US" sz="1600" i="1" dirty="0" err="1" smtClean="0">
                                        <a:solidFill>
                                          <a:srgbClr val="003366"/>
                                        </a:solidFill>
                                        <a:latin typeface="Cambria Math" panose="02040503050406030204" pitchFamily="18" charset="0"/>
                                      </a:rPr>
                                    </m:ctrlPr>
                                  </m:dPr>
                                  <m:e>
                                    <m:r>
                                      <a:rPr lang="en-US" sz="1600" i="1" dirty="0" err="1" smtClean="0">
                                        <a:solidFill>
                                          <a:srgbClr val="003366"/>
                                        </a:solidFill>
                                        <a:latin typeface="Cambria Math" panose="02040503050406030204" pitchFamily="18" charset="0"/>
                                      </a:rPr>
                                      <m:t>𝑥</m:t>
                                    </m:r>
                                  </m:e>
                                </m:d>
                              </m:den>
                            </m:f>
                          </m:e>
                        </m:d>
                      </m:e>
                    </m:func>
                  </m:oMath>
                </a14:m>
                <a:endParaRPr lang="en-US" sz="1600" dirty="0">
                  <a:solidFill>
                    <a:srgbClr val="003366"/>
                  </a:solidFill>
                  <a:latin typeface="Aptos Display" panose="020B0004020202020204" pitchFamily="34" charset="0"/>
                </a:endParaRPr>
              </a:p>
              <a:p>
                <a:pPr marL="0" indent="0"/>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By querying </a:t>
                </a:r>
                <a14:m>
                  <m:oMath xmlns:m="http://schemas.openxmlformats.org/officeDocument/2006/math">
                    <m:r>
                      <a:rPr lang="en-US" sz="1600" i="1" dirty="0" smtClean="0">
                        <a:solidFill>
                          <a:srgbClr val="003366"/>
                        </a:solidFill>
                        <a:latin typeface="Cambria Math" panose="02040503050406030204" pitchFamily="18" charset="0"/>
                      </a:rPr>
                      <m:t>𝑑</m:t>
                    </m:r>
                    <m:r>
                      <a:rPr lang="en-US" sz="1600" i="0" dirty="0">
                        <a:solidFill>
                          <a:srgbClr val="003366"/>
                        </a:solidFill>
                        <a:latin typeface="Cambria Math" panose="02040503050406030204" pitchFamily="18" charset="0"/>
                      </a:rPr>
                      <m:t>+1</m:t>
                    </m:r>
                  </m:oMath>
                </a14:m>
                <a:r>
                  <a:rPr lang="en-US" sz="1600" dirty="0">
                    <a:solidFill>
                      <a:srgbClr val="003366"/>
                    </a:solidFill>
                    <a:latin typeface="Aptos Display" panose="020B0004020202020204" pitchFamily="34" charset="0"/>
                  </a:rPr>
                  <a:t>linearly independent inputs, we form the matrix equation:</a:t>
                </a:r>
              </a:p>
              <a:p>
                <a:pPr marL="0" indent="0"/>
                <a:endParaRPr lang="en-US" sz="1600" dirty="0">
                  <a:solidFill>
                    <a:srgbClr val="003366"/>
                  </a:solidFill>
                  <a:latin typeface="Aptos Display" panose="020B0004020202020204" pitchFamily="34" charset="0"/>
                </a:endParaRPr>
              </a:p>
              <a:p>
                <a:pPr marL="285750" indent="-285750">
                  <a:buFont typeface="Arial" panose="020B0604020202020204" pitchFamily="34" charset="0"/>
                  <a:buChar char="•"/>
                </a:pPr>
                <a14:m>
                  <m:oMath xmlns:m="http://schemas.openxmlformats.org/officeDocument/2006/math">
                    <m:r>
                      <a:rPr lang="en-US" sz="1600" i="1" dirty="0" smtClean="0">
                        <a:solidFill>
                          <a:srgbClr val="003366"/>
                        </a:solidFill>
                        <a:latin typeface="Cambria Math" panose="02040503050406030204" pitchFamily="18" charset="0"/>
                      </a:rPr>
                      <m:t>𝑋𝑤</m:t>
                    </m:r>
                    <m:r>
                      <a:rPr lang="en-US" sz="1600" i="1"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𝑌</m:t>
                    </m:r>
                  </m:oMath>
                </a14:m>
                <a:endParaRPr lang="en-CA" sz="1600" dirty="0">
                  <a:solidFill>
                    <a:srgbClr val="003366"/>
                  </a:solidFill>
                  <a:latin typeface="Aptos Display" panose="020B0004020202020204" pitchFamily="34" charset="0"/>
                </a:endParaRPr>
              </a:p>
              <a:p>
                <a:pPr marL="0" indent="0"/>
                <a:endParaRPr lang="en-CA"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where </a:t>
                </a:r>
                <a14:m>
                  <m:oMath xmlns:m="http://schemas.openxmlformats.org/officeDocument/2006/math">
                    <m:r>
                      <a:rPr lang="en-US" sz="1600" i="1" dirty="0" smtClean="0">
                        <a:solidFill>
                          <a:srgbClr val="003366"/>
                        </a:solidFill>
                        <a:latin typeface="Cambria Math" panose="02040503050406030204" pitchFamily="18" charset="0"/>
                      </a:rPr>
                      <m:t>𝑋</m:t>
                    </m:r>
                  </m:oMath>
                </a14:m>
                <a:r>
                  <a:rPr lang="en-US" sz="1600" dirty="0">
                    <a:solidFill>
                      <a:srgbClr val="003366"/>
                    </a:solidFill>
                    <a:latin typeface="Aptos Display" panose="020B0004020202020204" pitchFamily="34" charset="0"/>
                  </a:rPr>
                  <a:t> is the input matrix with a column of ones appended</a:t>
                </a:r>
                <a14:m>
                  <m:oMath xmlns:m="http://schemas.openxmlformats.org/officeDocument/2006/math">
                    <m:r>
                      <a:rPr lang="en-US" sz="1600" dirty="0" smtClean="0">
                        <a:solidFill>
                          <a:srgbClr val="003366"/>
                        </a:solidFill>
                        <a:latin typeface="Cambria Math" panose="02040503050406030204" pitchFamily="18" charset="0"/>
                      </a:rPr>
                      <m:t>,</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𝑤</m:t>
                    </m:r>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𝑤</m:t>
                                </m:r>
                              </m:e>
                              <m:sub>
                                <m:r>
                                  <a:rPr lang="en-US" sz="1600" i="0" dirty="0">
                                    <a:solidFill>
                                      <a:srgbClr val="003366"/>
                                    </a:solidFill>
                                    <a:latin typeface="Cambria Math" panose="02040503050406030204" pitchFamily="18" charset="0"/>
                                  </a:rPr>
                                  <m:t>1</m:t>
                                </m:r>
                              </m:sub>
                            </m:sSub>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𝑤</m:t>
                                </m:r>
                              </m:e>
                              <m:sub>
                                <m:r>
                                  <a:rPr lang="en-US" sz="1600" i="1" dirty="0">
                                    <a:solidFill>
                                      <a:srgbClr val="003366"/>
                                    </a:solidFill>
                                    <a:latin typeface="Cambria Math" panose="02040503050406030204" pitchFamily="18" charset="0"/>
                                  </a:rPr>
                                  <m:t>𝑑</m:t>
                                </m:r>
                              </m:sub>
                            </m:sSub>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𝑏</m:t>
                            </m:r>
                          </m:e>
                        </m:d>
                      </m:e>
                      <m:sup>
                        <m:r>
                          <a:rPr lang="en-US" sz="1600" i="1" dirty="0">
                            <a:solidFill>
                              <a:srgbClr val="003366"/>
                            </a:solidFill>
                            <a:latin typeface="Cambria Math" panose="02040503050406030204" pitchFamily="18" charset="0"/>
                          </a:rPr>
                          <m:t>𝑇</m:t>
                        </m:r>
                      </m:sup>
                    </m:sSup>
                    <m:r>
                      <a:rPr lang="en-US" sz="1600" i="0" dirty="0">
                        <a:solidFill>
                          <a:srgbClr val="003366"/>
                        </a:solidFill>
                        <a:latin typeface="Cambria Math" panose="02040503050406030204" pitchFamily="18" charset="0"/>
                      </a:rPr>
                      <m:t>$</m:t>
                    </m:r>
                  </m:oMath>
                </a14:m>
                <a:r>
                  <a:rPr lang="en-US" sz="1600" dirty="0">
                    <a:solidFill>
                      <a:srgbClr val="003366"/>
                    </a:solidFill>
                    <a:latin typeface="Aptos Display" panose="020B0004020202020204" pitchFamily="34" charset="0"/>
                  </a:rPr>
                  <a:t> is the parameter vector, and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𝑌</m:t>
                        </m:r>
                      </m:e>
                      <m:sub>
                        <m:r>
                          <a:rPr lang="en-US" sz="1600" i="1" dirty="0">
                            <a:solidFill>
                              <a:srgbClr val="003366"/>
                            </a:solidFill>
                            <a:latin typeface="Cambria Math" panose="02040503050406030204" pitchFamily="18" charset="0"/>
                          </a:rPr>
                          <m:t>𝑖</m:t>
                        </m:r>
                      </m:sub>
                    </m:sSub>
                    <m:r>
                      <a:rPr lang="en-US" sz="1600" i="0" dirty="0">
                        <a:solidFill>
                          <a:srgbClr val="003366"/>
                        </a:solidFill>
                        <a:latin typeface="Cambria Math" panose="02040503050406030204" pitchFamily="18" charset="0"/>
                      </a:rPr>
                      <m:t>=</m:t>
                    </m:r>
                    <m:func>
                      <m:funcPr>
                        <m:ctrlPr>
                          <a:rPr lang="en-US" sz="1600" i="1" dirty="0">
                            <a:solidFill>
                              <a:srgbClr val="003366"/>
                            </a:solidFill>
                            <a:latin typeface="Cambria Math" panose="02040503050406030204" pitchFamily="18" charset="0"/>
                          </a:rPr>
                        </m:ctrlPr>
                      </m:funcPr>
                      <m:fName>
                        <m:r>
                          <m:rPr>
                            <m:sty m:val="p"/>
                          </m:rPr>
                          <a:rPr lang="en-US" sz="1600" i="0" dirty="0">
                            <a:solidFill>
                              <a:srgbClr val="003366"/>
                            </a:solidFill>
                            <a:latin typeface="Cambria Math" panose="02040503050406030204" pitchFamily="18" charset="0"/>
                          </a:rPr>
                          <m:t>ln</m:t>
                        </m:r>
                      </m:fName>
                      <m:e>
                        <m:d>
                          <m:dPr>
                            <m:ctrlPr>
                              <a:rPr lang="en-US" sz="1600" i="1" dirty="0">
                                <a:solidFill>
                                  <a:srgbClr val="003366"/>
                                </a:solidFill>
                                <a:latin typeface="Cambria Math" panose="02040503050406030204" pitchFamily="18" charset="0"/>
                              </a:rPr>
                            </m:ctrlPr>
                          </m:dPr>
                          <m:e>
                            <m:f>
                              <m:fPr>
                                <m:ctrlPr>
                                  <a:rPr lang="en-US" sz="1600" i="1" dirty="0">
                                    <a:solidFill>
                                      <a:srgbClr val="003366"/>
                                    </a:solidFill>
                                    <a:latin typeface="Cambria Math" panose="02040503050406030204" pitchFamily="18" charset="0"/>
                                  </a:rPr>
                                </m:ctrlPr>
                              </m:fPr>
                              <m:num>
                                <m:r>
                                  <a:rPr lang="en-US" sz="1600" i="1" dirty="0">
                                    <a:solidFill>
                                      <a:srgbClr val="003366"/>
                                    </a:solidFill>
                                    <a:latin typeface="Cambria Math" panose="02040503050406030204" pitchFamily="18" charset="0"/>
                                  </a:rPr>
                                  <m:t>𝑝</m:t>
                                </m:r>
                                <m:d>
                                  <m:dPr>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1" dirty="0">
                                            <a:solidFill>
                                              <a:srgbClr val="003366"/>
                                            </a:solidFill>
                                            <a:latin typeface="Cambria Math" panose="02040503050406030204" pitchFamily="18" charset="0"/>
                                          </a:rPr>
                                          <m:t>𝑖</m:t>
                                        </m:r>
                                      </m:sub>
                                    </m:sSub>
                                  </m:e>
                                </m:d>
                              </m:num>
                              <m:den>
                                <m:r>
                                  <a:rPr lang="en-US" sz="1600" i="0" dirty="0">
                                    <a:solidFill>
                                      <a:srgbClr val="003366"/>
                                    </a:solidFill>
                                    <a:latin typeface="Cambria Math" panose="02040503050406030204" pitchFamily="18" charset="0"/>
                                  </a:rPr>
                                  <m:t>1−</m:t>
                                </m:r>
                                <m:r>
                                  <a:rPr lang="en-US" sz="1600" i="1" dirty="0">
                                    <a:solidFill>
                                      <a:srgbClr val="003366"/>
                                    </a:solidFill>
                                    <a:latin typeface="Cambria Math" panose="02040503050406030204" pitchFamily="18" charset="0"/>
                                  </a:rPr>
                                  <m:t>𝑝</m:t>
                                </m:r>
                                <m:d>
                                  <m:dPr>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1" dirty="0">
                                            <a:solidFill>
                                              <a:srgbClr val="003366"/>
                                            </a:solidFill>
                                            <a:latin typeface="Cambria Math" panose="02040503050406030204" pitchFamily="18" charset="0"/>
                                          </a:rPr>
                                          <m:t>𝑖</m:t>
                                        </m:r>
                                      </m:sub>
                                    </m:sSub>
                                  </m:e>
                                </m:d>
                              </m:den>
                            </m:f>
                          </m:e>
                        </m:d>
                      </m:e>
                    </m:func>
                  </m:oMath>
                </a14:m>
                <a:r>
                  <a:rPr lang="en-US" sz="1600" dirty="0">
                    <a:solidFill>
                      <a:srgbClr val="003366"/>
                    </a:solidFill>
                    <a:latin typeface="Aptos Display" panose="020B0004020202020204" pitchFamily="34" charset="0"/>
                  </a:rPr>
                  <a:t>. </a:t>
                </a:r>
              </a:p>
              <a:p>
                <a:pPr marL="0" indent="0"/>
                <a:r>
                  <a:rPr lang="en-US" sz="1600" dirty="0">
                    <a:solidFill>
                      <a:srgbClr val="003366"/>
                    </a:solidFill>
                    <a:latin typeface="Aptos Display" panose="020B0004020202020204" pitchFamily="34" charset="0"/>
                  </a:rPr>
                  <a:t>We solve it via:</a:t>
                </a:r>
              </a:p>
              <a:p>
                <a:pPr marL="0" indent="0"/>
                <a:endParaRPr lang="en-US" sz="1600" dirty="0">
                  <a:solidFill>
                    <a:srgbClr val="003366"/>
                  </a:solidFill>
                  <a:latin typeface="Aptos Display" panose="020B0004020202020204" pitchFamily="34" charset="0"/>
                </a:endParaRPr>
              </a:p>
              <a:p>
                <a:pPr marL="285750" indent="-285750">
                  <a:buFont typeface="Arial" panose="020B0604020202020204" pitchFamily="34" charset="0"/>
                  <a:buChar char="•"/>
                </a:pPr>
                <a:r>
                  <a:rPr lang="en-US" sz="1600" dirty="0">
                    <a:solidFill>
                      <a:srgbClr val="003366"/>
                    </a:solidFill>
                    <a:latin typeface="Aptos Display" panose="020B0004020202020204" pitchFamily="34" charset="0"/>
                  </a:rPr>
                  <a:t>    </a:t>
                </a:r>
                <a14:m>
                  <m:oMath xmlns:m="http://schemas.openxmlformats.org/officeDocument/2006/math">
                    <m:r>
                      <a:rPr lang="en-US" sz="1600" i="1" dirty="0" smtClean="0">
                        <a:solidFill>
                          <a:srgbClr val="003366"/>
                        </a:solidFill>
                        <a:latin typeface="Cambria Math" panose="02040503050406030204" pitchFamily="18" charset="0"/>
                      </a:rPr>
                      <m:t>𝑤</m:t>
                    </m:r>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𝑋</m:t>
                        </m:r>
                      </m:e>
                      <m:sup>
                        <m:r>
                          <a:rPr lang="en-US" sz="1600" i="0" dirty="0">
                            <a:solidFill>
                              <a:srgbClr val="003366"/>
                            </a:solidFill>
                            <a:latin typeface="Cambria Math" panose="02040503050406030204" pitchFamily="18" charset="0"/>
                          </a:rPr>
                          <m:t>−1</m:t>
                        </m:r>
                      </m:sup>
                    </m:sSup>
                    <m:r>
                      <a:rPr lang="en-US" sz="1600" i="1" dirty="0">
                        <a:solidFill>
                          <a:srgbClr val="003366"/>
                        </a:solidFill>
                        <a:latin typeface="Cambria Math" panose="02040503050406030204" pitchFamily="18" charset="0"/>
                      </a:rPr>
                      <m:t>𝑌</m:t>
                    </m:r>
                  </m:oMath>
                </a14:m>
                <a:endParaRPr lang="en-US" sz="1600" dirty="0">
                  <a:solidFill>
                    <a:srgbClr val="003366"/>
                  </a:solidFill>
                  <a:latin typeface="Aptos Display" panose="020B0004020202020204" pitchFamily="34" charset="0"/>
                </a:endParaRPr>
              </a:p>
            </p:txBody>
          </p:sp>
        </mc:Choice>
        <mc:Fallback xmlns="">
          <p:sp>
            <p:nvSpPr>
              <p:cNvPr id="4" name="Content Placeholder 3">
                <a:extLst>
                  <a:ext uri="{FF2B5EF4-FFF2-40B4-BE49-F238E27FC236}">
                    <a16:creationId xmlns:a16="http://schemas.microsoft.com/office/drawing/2014/main" id="{40B93FB1-763C-0BEB-DEFF-E737A99D63B0}"/>
                  </a:ext>
                </a:extLst>
              </p:cNvPr>
              <p:cNvSpPr>
                <a:spLocks noGrp="1" noRot="1" noChangeAspect="1" noMove="1" noResize="1" noEditPoints="1" noAdjustHandles="1" noChangeArrowheads="1" noChangeShapeType="1" noTextEdit="1"/>
              </p:cNvSpPr>
              <p:nvPr>
                <p:ph idx="1"/>
              </p:nvPr>
            </p:nvSpPr>
            <p:spPr>
              <a:xfrm>
                <a:off x="719138" y="1066799"/>
                <a:ext cx="7813302" cy="5546726"/>
              </a:xfrm>
              <a:blipFill>
                <a:blip r:embed="rId3"/>
                <a:stretch>
                  <a:fillRect l="-1461" t="-1144"/>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D64D9FD3-313A-990C-0205-7290E27E90FB}"/>
              </a:ext>
            </a:extLst>
          </p:cNvPr>
          <p:cNvSpPr>
            <a:spLocks noGrp="1"/>
          </p:cNvSpPr>
          <p:nvPr>
            <p:ph type="sldNum" sz="quarter" idx="10"/>
          </p:nvPr>
        </p:nvSpPr>
        <p:spPr/>
        <p:txBody>
          <a:bodyPr/>
          <a:lstStyle/>
          <a:p>
            <a:pPr>
              <a:defRPr/>
            </a:pPr>
            <a:fld id="{FE5AEF74-5102-4921-8DBA-649C609AF6D1}" type="slidenum">
              <a:rPr lang="it-IT" smtClean="0"/>
              <a:pPr>
                <a:defRPr/>
              </a:pPr>
              <a:t>18</a:t>
            </a:fld>
            <a:endParaRPr lang="it-IT"/>
          </a:p>
        </p:txBody>
      </p:sp>
      <p:sp>
        <p:nvSpPr>
          <p:cNvPr id="5" name="Round Diagonal Corner Rectangle 4">
            <a:extLst>
              <a:ext uri="{FF2B5EF4-FFF2-40B4-BE49-F238E27FC236}">
                <a16:creationId xmlns:a16="http://schemas.microsoft.com/office/drawing/2014/main" id="{0C58B73A-8B5E-B21B-0749-A3C8F5312FF3}"/>
              </a:ext>
            </a:extLst>
          </p:cNvPr>
          <p:cNvSpPr/>
          <p:nvPr/>
        </p:nvSpPr>
        <p:spPr>
          <a:xfrm>
            <a:off x="430552" y="980728"/>
            <a:ext cx="8390474" cy="1224136"/>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 Diagonal Corner Rectangle 5">
            <a:extLst>
              <a:ext uri="{FF2B5EF4-FFF2-40B4-BE49-F238E27FC236}">
                <a16:creationId xmlns:a16="http://schemas.microsoft.com/office/drawing/2014/main" id="{05ED8E1C-5819-B73E-1478-65F2CDA5D881}"/>
              </a:ext>
            </a:extLst>
          </p:cNvPr>
          <p:cNvSpPr/>
          <p:nvPr/>
        </p:nvSpPr>
        <p:spPr>
          <a:xfrm>
            <a:off x="430552" y="2290935"/>
            <a:ext cx="8390474" cy="1224136"/>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ound Diagonal Corner Rectangle 6">
            <a:extLst>
              <a:ext uri="{FF2B5EF4-FFF2-40B4-BE49-F238E27FC236}">
                <a16:creationId xmlns:a16="http://schemas.microsoft.com/office/drawing/2014/main" id="{29736D17-AF27-FFA7-1A4C-CF094F6FE2E7}"/>
              </a:ext>
            </a:extLst>
          </p:cNvPr>
          <p:cNvSpPr/>
          <p:nvPr/>
        </p:nvSpPr>
        <p:spPr>
          <a:xfrm>
            <a:off x="430552" y="3601142"/>
            <a:ext cx="8390474" cy="979986"/>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Round Diagonal Corner Rectangle 7">
            <a:extLst>
              <a:ext uri="{FF2B5EF4-FFF2-40B4-BE49-F238E27FC236}">
                <a16:creationId xmlns:a16="http://schemas.microsoft.com/office/drawing/2014/main" id="{2F986E12-09DF-CCCF-DB5F-59C10EE8C0D9}"/>
              </a:ext>
            </a:extLst>
          </p:cNvPr>
          <p:cNvSpPr/>
          <p:nvPr/>
        </p:nvSpPr>
        <p:spPr>
          <a:xfrm>
            <a:off x="430552" y="4667199"/>
            <a:ext cx="8390474" cy="1786137"/>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404095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22237-5339-6F1C-4C37-0B4CDD2A28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5F451C-7CDD-C9BE-1CB6-ED8EDAF432E9}"/>
              </a:ext>
            </a:extLst>
          </p:cNvPr>
          <p:cNvSpPr>
            <a:spLocks noGrp="1"/>
          </p:cNvSpPr>
          <p:nvPr>
            <p:ph type="title"/>
          </p:nvPr>
        </p:nvSpPr>
        <p:spPr>
          <a:xfrm>
            <a:off x="719138" y="286544"/>
            <a:ext cx="3348806" cy="838200"/>
          </a:xfrm>
        </p:spPr>
        <p:txBody>
          <a:bodyPr/>
          <a:lstStyle/>
          <a:p>
            <a:r>
              <a:rPr lang="en-CA" sz="2800" i="1" dirty="0">
                <a:latin typeface="Cambria"/>
              </a:rPr>
              <a:t>E</a:t>
            </a:r>
            <a:r>
              <a:rPr lang="en-CA" sz="2600" i="1" dirty="0">
                <a:latin typeface="Cambria"/>
              </a:rPr>
              <a:t>QUATION </a:t>
            </a:r>
            <a:r>
              <a:rPr lang="en-CA" sz="2800" i="1" dirty="0">
                <a:latin typeface="Cambria"/>
              </a:rPr>
              <a:t>S</a:t>
            </a:r>
            <a:r>
              <a:rPr lang="en-CA" sz="2600" i="1" dirty="0">
                <a:latin typeface="Cambria"/>
              </a:rPr>
              <a:t>OLVING</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944801B5-97D5-21FC-A109-396F705BEDDE}"/>
                  </a:ext>
                </a:extLst>
              </p:cNvPr>
              <p:cNvSpPr>
                <a:spLocks noGrp="1"/>
              </p:cNvSpPr>
              <p:nvPr>
                <p:ph idx="1"/>
              </p:nvPr>
            </p:nvSpPr>
            <p:spPr>
              <a:xfrm>
                <a:off x="323528" y="1066800"/>
                <a:ext cx="8625210" cy="5530552"/>
              </a:xfrm>
            </p:spPr>
            <p:txBody>
              <a:bodyPr/>
              <a:lstStyle/>
              <a:p>
                <a:pPr marL="0" indent="0"/>
                <a:r>
                  <a:rPr lang="en-US" sz="1600" dirty="0">
                    <a:solidFill>
                      <a:srgbClr val="003366"/>
                    </a:solidFill>
                    <a:latin typeface="Aptos Display" panose="020B0004020202020204" pitchFamily="34" charset="0"/>
                  </a:rPr>
                  <a:t>Consider a 1D input space </a:t>
                </a:r>
                <a14:m>
                  <m:oMath xmlns:m="http://schemas.openxmlformats.org/officeDocument/2006/math">
                    <m:r>
                      <a:rPr lang="en-US" sz="1600" dirty="0" smtClean="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𝑑</m:t>
                    </m:r>
                    <m:r>
                      <a:rPr lang="en-US" sz="1600" i="0" dirty="0">
                        <a:solidFill>
                          <a:srgbClr val="003366"/>
                        </a:solidFill>
                        <a:latin typeface="Cambria Math" panose="02040503050406030204" pitchFamily="18" charset="0"/>
                      </a:rPr>
                      <m:t>=1</m:t>
                    </m:r>
                  </m:oMath>
                </a14:m>
                <a:r>
                  <a:rPr lang="en-US" sz="1600" dirty="0">
                    <a:solidFill>
                      <a:srgbClr val="003366"/>
                    </a:solidFill>
                    <a:latin typeface="Aptos Display" panose="020B0004020202020204" pitchFamily="34" charset="0"/>
                  </a:rPr>
                  <a:t>, meaning we have </a:t>
                </a:r>
                <a14:m>
                  <m:oMath xmlns:m="http://schemas.openxmlformats.org/officeDocument/2006/math">
                    <m:r>
                      <a:rPr lang="en-US" sz="1600" dirty="0" smtClean="0">
                        <a:solidFill>
                          <a:srgbClr val="003366"/>
                        </a:solidFill>
                        <a:latin typeface="Cambria Math" panose="02040503050406030204" pitchFamily="18" charset="0"/>
                      </a:rPr>
                      <m:t>2</m:t>
                    </m:r>
                  </m:oMath>
                </a14:m>
                <a:r>
                  <a:rPr lang="en-US" sz="1600" dirty="0">
                    <a:solidFill>
                      <a:srgbClr val="003366"/>
                    </a:solidFill>
                    <a:latin typeface="Aptos Display" panose="020B0004020202020204" pitchFamily="34" charset="0"/>
                  </a:rPr>
                  <a:t> parameters: weight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𝑤</m:t>
                        </m:r>
                      </m:e>
                      <m:sub>
                        <m:r>
                          <a:rPr lang="en-US" sz="1600" i="0" dirty="0">
                            <a:solidFill>
                              <a:srgbClr val="003366"/>
                            </a:solidFill>
                            <a:latin typeface="Cambria Math" panose="02040503050406030204" pitchFamily="18" charset="0"/>
                          </a:rPr>
                          <m:t>1</m:t>
                        </m:r>
                      </m:sub>
                    </m:sSub>
                  </m:oMath>
                </a14:m>
                <a:r>
                  <a:rPr lang="en-US" sz="1600" dirty="0">
                    <a:solidFill>
                      <a:srgbClr val="003366"/>
                    </a:solidFill>
                    <a:latin typeface="Aptos Display" panose="020B0004020202020204" pitchFamily="34" charset="0"/>
                  </a:rPr>
                  <a:t>and bias </a:t>
                </a:r>
                <a14:m>
                  <m:oMath xmlns:m="http://schemas.openxmlformats.org/officeDocument/2006/math">
                    <m:r>
                      <a:rPr lang="en-US" sz="1600" i="1" dirty="0" smtClean="0">
                        <a:solidFill>
                          <a:srgbClr val="003366"/>
                        </a:solidFill>
                        <a:latin typeface="Cambria Math" panose="02040503050406030204" pitchFamily="18" charset="0"/>
                      </a:rPr>
                      <m:t>𝑏</m:t>
                    </m:r>
                  </m:oMath>
                </a14:m>
                <a:r>
                  <a:rPr lang="en-US" sz="1600" dirty="0">
                    <a:solidFill>
                      <a:srgbClr val="003366"/>
                    </a:solidFill>
                    <a:latin typeface="Aptos Display" panose="020B0004020202020204" pitchFamily="34" charset="0"/>
                  </a:rPr>
                  <a:t>).</a:t>
                </a:r>
              </a:p>
              <a:p>
                <a:pPr marL="0" indent="0"/>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Step 1: We query the API with two inputs:</a:t>
                </a:r>
              </a:p>
              <a:p>
                <a:pPr marL="0" indent="0"/>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Query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0" dirty="0">
                            <a:solidFill>
                              <a:srgbClr val="003366"/>
                            </a:solidFill>
                            <a:latin typeface="Cambria Math" panose="02040503050406030204" pitchFamily="18" charset="0"/>
                          </a:rPr>
                          <m:t>1</m:t>
                        </m:r>
                      </m:sub>
                    </m:sSub>
                  </m:oMath>
                </a14:m>
                <a:r>
                  <a:rPr lang="en-US" sz="1600" dirty="0">
                    <a:solidFill>
                      <a:srgbClr val="003366"/>
                    </a:solidFill>
                    <a:latin typeface="Aptos Display" panose="020B0004020202020204" pitchFamily="34" charset="0"/>
                  </a:rPr>
                  <a:t>= 2 </a:t>
                </a:r>
                <a14:m>
                  <m:oMath xmlns:m="http://schemas.openxmlformats.org/officeDocument/2006/math">
                    <m:r>
                      <a:rPr lang="en-US" sz="1600" dirty="0" smtClean="0">
                        <a:solidFill>
                          <a:srgbClr val="003366"/>
                        </a:solidFill>
                        <a:latin typeface="Cambria Math" panose="02040503050406030204" pitchFamily="18" charset="0"/>
                      </a:rPr>
                      <m:t>⟹</m:t>
                    </m:r>
                  </m:oMath>
                </a14:m>
                <a:r>
                  <a:rPr lang="en-US" sz="1600" dirty="0">
                    <a:solidFill>
                      <a:srgbClr val="003366"/>
                    </a:solidFill>
                    <a:latin typeface="Aptos Display" panose="020B0004020202020204" pitchFamily="34" charset="0"/>
                  </a:rPr>
                  <a:t> receives confidence score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𝑝</m:t>
                        </m:r>
                      </m:e>
                      <m:sub>
                        <m:r>
                          <a:rPr lang="en-US" sz="1600" i="0" dirty="0">
                            <a:solidFill>
                              <a:srgbClr val="003366"/>
                            </a:solidFill>
                            <a:latin typeface="Cambria Math" panose="02040503050406030204" pitchFamily="18" charset="0"/>
                          </a:rPr>
                          <m:t>1</m:t>
                        </m:r>
                      </m:sub>
                    </m:sSub>
                    <m:r>
                      <a:rPr lang="en-US" sz="1600" i="0" dirty="0">
                        <a:solidFill>
                          <a:srgbClr val="003366"/>
                        </a:solidFill>
                        <a:latin typeface="Cambria Math" panose="02040503050406030204" pitchFamily="18" charset="0"/>
                      </a:rPr>
                      <m:t>=0.8808</m:t>
                    </m:r>
                  </m:oMath>
                </a14:m>
                <a:r>
                  <a:rPr lang="en-US" sz="1600" dirty="0">
                    <a:solidFill>
                      <a:srgbClr val="003366"/>
                    </a:solidFill>
                    <a:latin typeface="Aptos Display" panose="020B0004020202020204" pitchFamily="34" charset="0"/>
                  </a:rPr>
                  <a:t>     </a:t>
                </a:r>
              </a:p>
              <a:p>
                <a:pPr marL="0" indent="0"/>
                <a:r>
                  <a:rPr lang="en-US" sz="1600" dirty="0">
                    <a:solidFill>
                      <a:srgbClr val="003366"/>
                    </a:solidFill>
                    <a:latin typeface="Aptos Display" panose="020B0004020202020204" pitchFamily="34" charset="0"/>
                  </a:rPr>
                  <a:t>   </a:t>
                </a:r>
              </a:p>
              <a:p>
                <a:pPr marL="0" indent="0"/>
                <a:r>
                  <a:rPr lang="en-US" sz="1600" dirty="0">
                    <a:solidFill>
                      <a:srgbClr val="003366"/>
                    </a:solidFill>
                    <a:latin typeface="Aptos Display" panose="020B0004020202020204" pitchFamily="34" charset="0"/>
                  </a:rPr>
                  <a:t>Query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𝑥</m:t>
                        </m:r>
                      </m:e>
                      <m:sub>
                        <m:r>
                          <a:rPr lang="en-US" sz="1600" i="0" dirty="0" smtClean="0">
                            <a:solidFill>
                              <a:srgbClr val="003366"/>
                            </a:solidFill>
                            <a:latin typeface="Cambria Math" panose="02040503050406030204" pitchFamily="18" charset="0"/>
                          </a:rPr>
                          <m:t>2</m:t>
                        </m:r>
                      </m:sub>
                    </m:sSub>
                    <m:r>
                      <a:rPr lang="en-US" sz="1600" i="0" dirty="0" smtClean="0">
                        <a:solidFill>
                          <a:srgbClr val="003366"/>
                        </a:solidFill>
                        <a:latin typeface="Cambria Math" panose="02040503050406030204" pitchFamily="18" charset="0"/>
                      </a:rPr>
                      <m:t>=0.5⟹</m:t>
                    </m:r>
                  </m:oMath>
                </a14:m>
                <a:r>
                  <a:rPr lang="en-US" sz="1600" dirty="0">
                    <a:solidFill>
                      <a:srgbClr val="003366"/>
                    </a:solidFill>
                    <a:latin typeface="Aptos Display" panose="020B0004020202020204" pitchFamily="34" charset="0"/>
                  </a:rPr>
                  <a:t> receives confidence score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𝑝</m:t>
                        </m:r>
                      </m:e>
                      <m:sub>
                        <m:r>
                          <a:rPr lang="en-US" sz="1600" i="0" dirty="0">
                            <a:solidFill>
                              <a:srgbClr val="003366"/>
                            </a:solidFill>
                            <a:latin typeface="Cambria Math" panose="02040503050406030204" pitchFamily="18" charset="0"/>
                          </a:rPr>
                          <m:t>2</m:t>
                        </m:r>
                      </m:sub>
                    </m:sSub>
                    <m:r>
                      <a:rPr lang="en-US" sz="1600" i="0" dirty="0">
                        <a:solidFill>
                          <a:srgbClr val="003366"/>
                        </a:solidFill>
                        <a:latin typeface="Cambria Math" panose="02040503050406030204" pitchFamily="18" charset="0"/>
                      </a:rPr>
                      <m:t>=0.6225</m:t>
                    </m:r>
                  </m:oMath>
                </a14:m>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    </a:t>
                </a:r>
              </a:p>
              <a:p>
                <a:pPr marL="0" indent="0"/>
                <a:r>
                  <a:rPr lang="en-US" sz="1600" dirty="0">
                    <a:solidFill>
                      <a:srgbClr val="003366"/>
                    </a:solidFill>
                    <a:latin typeface="Aptos Display" panose="020B0004020202020204" pitchFamily="34" charset="0"/>
                  </a:rPr>
                  <a:t>Step 2: Linearize the Outputs:</a:t>
                </a:r>
              </a:p>
              <a:p>
                <a:pPr marL="0" indent="0"/>
                <a:endParaRPr lang="en-US" sz="1600" dirty="0">
                  <a:solidFill>
                    <a:srgbClr val="003366"/>
                  </a:solidFill>
                  <a:latin typeface="Aptos Display" panose="020B0004020202020204" pitchFamily="34" charset="0"/>
                </a:endParaRPr>
              </a:p>
              <a:p>
                <a:pPr marL="285750" indent="-285750">
                  <a:buFont typeface="Arial" panose="020B0604020202020204" pitchFamily="34" charset="0"/>
                  <a:buChar char="•"/>
                </a:pP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𝑦</m:t>
                        </m:r>
                      </m:e>
                      <m:sub>
                        <m:r>
                          <a:rPr lang="en-US" sz="1600" i="0" dirty="0" smtClean="0">
                            <a:solidFill>
                              <a:srgbClr val="003366"/>
                            </a:solidFill>
                            <a:latin typeface="Cambria Math" panose="02040503050406030204" pitchFamily="18" charset="0"/>
                          </a:rPr>
                          <m:t>1</m:t>
                        </m:r>
                      </m:sub>
                    </m:sSub>
                    <m:r>
                      <a:rPr lang="en-US" sz="1600" i="0" dirty="0" smtClean="0">
                        <a:solidFill>
                          <a:srgbClr val="003366"/>
                        </a:solidFill>
                        <a:latin typeface="Cambria Math" panose="02040503050406030204" pitchFamily="18" charset="0"/>
                      </a:rPr>
                      <m:t>=</m:t>
                    </m:r>
                    <m:func>
                      <m:funcPr>
                        <m:ctrlPr>
                          <a:rPr lang="en-US" sz="1600" i="1" dirty="0" smtClean="0">
                            <a:solidFill>
                              <a:srgbClr val="003366"/>
                            </a:solidFill>
                            <a:latin typeface="Cambria Math" panose="02040503050406030204" pitchFamily="18" charset="0"/>
                          </a:rPr>
                        </m:ctrlPr>
                      </m:funcPr>
                      <m:fName>
                        <m:r>
                          <m:rPr>
                            <m:sty m:val="p"/>
                          </m:rPr>
                          <a:rPr lang="en-US" sz="1600" i="0" dirty="0" smtClean="0">
                            <a:solidFill>
                              <a:srgbClr val="003366"/>
                            </a:solidFill>
                            <a:latin typeface="Cambria Math" panose="02040503050406030204" pitchFamily="18" charset="0"/>
                          </a:rPr>
                          <m:t>ln</m:t>
                        </m:r>
                      </m:fName>
                      <m:e>
                        <m:d>
                          <m:dPr>
                            <m:ctrlPr>
                              <a:rPr lang="en-US" sz="1600" i="1" dirty="0" smtClean="0">
                                <a:solidFill>
                                  <a:srgbClr val="003366"/>
                                </a:solidFill>
                                <a:latin typeface="Cambria Math" panose="02040503050406030204" pitchFamily="18" charset="0"/>
                              </a:rPr>
                            </m:ctrlPr>
                          </m:dPr>
                          <m:e>
                            <m:f>
                              <m:fPr>
                                <m:ctrlPr>
                                  <a:rPr lang="en-US" sz="1600" i="1" dirty="0" smtClean="0">
                                    <a:solidFill>
                                      <a:srgbClr val="003366"/>
                                    </a:solidFill>
                                    <a:latin typeface="Cambria Math" panose="02040503050406030204" pitchFamily="18" charset="0"/>
                                  </a:rPr>
                                </m:ctrlPr>
                              </m:fPr>
                              <m:num>
                                <m:r>
                                  <a:rPr lang="en-US" sz="1600" i="0" dirty="0" smtClean="0">
                                    <a:solidFill>
                                      <a:srgbClr val="003366"/>
                                    </a:solidFill>
                                    <a:latin typeface="Cambria Math" panose="02040503050406030204" pitchFamily="18" charset="0"/>
                                  </a:rPr>
                                  <m:t>0.8808</m:t>
                                </m:r>
                              </m:num>
                              <m:den>
                                <m:r>
                                  <a:rPr lang="en-US" sz="1600" i="0" dirty="0" smtClean="0">
                                    <a:solidFill>
                                      <a:srgbClr val="003366"/>
                                    </a:solidFill>
                                    <a:latin typeface="Cambria Math" panose="02040503050406030204" pitchFamily="18" charset="0"/>
                                  </a:rPr>
                                  <m:t>1−0.8808</m:t>
                                </m:r>
                              </m:den>
                            </m:f>
                          </m:e>
                        </m:d>
                      </m:e>
                    </m:func>
                    <m:r>
                      <a:rPr lang="en-US" sz="1600" i="0" dirty="0" smtClean="0">
                        <a:solidFill>
                          <a:srgbClr val="003366"/>
                        </a:solidFill>
                        <a:latin typeface="Cambria Math" panose="02040503050406030204" pitchFamily="18" charset="0"/>
                      </a:rPr>
                      <m:t>=</m:t>
                    </m:r>
                    <m:func>
                      <m:funcPr>
                        <m:ctrlPr>
                          <a:rPr lang="en-US" sz="1600" i="1" dirty="0" smtClean="0">
                            <a:solidFill>
                              <a:srgbClr val="003366"/>
                            </a:solidFill>
                            <a:latin typeface="Cambria Math" panose="02040503050406030204" pitchFamily="18" charset="0"/>
                          </a:rPr>
                        </m:ctrlPr>
                      </m:funcPr>
                      <m:fName>
                        <m:r>
                          <m:rPr>
                            <m:sty m:val="p"/>
                          </m:rPr>
                          <a:rPr lang="en-US" sz="1600" i="0" dirty="0" smtClean="0">
                            <a:solidFill>
                              <a:srgbClr val="003366"/>
                            </a:solidFill>
                            <a:latin typeface="Cambria Math" panose="02040503050406030204" pitchFamily="18" charset="0"/>
                          </a:rPr>
                          <m:t>ln</m:t>
                        </m:r>
                      </m:fName>
                      <m:e>
                        <m:d>
                          <m:dPr>
                            <m:ctrlPr>
                              <a:rPr lang="en-US" sz="1600" i="1" dirty="0" smtClean="0">
                                <a:solidFill>
                                  <a:srgbClr val="003366"/>
                                </a:solidFill>
                                <a:latin typeface="Cambria Math" panose="02040503050406030204" pitchFamily="18" charset="0"/>
                              </a:rPr>
                            </m:ctrlPr>
                          </m:dPr>
                          <m:e>
                            <m:r>
                              <a:rPr lang="en-US" sz="1600" i="0" dirty="0" smtClean="0">
                                <a:solidFill>
                                  <a:srgbClr val="003366"/>
                                </a:solidFill>
                                <a:latin typeface="Cambria Math" panose="02040503050406030204" pitchFamily="18" charset="0"/>
                              </a:rPr>
                              <m:t>7.39</m:t>
                            </m:r>
                          </m:e>
                        </m:d>
                      </m:e>
                    </m:func>
                    <m:r>
                      <a:rPr lang="en-US" sz="1600" i="0" dirty="0" smtClean="0">
                        <a:solidFill>
                          <a:srgbClr val="003366"/>
                        </a:solidFill>
                        <a:latin typeface="Cambria Math" panose="02040503050406030204" pitchFamily="18" charset="0"/>
                      </a:rPr>
                      <m:t>≈2.0</m:t>
                    </m:r>
                  </m:oMath>
                </a14:m>
                <a:endParaRPr lang="en-US" sz="1600" dirty="0">
                  <a:solidFill>
                    <a:srgbClr val="003366"/>
                  </a:solidFill>
                  <a:latin typeface="Aptos Display" panose="020B0004020202020204" pitchFamily="34" charset="0"/>
                </a:endParaRPr>
              </a:p>
              <a:p>
                <a:pPr marL="285750" indent="-285750">
                  <a:buFont typeface="Arial" panose="020B0604020202020204" pitchFamily="34" charset="0"/>
                  <a:buChar char="•"/>
                </a:pP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𝑦</m:t>
                        </m:r>
                      </m:e>
                      <m:sub>
                        <m:r>
                          <a:rPr lang="en-US" sz="1600" i="0" dirty="0">
                            <a:solidFill>
                              <a:srgbClr val="003366"/>
                            </a:solidFill>
                            <a:latin typeface="Cambria Math" panose="02040503050406030204" pitchFamily="18" charset="0"/>
                          </a:rPr>
                          <m:t>2</m:t>
                        </m:r>
                      </m:sub>
                    </m:sSub>
                    <m:r>
                      <a:rPr lang="en-US" sz="1600" i="0" dirty="0">
                        <a:solidFill>
                          <a:srgbClr val="003366"/>
                        </a:solidFill>
                        <a:latin typeface="Cambria Math" panose="02040503050406030204" pitchFamily="18" charset="0"/>
                      </a:rPr>
                      <m:t>=</m:t>
                    </m:r>
                    <m:func>
                      <m:funcPr>
                        <m:ctrlPr>
                          <a:rPr lang="en-US" sz="1600" i="1" dirty="0">
                            <a:solidFill>
                              <a:srgbClr val="003366"/>
                            </a:solidFill>
                            <a:latin typeface="Cambria Math" panose="02040503050406030204" pitchFamily="18" charset="0"/>
                          </a:rPr>
                        </m:ctrlPr>
                      </m:funcPr>
                      <m:fName>
                        <m:r>
                          <m:rPr>
                            <m:sty m:val="p"/>
                          </m:rPr>
                          <a:rPr lang="en-US" sz="1600" i="0" dirty="0">
                            <a:solidFill>
                              <a:srgbClr val="003366"/>
                            </a:solidFill>
                            <a:latin typeface="Cambria Math" panose="02040503050406030204" pitchFamily="18" charset="0"/>
                          </a:rPr>
                          <m:t>ln</m:t>
                        </m:r>
                      </m:fName>
                      <m:e>
                        <m:d>
                          <m:dPr>
                            <m:ctrlPr>
                              <a:rPr lang="en-US" sz="1600" i="1" dirty="0">
                                <a:solidFill>
                                  <a:srgbClr val="003366"/>
                                </a:solidFill>
                                <a:latin typeface="Cambria Math" panose="02040503050406030204" pitchFamily="18" charset="0"/>
                              </a:rPr>
                            </m:ctrlPr>
                          </m:dPr>
                          <m:e>
                            <m:f>
                              <m:fPr>
                                <m:ctrlPr>
                                  <a:rPr lang="en-US" sz="1600" i="1" dirty="0">
                                    <a:solidFill>
                                      <a:srgbClr val="003366"/>
                                    </a:solidFill>
                                    <a:latin typeface="Cambria Math" panose="02040503050406030204" pitchFamily="18" charset="0"/>
                                  </a:rPr>
                                </m:ctrlPr>
                              </m:fPr>
                              <m:num>
                                <m:r>
                                  <a:rPr lang="en-US" sz="1600" i="0" dirty="0">
                                    <a:solidFill>
                                      <a:srgbClr val="003366"/>
                                    </a:solidFill>
                                    <a:latin typeface="Cambria Math" panose="02040503050406030204" pitchFamily="18" charset="0"/>
                                  </a:rPr>
                                  <m:t>0.6225</m:t>
                                </m:r>
                              </m:num>
                              <m:den>
                                <m:r>
                                  <a:rPr lang="en-US" sz="1600" i="0" dirty="0">
                                    <a:solidFill>
                                      <a:srgbClr val="003366"/>
                                    </a:solidFill>
                                    <a:latin typeface="Cambria Math" panose="02040503050406030204" pitchFamily="18" charset="0"/>
                                  </a:rPr>
                                  <m:t>1−0.6225</m:t>
                                </m:r>
                              </m:den>
                            </m:f>
                          </m:e>
                        </m:d>
                      </m:e>
                    </m:func>
                    <m:r>
                      <a:rPr lang="en-US" sz="1600" i="0" dirty="0">
                        <a:solidFill>
                          <a:srgbClr val="003366"/>
                        </a:solidFill>
                        <a:latin typeface="Cambria Math" panose="02040503050406030204" pitchFamily="18" charset="0"/>
                      </a:rPr>
                      <m:t>=</m:t>
                    </m:r>
                    <m:func>
                      <m:funcPr>
                        <m:ctrlPr>
                          <a:rPr lang="en-US" sz="1600" i="1" dirty="0">
                            <a:solidFill>
                              <a:srgbClr val="003366"/>
                            </a:solidFill>
                            <a:latin typeface="Cambria Math" panose="02040503050406030204" pitchFamily="18" charset="0"/>
                          </a:rPr>
                        </m:ctrlPr>
                      </m:funcPr>
                      <m:fName>
                        <m:r>
                          <m:rPr>
                            <m:sty m:val="p"/>
                          </m:rPr>
                          <a:rPr lang="en-US" sz="1600" i="0" dirty="0">
                            <a:solidFill>
                              <a:srgbClr val="003366"/>
                            </a:solidFill>
                            <a:latin typeface="Cambria Math" panose="02040503050406030204" pitchFamily="18" charset="0"/>
                          </a:rPr>
                          <m:t>ln</m:t>
                        </m:r>
                      </m:fName>
                      <m:e>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1.65</m:t>
                            </m:r>
                          </m:e>
                        </m:d>
                      </m:e>
                    </m:func>
                    <m:r>
                      <a:rPr lang="en-US" sz="1600" i="0" dirty="0">
                        <a:solidFill>
                          <a:srgbClr val="003366"/>
                        </a:solidFill>
                        <a:latin typeface="Cambria Math" panose="02040503050406030204" pitchFamily="18" charset="0"/>
                      </a:rPr>
                      <m:t>≈0.5</m:t>
                    </m:r>
                  </m:oMath>
                </a14:m>
                <a:endParaRPr lang="en-US" sz="1600" dirty="0">
                  <a:solidFill>
                    <a:srgbClr val="003366"/>
                  </a:solidFill>
                  <a:latin typeface="Aptos Display" panose="020B0004020202020204" pitchFamily="34" charset="0"/>
                </a:endParaRPr>
              </a:p>
              <a:p>
                <a:pPr marL="0" indent="0"/>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This gives the system of linear equations:</a:t>
                </a:r>
              </a:p>
              <a:p>
                <a:pPr marL="0" indent="0"/>
                <a:endParaRPr lang="en-US" sz="1600" dirty="0">
                  <a:solidFill>
                    <a:srgbClr val="003366"/>
                  </a:solidFill>
                  <a:latin typeface="Aptos Display" panose="020B0004020202020204" pitchFamily="34" charset="0"/>
                </a:endParaRPr>
              </a:p>
              <a:p>
                <a:pPr marL="285750" indent="-285750">
                  <a:buFont typeface="Arial" panose="020B0604020202020204" pitchFamily="34" charset="0"/>
                  <a:buChar char="•"/>
                </a:pPr>
                <a14:m>
                  <m:oMath xmlns:m="http://schemas.openxmlformats.org/officeDocument/2006/math">
                    <m:r>
                      <a:rPr lang="en-US" sz="1600" dirty="0" smtClean="0">
                        <a:solidFill>
                          <a:srgbClr val="003366"/>
                        </a:solidFill>
                        <a:latin typeface="Cambria Math" panose="02040503050406030204" pitchFamily="18" charset="0"/>
                      </a:rPr>
                      <m:t>2</m:t>
                    </m:r>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𝑤</m:t>
                        </m:r>
                      </m:e>
                      <m:sub>
                        <m:r>
                          <a:rPr lang="en-US" sz="1600" i="0" dirty="0" smtClean="0">
                            <a:solidFill>
                              <a:srgbClr val="003366"/>
                            </a:solidFill>
                            <a:latin typeface="Cambria Math" panose="02040503050406030204" pitchFamily="18" charset="0"/>
                          </a:rPr>
                          <m:t>1</m:t>
                        </m:r>
                      </m:sub>
                    </m:sSub>
                    <m:r>
                      <a:rPr lang="en-US" sz="1600" i="0"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𝑏</m:t>
                    </m:r>
                    <m:r>
                      <a:rPr lang="en-US" sz="1600" i="0" dirty="0" smtClean="0">
                        <a:solidFill>
                          <a:srgbClr val="003366"/>
                        </a:solidFill>
                        <a:latin typeface="Cambria Math" panose="02040503050406030204" pitchFamily="18" charset="0"/>
                      </a:rPr>
                      <m:t>=2.0</m:t>
                    </m:r>
                  </m:oMath>
                </a14:m>
                <a:endParaRPr lang="en-CA" sz="1600" dirty="0">
                  <a:solidFill>
                    <a:srgbClr val="003366"/>
                  </a:solidFill>
                  <a:latin typeface="Aptos Display" panose="020B0004020202020204" pitchFamily="34" charset="0"/>
                </a:endParaRPr>
              </a:p>
              <a:p>
                <a:pPr marL="285750" indent="-285750">
                  <a:buFont typeface="Arial" panose="020B0604020202020204" pitchFamily="34" charset="0"/>
                  <a:buChar char="•"/>
                </a:pPr>
                <a14:m>
                  <m:oMath xmlns:m="http://schemas.openxmlformats.org/officeDocument/2006/math">
                    <m:r>
                      <a:rPr lang="en-US" sz="1600" dirty="0" smtClean="0">
                        <a:solidFill>
                          <a:srgbClr val="003366"/>
                        </a:solidFill>
                        <a:latin typeface="Cambria Math" panose="02040503050406030204" pitchFamily="18" charset="0"/>
                      </a:rPr>
                      <m:t>0.5</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𝑤</m:t>
                        </m:r>
                      </m:e>
                      <m:sub>
                        <m:r>
                          <a:rPr lang="en-US" sz="1600" i="0" dirty="0">
                            <a:solidFill>
                              <a:srgbClr val="003366"/>
                            </a:solidFill>
                            <a:latin typeface="Cambria Math" panose="02040503050406030204" pitchFamily="18" charset="0"/>
                          </a:rPr>
                          <m:t>1</m:t>
                        </m:r>
                      </m:sub>
                    </m:sSub>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𝑏</m:t>
                    </m:r>
                    <m:r>
                      <a:rPr lang="en-US" sz="1600" i="0" dirty="0">
                        <a:solidFill>
                          <a:srgbClr val="003366"/>
                        </a:solidFill>
                        <a:latin typeface="Cambria Math" panose="02040503050406030204" pitchFamily="18" charset="0"/>
                      </a:rPr>
                      <m:t>=0.5</m:t>
                    </m:r>
                  </m:oMath>
                </a14:m>
                <a:endParaRPr lang="en-CA" sz="1600" dirty="0">
                  <a:solidFill>
                    <a:srgbClr val="003366"/>
                  </a:solidFill>
                  <a:latin typeface="Aptos Display" panose="020B0004020202020204" pitchFamily="34" charset="0"/>
                </a:endParaRPr>
              </a:p>
              <a:p>
                <a:pPr marL="0" indent="0"/>
                <a:endParaRPr lang="en-US" sz="1600" dirty="0">
                  <a:solidFill>
                    <a:srgbClr val="003366"/>
                  </a:solidFill>
                  <a:latin typeface="Aptos Display" panose="020B0004020202020204" pitchFamily="34" charset="0"/>
                </a:endParaRPr>
              </a:p>
            </p:txBody>
          </p:sp>
        </mc:Choice>
        <mc:Fallback xmlns="">
          <p:sp>
            <p:nvSpPr>
              <p:cNvPr id="4" name="Content Placeholder 3">
                <a:extLst>
                  <a:ext uri="{FF2B5EF4-FFF2-40B4-BE49-F238E27FC236}">
                    <a16:creationId xmlns:a16="http://schemas.microsoft.com/office/drawing/2014/main" id="{944801B5-97D5-21FC-A109-396F705BEDDE}"/>
                  </a:ext>
                </a:extLst>
              </p:cNvPr>
              <p:cNvSpPr>
                <a:spLocks noGrp="1" noRot="1" noChangeAspect="1" noMove="1" noResize="1" noEditPoints="1" noAdjustHandles="1" noChangeArrowheads="1" noChangeShapeType="1" noTextEdit="1"/>
              </p:cNvSpPr>
              <p:nvPr>
                <p:ph idx="1"/>
              </p:nvPr>
            </p:nvSpPr>
            <p:spPr>
              <a:xfrm>
                <a:off x="323528" y="1066800"/>
                <a:ext cx="8625210" cy="5530552"/>
              </a:xfrm>
              <a:blipFill>
                <a:blip r:embed="rId3"/>
                <a:stretch>
                  <a:fillRect l="-1471" t="-1147"/>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11C03EFF-2EEA-82C9-39B1-229BAA790AC6}"/>
              </a:ext>
            </a:extLst>
          </p:cNvPr>
          <p:cNvSpPr>
            <a:spLocks noGrp="1"/>
          </p:cNvSpPr>
          <p:nvPr>
            <p:ph type="sldNum" sz="quarter" idx="10"/>
          </p:nvPr>
        </p:nvSpPr>
        <p:spPr/>
        <p:txBody>
          <a:bodyPr/>
          <a:lstStyle/>
          <a:p>
            <a:pPr>
              <a:defRPr/>
            </a:pPr>
            <a:fld id="{FE5AEF74-5102-4921-8DBA-649C609AF6D1}" type="slidenum">
              <a:rPr lang="it-IT" smtClean="0"/>
              <a:pPr>
                <a:defRPr/>
              </a:pPr>
              <a:t>19</a:t>
            </a:fld>
            <a:endParaRPr lang="it-IT"/>
          </a:p>
        </p:txBody>
      </p:sp>
      <p:sp>
        <p:nvSpPr>
          <p:cNvPr id="5" name="Round Diagonal Corner Rectangle 4">
            <a:extLst>
              <a:ext uri="{FF2B5EF4-FFF2-40B4-BE49-F238E27FC236}">
                <a16:creationId xmlns:a16="http://schemas.microsoft.com/office/drawing/2014/main" id="{9B9793DC-419C-D228-8013-E38DB57ABA1B}"/>
              </a:ext>
            </a:extLst>
          </p:cNvPr>
          <p:cNvSpPr/>
          <p:nvPr/>
        </p:nvSpPr>
        <p:spPr>
          <a:xfrm>
            <a:off x="195262" y="1556792"/>
            <a:ext cx="8390474" cy="1656184"/>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 Diagonal Corner Rectangle 5">
            <a:extLst>
              <a:ext uri="{FF2B5EF4-FFF2-40B4-BE49-F238E27FC236}">
                <a16:creationId xmlns:a16="http://schemas.microsoft.com/office/drawing/2014/main" id="{0516A4A7-A001-2E6D-7BDA-FFB298BF6B25}"/>
              </a:ext>
            </a:extLst>
          </p:cNvPr>
          <p:cNvSpPr/>
          <p:nvPr/>
        </p:nvSpPr>
        <p:spPr>
          <a:xfrm>
            <a:off x="195262" y="3356992"/>
            <a:ext cx="8390474" cy="1584176"/>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ound Diagonal Corner Rectangle 6">
            <a:extLst>
              <a:ext uri="{FF2B5EF4-FFF2-40B4-BE49-F238E27FC236}">
                <a16:creationId xmlns:a16="http://schemas.microsoft.com/office/drawing/2014/main" id="{8CD30411-2C3E-51F9-B292-59B31D42F159}"/>
              </a:ext>
            </a:extLst>
          </p:cNvPr>
          <p:cNvSpPr/>
          <p:nvPr/>
        </p:nvSpPr>
        <p:spPr>
          <a:xfrm>
            <a:off x="195262" y="5085185"/>
            <a:ext cx="8390474" cy="1296143"/>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734673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4969D-BBBF-BD97-D215-DEF2AB847C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4A402-968F-09FE-193E-B6B48C6632A8}"/>
              </a:ext>
            </a:extLst>
          </p:cNvPr>
          <p:cNvSpPr>
            <a:spLocks noGrp="1"/>
          </p:cNvSpPr>
          <p:nvPr>
            <p:ph type="title"/>
          </p:nvPr>
        </p:nvSpPr>
        <p:spPr>
          <a:xfrm>
            <a:off x="719138" y="286544"/>
            <a:ext cx="3204790" cy="838200"/>
          </a:xfrm>
        </p:spPr>
        <p:txBody>
          <a:bodyPr/>
          <a:lstStyle/>
          <a:p>
            <a:r>
              <a:rPr lang="en-CA" sz="2800" i="1" dirty="0">
                <a:latin typeface="Cambria"/>
              </a:rPr>
              <a:t>E</a:t>
            </a:r>
            <a:r>
              <a:rPr lang="en-CA" sz="2600" i="1" dirty="0">
                <a:latin typeface="Cambria"/>
              </a:rPr>
              <a:t>QUATION </a:t>
            </a:r>
            <a:r>
              <a:rPr lang="en-CA" sz="2800" i="1" dirty="0">
                <a:latin typeface="Cambria"/>
              </a:rPr>
              <a:t>S</a:t>
            </a:r>
            <a:r>
              <a:rPr lang="en-CA" sz="2600" i="1" dirty="0">
                <a:latin typeface="Cambria"/>
              </a:rPr>
              <a:t>OLVING</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892858A-9A02-019B-4EDF-40D276939CF5}"/>
                  </a:ext>
                </a:extLst>
              </p:cNvPr>
              <p:cNvSpPr>
                <a:spLocks noGrp="1"/>
              </p:cNvSpPr>
              <p:nvPr>
                <p:ph idx="1"/>
              </p:nvPr>
            </p:nvSpPr>
            <p:spPr>
              <a:xfrm>
                <a:off x="323528" y="1066800"/>
                <a:ext cx="8625210" cy="5530552"/>
              </a:xfrm>
            </p:spPr>
            <p:txBody>
              <a:bodyPr/>
              <a:lstStyle/>
              <a:p>
                <a:pPr marL="0" indent="0"/>
                <a:endParaRPr lang="en-US" sz="1800" dirty="0">
                  <a:solidFill>
                    <a:srgbClr val="003366"/>
                  </a:solidFill>
                  <a:latin typeface="Aptos Display" panose="020B0004020202020204" pitchFamily="34" charset="0"/>
                </a:endParaRPr>
              </a:p>
              <a:p>
                <a:pPr marL="0" indent="0"/>
                <a:r>
                  <a:rPr lang="en-US" sz="1800" dirty="0">
                    <a:solidFill>
                      <a:srgbClr val="003366"/>
                    </a:solidFill>
                    <a:latin typeface="Aptos Display" panose="020B0004020202020204" pitchFamily="34" charset="0"/>
                  </a:rPr>
                  <a:t>Step 3: Solve the System: </a:t>
                </a:r>
              </a:p>
              <a:p>
                <a:pPr marL="0" indent="0"/>
                <a:endParaRPr lang="en-US" sz="1800" dirty="0">
                  <a:solidFill>
                    <a:srgbClr val="003366"/>
                  </a:solidFill>
                  <a:latin typeface="Aptos Display" panose="020B0004020202020204" pitchFamily="34" charset="0"/>
                </a:endParaRPr>
              </a:p>
              <a:p>
                <a:pPr marL="0" indent="0"/>
                <a:r>
                  <a:rPr lang="en-US" sz="1800" dirty="0">
                    <a:solidFill>
                      <a:srgbClr val="003366"/>
                    </a:solidFill>
                    <a:latin typeface="Aptos Display" panose="020B0004020202020204" pitchFamily="34" charset="0"/>
                  </a:rPr>
                  <a:t>Subtracting the second equation from the first:</a:t>
                </a:r>
              </a:p>
              <a:p>
                <a:pPr marL="0" indent="0"/>
                <a:endParaRPr lang="en-US" sz="1800" i="1" dirty="0">
                  <a:solidFill>
                    <a:srgbClr val="003366"/>
                  </a:solidFill>
                  <a:latin typeface="Aptos Display" panose="020B0004020202020204" pitchFamily="34" charset="0"/>
                </a:endParaRPr>
              </a:p>
              <a:p>
                <a:pPr marL="285750" indent="-285750">
                  <a:buFont typeface="Arial" panose="020B0604020202020204" pitchFamily="34" charset="0"/>
                  <a:buChar char="•"/>
                </a:pPr>
                <a14:m>
                  <m:oMath xmlns:m="http://schemas.openxmlformats.org/officeDocument/2006/math">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2−0.5</m:t>
                        </m:r>
                      </m:e>
                    </m:d>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𝑤</m:t>
                        </m:r>
                      </m:e>
                      <m:sub>
                        <m:r>
                          <a:rPr lang="en-US" sz="1800" i="0" dirty="0">
                            <a:solidFill>
                              <a:srgbClr val="003366"/>
                            </a:solidFill>
                            <a:latin typeface="Cambria Math" panose="02040503050406030204" pitchFamily="18" charset="0"/>
                          </a:rPr>
                          <m:t>1</m:t>
                        </m:r>
                      </m:sub>
                    </m:sSub>
                    <m:r>
                      <a:rPr lang="en-US" sz="1800" i="0" dirty="0">
                        <a:solidFill>
                          <a:srgbClr val="003366"/>
                        </a:solidFill>
                        <a:latin typeface="Cambria Math" panose="02040503050406030204" pitchFamily="18" charset="0"/>
                      </a:rPr>
                      <m:t>=2.0−0.5⟹1.5</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𝑤</m:t>
                        </m:r>
                      </m:e>
                      <m:sub>
                        <m:r>
                          <a:rPr lang="en-US" sz="1800" i="0" dirty="0">
                            <a:solidFill>
                              <a:srgbClr val="003366"/>
                            </a:solidFill>
                            <a:latin typeface="Cambria Math" panose="02040503050406030204" pitchFamily="18" charset="0"/>
                          </a:rPr>
                          <m:t>1</m:t>
                        </m:r>
                      </m:sub>
                    </m:sSub>
                    <m:r>
                      <a:rPr lang="en-US" sz="1800" i="0" dirty="0">
                        <a:solidFill>
                          <a:srgbClr val="003366"/>
                        </a:solidFill>
                        <a:latin typeface="Cambria Math" panose="02040503050406030204" pitchFamily="18" charset="0"/>
                      </a:rPr>
                      <m:t>=1.5⟹</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𝑤</m:t>
                        </m:r>
                      </m:e>
                      <m:sub>
                        <m:r>
                          <a:rPr lang="en-US" sz="1800" i="0" dirty="0">
                            <a:solidFill>
                              <a:srgbClr val="003366"/>
                            </a:solidFill>
                            <a:latin typeface="Cambria Math" panose="02040503050406030204" pitchFamily="18" charset="0"/>
                          </a:rPr>
                          <m:t>1</m:t>
                        </m:r>
                      </m:sub>
                    </m:sSub>
                    <m:r>
                      <a:rPr lang="en-US" sz="1800" i="0" dirty="0">
                        <a:solidFill>
                          <a:srgbClr val="003366"/>
                        </a:solidFill>
                        <a:latin typeface="Cambria Math" panose="02040503050406030204" pitchFamily="18" charset="0"/>
                      </a:rPr>
                      <m:t>=1.0</m:t>
                    </m:r>
                  </m:oMath>
                </a14:m>
                <a:endParaRPr lang="en-US" sz="1800" dirty="0">
                  <a:solidFill>
                    <a:srgbClr val="003366"/>
                  </a:solidFill>
                  <a:latin typeface="Aptos Display" panose="020B0004020202020204" pitchFamily="34" charset="0"/>
                </a:endParaRPr>
              </a:p>
              <a:p>
                <a:endParaRPr lang="en-US" sz="1800" dirty="0">
                  <a:solidFill>
                    <a:srgbClr val="003366"/>
                  </a:solidFill>
                  <a:latin typeface="Aptos Display" panose="020B0004020202020204" pitchFamily="34" charset="0"/>
                </a:endParaRPr>
              </a:p>
              <a:p>
                <a:pPr marL="0" indent="0"/>
                <a:r>
                  <a:rPr lang="en-US" sz="1800" dirty="0">
                    <a:solidFill>
                      <a:srgbClr val="003366"/>
                    </a:solidFill>
                    <a:latin typeface="Aptos Display" panose="020B0004020202020204" pitchFamily="34" charset="0"/>
                  </a:rPr>
                  <a:t>Substituting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𝑤</m:t>
                        </m:r>
                      </m:e>
                      <m:sub>
                        <m:r>
                          <a:rPr lang="en-US" sz="1800" i="0" dirty="0">
                            <a:solidFill>
                              <a:srgbClr val="003366"/>
                            </a:solidFill>
                            <a:latin typeface="Cambria Math" panose="02040503050406030204" pitchFamily="18" charset="0"/>
                          </a:rPr>
                          <m:t>1</m:t>
                        </m:r>
                      </m:sub>
                    </m:sSub>
                    <m:r>
                      <a:rPr lang="en-US" sz="1800" i="0" dirty="0">
                        <a:solidFill>
                          <a:srgbClr val="003366"/>
                        </a:solidFill>
                        <a:latin typeface="Cambria Math" panose="02040503050406030204" pitchFamily="18" charset="0"/>
                      </a:rPr>
                      <m:t>=1.0</m:t>
                    </m:r>
                  </m:oMath>
                </a14:m>
                <a:r>
                  <a:rPr lang="en-US" sz="1800" dirty="0">
                    <a:solidFill>
                      <a:srgbClr val="003366"/>
                    </a:solidFill>
                    <a:latin typeface="Aptos Display" panose="020B0004020202020204" pitchFamily="34" charset="0"/>
                  </a:rPr>
                  <a:t> back:</a:t>
                </a:r>
              </a:p>
              <a:p>
                <a:pPr marL="0" indent="0"/>
                <a:endParaRPr lang="en-US" sz="1800"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r>
                      <a:rPr lang="en-US" sz="1800" dirty="0">
                        <a:solidFill>
                          <a:srgbClr val="003366"/>
                        </a:solidFill>
                        <a:latin typeface="Cambria Math" panose="02040503050406030204" pitchFamily="18" charset="0"/>
                      </a:rPr>
                      <m:t>2</m:t>
                    </m:r>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1.0</m:t>
                        </m:r>
                      </m:e>
                    </m:d>
                    <m:r>
                      <a:rPr lang="en-US" sz="1800" i="0" dirty="0">
                        <a:solidFill>
                          <a:srgbClr val="003366"/>
                        </a:solidFill>
                        <a:latin typeface="Cambria Math" panose="02040503050406030204" pitchFamily="18" charset="0"/>
                      </a:rPr>
                      <m:t>+</m:t>
                    </m:r>
                    <m:r>
                      <a:rPr lang="en-US" sz="1800" i="1" dirty="0">
                        <a:solidFill>
                          <a:srgbClr val="003366"/>
                        </a:solidFill>
                        <a:latin typeface="Cambria Math" panose="02040503050406030204" pitchFamily="18" charset="0"/>
                      </a:rPr>
                      <m:t>𝑏</m:t>
                    </m:r>
                    <m:r>
                      <a:rPr lang="en-US" sz="1800" i="0" dirty="0">
                        <a:solidFill>
                          <a:srgbClr val="003366"/>
                        </a:solidFill>
                        <a:latin typeface="Cambria Math" panose="02040503050406030204" pitchFamily="18" charset="0"/>
                      </a:rPr>
                      <m:t>=2.0⟹</m:t>
                    </m:r>
                    <m:r>
                      <a:rPr lang="en-US" sz="1800" i="1" dirty="0">
                        <a:solidFill>
                          <a:srgbClr val="003366"/>
                        </a:solidFill>
                        <a:latin typeface="Cambria Math" panose="02040503050406030204" pitchFamily="18" charset="0"/>
                      </a:rPr>
                      <m:t>𝑏</m:t>
                    </m:r>
                    <m:r>
                      <a:rPr lang="en-US" sz="1800" i="0" dirty="0">
                        <a:solidFill>
                          <a:srgbClr val="003366"/>
                        </a:solidFill>
                        <a:latin typeface="Cambria Math" panose="02040503050406030204" pitchFamily="18" charset="0"/>
                      </a:rPr>
                      <m:t>=0.0</m:t>
                    </m:r>
                  </m:oMath>
                </a14:m>
                <a:endParaRPr lang="en-US" sz="1800" dirty="0">
                  <a:solidFill>
                    <a:srgbClr val="003366"/>
                  </a:solidFill>
                  <a:latin typeface="Aptos Display" panose="020B0004020202020204" pitchFamily="34" charset="0"/>
                </a:endParaRPr>
              </a:p>
              <a:p>
                <a:endParaRPr lang="en-US" sz="1800" dirty="0">
                  <a:solidFill>
                    <a:srgbClr val="003366"/>
                  </a:solidFill>
                  <a:latin typeface="Aptos Display" panose="020B0004020202020204" pitchFamily="34" charset="0"/>
                </a:endParaRPr>
              </a:p>
              <a:p>
                <a:pPr marL="0" indent="0"/>
                <a:r>
                  <a:rPr lang="en-US" sz="1800" dirty="0">
                    <a:solidFill>
                      <a:srgbClr val="003366"/>
                    </a:solidFill>
                    <a:latin typeface="Aptos Display" panose="020B0004020202020204" pitchFamily="34" charset="0"/>
                  </a:rPr>
                  <a:t>The exact parameters of the victim model are successfully recovered:</a:t>
                </a:r>
              </a:p>
              <a:p>
                <a:pPr marL="0" indent="0"/>
                <a:endParaRPr lang="en-US" sz="1800" dirty="0">
                  <a:solidFill>
                    <a:srgbClr val="003366"/>
                  </a:solidFill>
                  <a:latin typeface="Aptos Display" panose="020B0004020202020204" pitchFamily="34" charset="0"/>
                </a:endParaRPr>
              </a:p>
              <a:p>
                <a:pPr marL="285750" indent="-285750">
                  <a:buFont typeface="Arial" panose="020B0604020202020204" pitchFamily="34" charset="0"/>
                  <a:buChar char="•"/>
                </a:pPr>
                <a:r>
                  <a:rPr lang="en-US" sz="1800" dirty="0">
                    <a:solidFill>
                      <a:srgbClr val="003366"/>
                    </a:solidFill>
                    <a:latin typeface="Aptos Display" panose="020B0004020202020204" pitchFamily="34" charset="0"/>
                  </a:rPr>
                  <a:t>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𝑤</m:t>
                        </m:r>
                      </m:e>
                      <m:sub>
                        <m:r>
                          <a:rPr lang="en-US" sz="1800" i="0" dirty="0">
                            <a:solidFill>
                              <a:srgbClr val="003366"/>
                            </a:solidFill>
                            <a:latin typeface="Cambria Math" panose="02040503050406030204" pitchFamily="18" charset="0"/>
                          </a:rPr>
                          <m:t>1</m:t>
                        </m:r>
                      </m:sub>
                    </m:sSub>
                    <m:r>
                      <a:rPr lang="en-US" sz="1800" i="0" dirty="0">
                        <a:solidFill>
                          <a:srgbClr val="003366"/>
                        </a:solidFill>
                        <a:latin typeface="Cambria Math" panose="02040503050406030204" pitchFamily="18" charset="0"/>
                      </a:rPr>
                      <m:t>=1.0</m:t>
                    </m:r>
                  </m:oMath>
                </a14:m>
                <a:r>
                  <a:rPr lang="en-US" sz="1800" dirty="0">
                    <a:solidFill>
                      <a:srgbClr val="003366"/>
                    </a:solidFill>
                    <a:latin typeface="Aptos Display" panose="020B0004020202020204" pitchFamily="34" charset="0"/>
                  </a:rPr>
                  <a:t>, </a:t>
                </a:r>
                <a14:m>
                  <m:oMath xmlns:m="http://schemas.openxmlformats.org/officeDocument/2006/math">
                    <m:r>
                      <a:rPr lang="en-US" sz="1800" i="1" dirty="0" smtClean="0">
                        <a:solidFill>
                          <a:srgbClr val="003366"/>
                        </a:solidFill>
                        <a:latin typeface="Cambria Math" panose="02040503050406030204" pitchFamily="18" charset="0"/>
                      </a:rPr>
                      <m:t>𝑏</m:t>
                    </m:r>
                    <m:r>
                      <a:rPr lang="en-US" sz="1800" i="0" dirty="0">
                        <a:solidFill>
                          <a:srgbClr val="003366"/>
                        </a:solidFill>
                        <a:latin typeface="Cambria Math" panose="02040503050406030204" pitchFamily="18" charset="0"/>
                      </a:rPr>
                      <m:t>=0.0</m:t>
                    </m:r>
                  </m:oMath>
                </a14:m>
                <a:r>
                  <a:rPr lang="en-US" sz="1800" dirty="0">
                    <a:solidFill>
                      <a:srgbClr val="003366"/>
                    </a:solidFill>
                    <a:latin typeface="Aptos Display" panose="020B0004020202020204" pitchFamily="34" charset="0"/>
                  </a:rPr>
                  <a:t>.</a:t>
                </a:r>
              </a:p>
            </p:txBody>
          </p:sp>
        </mc:Choice>
        <mc:Fallback xmlns="">
          <p:sp>
            <p:nvSpPr>
              <p:cNvPr id="4" name="Content Placeholder 3">
                <a:extLst>
                  <a:ext uri="{FF2B5EF4-FFF2-40B4-BE49-F238E27FC236}">
                    <a16:creationId xmlns:a16="http://schemas.microsoft.com/office/drawing/2014/main" id="{7892858A-9A02-019B-4EDF-40D276939CF5}"/>
                  </a:ext>
                </a:extLst>
              </p:cNvPr>
              <p:cNvSpPr>
                <a:spLocks noGrp="1" noRot="1" noChangeAspect="1" noMove="1" noResize="1" noEditPoints="1" noAdjustHandles="1" noChangeArrowheads="1" noChangeShapeType="1" noTextEdit="1"/>
              </p:cNvSpPr>
              <p:nvPr>
                <p:ph idx="1"/>
              </p:nvPr>
            </p:nvSpPr>
            <p:spPr>
              <a:xfrm>
                <a:off x="323528" y="1066800"/>
                <a:ext cx="8625210" cy="5530552"/>
              </a:xfrm>
              <a:blipFill>
                <a:blip r:embed="rId3"/>
                <a:stretch>
                  <a:fillRect l="-1618"/>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63392295-DFC5-E246-4259-78B3B97F4821}"/>
              </a:ext>
            </a:extLst>
          </p:cNvPr>
          <p:cNvSpPr>
            <a:spLocks noGrp="1"/>
          </p:cNvSpPr>
          <p:nvPr>
            <p:ph type="sldNum" sz="quarter" idx="10"/>
          </p:nvPr>
        </p:nvSpPr>
        <p:spPr/>
        <p:txBody>
          <a:bodyPr/>
          <a:lstStyle/>
          <a:p>
            <a:pPr>
              <a:defRPr/>
            </a:pPr>
            <a:fld id="{FE5AEF74-5102-4921-8DBA-649C609AF6D1}" type="slidenum">
              <a:rPr lang="it-IT" smtClean="0"/>
              <a:pPr>
                <a:defRPr/>
              </a:pPr>
              <a:t>20</a:t>
            </a:fld>
            <a:endParaRPr lang="it-IT"/>
          </a:p>
        </p:txBody>
      </p:sp>
      <p:sp>
        <p:nvSpPr>
          <p:cNvPr id="5" name="Round Diagonal Corner Rectangle 4">
            <a:extLst>
              <a:ext uri="{FF2B5EF4-FFF2-40B4-BE49-F238E27FC236}">
                <a16:creationId xmlns:a16="http://schemas.microsoft.com/office/drawing/2014/main" id="{31ED4EB8-FDE4-4F48-CE17-8D260AE796EA}"/>
              </a:ext>
            </a:extLst>
          </p:cNvPr>
          <p:cNvSpPr/>
          <p:nvPr/>
        </p:nvSpPr>
        <p:spPr>
          <a:xfrm>
            <a:off x="166359" y="1028422"/>
            <a:ext cx="8600256" cy="4740573"/>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5698050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D0EE8-5978-8503-9CD4-EFC45ED56F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EE8D59-D17D-F800-A7E9-EABBE073DE23}"/>
              </a:ext>
            </a:extLst>
          </p:cNvPr>
          <p:cNvSpPr>
            <a:spLocks noGrp="1"/>
          </p:cNvSpPr>
          <p:nvPr>
            <p:ph type="title"/>
          </p:nvPr>
        </p:nvSpPr>
        <p:spPr>
          <a:xfrm>
            <a:off x="719138" y="286544"/>
            <a:ext cx="4500934" cy="838200"/>
          </a:xfrm>
        </p:spPr>
        <p:txBody>
          <a:bodyPr wrap="square" anchor="t">
            <a:normAutofit/>
          </a:bodyPr>
          <a:lstStyle/>
          <a:p>
            <a:r>
              <a:rPr lang="en-CA" sz="2800" i="1" dirty="0">
                <a:latin typeface="Cambria" panose="02040503050406030204" pitchFamily="18" charset="0"/>
              </a:rPr>
              <a:t>D</a:t>
            </a:r>
            <a:r>
              <a:rPr lang="en-CA" sz="2600" i="1" dirty="0">
                <a:latin typeface="Cambria" panose="02040503050406030204" pitchFamily="18" charset="0"/>
              </a:rPr>
              <a:t>ATA </a:t>
            </a:r>
            <a:r>
              <a:rPr lang="en-CA" sz="2800" i="1" dirty="0">
                <a:latin typeface="Cambria" panose="02040503050406030204" pitchFamily="18" charset="0"/>
              </a:rPr>
              <a:t>D</a:t>
            </a:r>
            <a:r>
              <a:rPr lang="en-CA" sz="2600" i="1" dirty="0">
                <a:latin typeface="Cambria" panose="02040503050406030204" pitchFamily="18" charset="0"/>
              </a:rPr>
              <a:t>RIVEN </a:t>
            </a:r>
            <a:r>
              <a:rPr lang="en-CA" sz="2800" i="1" dirty="0">
                <a:latin typeface="Cambria" panose="02040503050406030204" pitchFamily="18" charset="0"/>
              </a:rPr>
              <a:t>A</a:t>
            </a:r>
            <a:r>
              <a:rPr lang="en-CA" sz="2600" i="1" dirty="0">
                <a:latin typeface="Cambria" panose="02040503050406030204" pitchFamily="18" charset="0"/>
              </a:rPr>
              <a:t>TTACKS</a:t>
            </a:r>
            <a:endParaRPr lang="en-CA" sz="2600" b="1" i="1" dirty="0">
              <a:latin typeface="Cambria" panose="02040503050406030204" pitchFamily="18" charset="0"/>
            </a:endParaRPr>
          </a:p>
        </p:txBody>
      </p:sp>
      <p:sp>
        <p:nvSpPr>
          <p:cNvPr id="4" name="Content Placeholder 3">
            <a:extLst>
              <a:ext uri="{FF2B5EF4-FFF2-40B4-BE49-F238E27FC236}">
                <a16:creationId xmlns:a16="http://schemas.microsoft.com/office/drawing/2014/main" id="{69DDBE21-F70B-276F-E7E3-8B3D0338C512}"/>
              </a:ext>
            </a:extLst>
          </p:cNvPr>
          <p:cNvSpPr>
            <a:spLocks noGrp="1"/>
          </p:cNvSpPr>
          <p:nvPr>
            <p:ph sz="half" idx="1"/>
          </p:nvPr>
        </p:nvSpPr>
        <p:spPr>
          <a:xfrm>
            <a:off x="719138" y="1066800"/>
            <a:ext cx="7885310" cy="1282080"/>
          </a:xfrm>
        </p:spPr>
        <p:txBody>
          <a:bodyPr wrap="square" anchor="t">
            <a:normAutofit/>
          </a:bodyPr>
          <a:lstStyle/>
          <a:p>
            <a:pPr marL="0" indent="0" algn="just">
              <a:lnSpc>
                <a:spcPct val="90000"/>
              </a:lnSpc>
            </a:pPr>
            <a:r>
              <a:rPr lang="en-US" sz="1800" dirty="0">
                <a:solidFill>
                  <a:srgbClr val="003366"/>
                </a:solidFill>
                <a:latin typeface="Aptos Display" panose="020B0004020202020204" pitchFamily="34" charset="0"/>
              </a:rPr>
              <a:t>Data-Driven attacks focus on where the attacker obtains the dataset used to query the target model. Since the attacker has no access to the victim model's private training dataset, they must obtain or generate an alternative dataset.</a:t>
            </a:r>
          </a:p>
          <a:p>
            <a:pPr marL="0" indent="0">
              <a:lnSpc>
                <a:spcPct val="90000"/>
              </a:lnSpc>
            </a:pPr>
            <a:endParaRPr lang="en-US" sz="2200" dirty="0"/>
          </a:p>
        </p:txBody>
      </p:sp>
      <p:pic>
        <p:nvPicPr>
          <p:cNvPr id="5" name="Picture 4">
            <a:extLst>
              <a:ext uri="{FF2B5EF4-FFF2-40B4-BE49-F238E27FC236}">
                <a16:creationId xmlns:a16="http://schemas.microsoft.com/office/drawing/2014/main" id="{C2E1FD8F-B556-DA2B-B9BF-88066A2DFF17}"/>
              </a:ext>
            </a:extLst>
          </p:cNvPr>
          <p:cNvPicPr>
            <a:picLocks noChangeAspect="1"/>
          </p:cNvPicPr>
          <p:nvPr/>
        </p:nvPicPr>
        <p:blipFill>
          <a:blip r:embed="rId3"/>
          <a:stretch>
            <a:fillRect/>
          </a:stretch>
        </p:blipFill>
        <p:spPr>
          <a:xfrm>
            <a:off x="1393363" y="2346323"/>
            <a:ext cx="6767462" cy="4026640"/>
          </a:xfrm>
          <a:prstGeom prst="rect">
            <a:avLst/>
          </a:prstGeom>
          <a:noFill/>
        </p:spPr>
      </p:pic>
      <p:sp>
        <p:nvSpPr>
          <p:cNvPr id="10" name="Slide Number Placeholder 4">
            <a:extLst>
              <a:ext uri="{FF2B5EF4-FFF2-40B4-BE49-F238E27FC236}">
                <a16:creationId xmlns:a16="http://schemas.microsoft.com/office/drawing/2014/main" id="{2329EF73-EB8B-3A73-B872-FAF695516801}"/>
              </a:ext>
            </a:extLst>
          </p:cNvPr>
          <p:cNvSpPr>
            <a:spLocks noGrp="1"/>
          </p:cNvSpPr>
          <p:nvPr>
            <p:ph type="sldNum" sz="quarter" idx="10"/>
          </p:nvPr>
        </p:nvSpPr>
        <p:spPr>
          <a:xfrm>
            <a:off x="76200" y="6613525"/>
            <a:ext cx="1328738" cy="244475"/>
          </a:xfrm>
        </p:spPr>
        <p:txBody>
          <a:bodyPr/>
          <a:lstStyle/>
          <a:p>
            <a:pPr>
              <a:defRPr/>
            </a:pPr>
            <a:fld id="{5E635617-EE3C-41F5-B859-CA8A06225C8E}" type="slidenum">
              <a:rPr lang="it-IT" smtClean="0"/>
              <a:pPr>
                <a:defRPr/>
              </a:pPr>
              <a:t>21</a:t>
            </a:fld>
            <a:endParaRPr lang="it-IT"/>
          </a:p>
        </p:txBody>
      </p:sp>
    </p:spTree>
    <p:extLst>
      <p:ext uri="{BB962C8B-B14F-4D97-AF65-F5344CB8AC3E}">
        <p14:creationId xmlns:p14="http://schemas.microsoft.com/office/powerpoint/2010/main" val="38917964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4E7C9-715F-19F8-8413-70BACBB3F9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FB7F0D-92EE-F31D-97E8-088D6136070E}"/>
              </a:ext>
            </a:extLst>
          </p:cNvPr>
          <p:cNvSpPr>
            <a:spLocks noGrp="1"/>
          </p:cNvSpPr>
          <p:nvPr>
            <p:ph type="title"/>
          </p:nvPr>
        </p:nvSpPr>
        <p:spPr>
          <a:xfrm>
            <a:off x="719138" y="260648"/>
            <a:ext cx="5365030" cy="838200"/>
          </a:xfrm>
        </p:spPr>
        <p:txBody>
          <a:bodyPr/>
          <a:lstStyle/>
          <a:p>
            <a:r>
              <a:rPr lang="en-CA" sz="2800" i="1" dirty="0">
                <a:latin typeface="Cambria"/>
              </a:rPr>
              <a:t>N</a:t>
            </a:r>
            <a:r>
              <a:rPr lang="en-CA" sz="2600" i="1" dirty="0">
                <a:latin typeface="Cambria"/>
              </a:rPr>
              <a:t>ON-</a:t>
            </a:r>
            <a:r>
              <a:rPr lang="en-CA" sz="2800" i="1" dirty="0">
                <a:latin typeface="Cambria"/>
              </a:rPr>
              <a:t>P</a:t>
            </a:r>
            <a:r>
              <a:rPr lang="en-CA" sz="2600" i="1" dirty="0">
                <a:latin typeface="Cambria"/>
              </a:rPr>
              <a:t>ROBLEM </a:t>
            </a:r>
            <a:r>
              <a:rPr lang="en-CA" sz="2800" i="1" dirty="0">
                <a:latin typeface="Cambria"/>
              </a:rPr>
              <a:t>D</a:t>
            </a:r>
            <a:r>
              <a:rPr lang="en-CA" sz="2600" i="1" dirty="0">
                <a:latin typeface="Cambria"/>
              </a:rPr>
              <a:t>OMAIN </a:t>
            </a:r>
            <a:r>
              <a:rPr lang="en-CA" sz="2800" i="1" dirty="0">
                <a:latin typeface="Cambria"/>
              </a:rPr>
              <a:t>A</a:t>
            </a:r>
            <a:r>
              <a:rPr lang="en-CA" sz="2600" i="1" dirty="0">
                <a:latin typeface="Cambria"/>
              </a:rPr>
              <a:t>TTACKS</a:t>
            </a:r>
            <a:endParaRPr lang="en-CA" sz="2600" b="1" i="1" dirty="0">
              <a:solidFill>
                <a:srgbClr val="003F6E"/>
              </a:solidFill>
              <a:latin typeface="Cambria"/>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2EB98E1-88F0-F36C-00C7-A61C35922D7D}"/>
                  </a:ext>
                </a:extLst>
              </p:cNvPr>
              <p:cNvSpPr>
                <a:spLocks noGrp="1"/>
              </p:cNvSpPr>
              <p:nvPr>
                <p:ph idx="1"/>
              </p:nvPr>
            </p:nvSpPr>
            <p:spPr>
              <a:xfrm>
                <a:off x="338163" y="978049"/>
                <a:ext cx="8625210" cy="5530552"/>
              </a:xfrm>
            </p:spPr>
            <p:txBody>
              <a:bodyPr/>
              <a:lstStyle/>
              <a:p>
                <a:pPr marL="0" indent="0"/>
                <a:r>
                  <a:rPr lang="en-US" sz="1800" dirty="0">
                    <a:solidFill>
                      <a:srgbClr val="003366"/>
                    </a:solidFill>
                    <a:latin typeface="Aptos Display" panose="020B0004020202020204" pitchFamily="34" charset="0"/>
                  </a:rPr>
                  <a:t>In a Non-Problem Domain attack (such as Copycat CNN), the attacker uses an arbitrary public dataset to query the target black-box model. If the target model outputs soft probabilities (e.g. confidence scores for each class), the attacker can train their clone model to match these probabilities using standard Mean Squared Error (MSE) minimization.</a:t>
                </a:r>
              </a:p>
              <a:p>
                <a:pPr marL="0" indent="0"/>
                <a:endParaRPr lang="en-US" sz="1800" dirty="0">
                  <a:solidFill>
                    <a:srgbClr val="003366"/>
                  </a:solidFill>
                  <a:latin typeface="Aptos Display" panose="020B0004020202020204" pitchFamily="34" charset="0"/>
                </a:endParaRPr>
              </a:p>
              <a:p>
                <a:pPr marL="0" indent="0"/>
                <a:r>
                  <a:rPr lang="en-US" sz="1800" b="1" u="sng" dirty="0">
                    <a:solidFill>
                      <a:srgbClr val="003366"/>
                    </a:solidFill>
                    <a:latin typeface="Aptos Display" panose="020B0004020202020204" pitchFamily="34" charset="0"/>
                  </a:rPr>
                  <a:t>Mathematical Formulation:</a:t>
                </a:r>
              </a:p>
              <a:p>
                <a:pPr marL="0" indent="0"/>
                <a:endParaRPr lang="en-US" sz="1800" dirty="0">
                  <a:solidFill>
                    <a:srgbClr val="003366"/>
                  </a:solidFill>
                  <a:latin typeface="Aptos Display" panose="020B0004020202020204" pitchFamily="34" charset="0"/>
                </a:endParaRPr>
              </a:p>
              <a:p>
                <a:pPr marL="0" indent="0"/>
                <a:r>
                  <a:rPr lang="en-US" sz="1800" dirty="0">
                    <a:solidFill>
                      <a:srgbClr val="003366"/>
                    </a:solidFill>
                    <a:latin typeface="Aptos Display" panose="020B0004020202020204" pitchFamily="34" charset="0"/>
                  </a:rPr>
                  <a:t>Let the victim model's soft prediction for a query sample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𝑥</m:t>
                        </m:r>
                      </m:e>
                      <m:sub>
                        <m:r>
                          <a:rPr lang="en-US" sz="1800" i="1" dirty="0">
                            <a:solidFill>
                              <a:srgbClr val="003366"/>
                            </a:solidFill>
                            <a:latin typeface="Cambria Math" panose="02040503050406030204" pitchFamily="18" charset="0"/>
                          </a:rPr>
                          <m:t>𝑖</m:t>
                        </m:r>
                      </m:sub>
                    </m:sSub>
                  </m:oMath>
                </a14:m>
                <a:r>
                  <a:rPr lang="en-US" sz="1800" dirty="0">
                    <a:solidFill>
                      <a:srgbClr val="003366"/>
                    </a:solidFill>
                    <a:latin typeface="Aptos Display" panose="020B0004020202020204" pitchFamily="34" charset="0"/>
                  </a:rPr>
                  <a:t> be the probability vector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𝑦</m:t>
                        </m:r>
                      </m:e>
                      <m:sub>
                        <m:r>
                          <a:rPr lang="en-US" sz="1800" i="1" dirty="0">
                            <a:solidFill>
                              <a:srgbClr val="003366"/>
                            </a:solidFill>
                            <a:latin typeface="Cambria Math" panose="02040503050406030204" pitchFamily="18" charset="0"/>
                          </a:rPr>
                          <m:t>𝑖</m:t>
                        </m:r>
                      </m:sub>
                    </m:sSub>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𝑝</m:t>
                                </m:r>
                              </m:e>
                              <m:sub>
                                <m:r>
                                  <a:rPr lang="en-US" sz="1800" i="1" dirty="0">
                                    <a:solidFill>
                                      <a:srgbClr val="003366"/>
                                    </a:solidFill>
                                    <a:latin typeface="Cambria Math" panose="02040503050406030204" pitchFamily="18" charset="0"/>
                                  </a:rPr>
                                  <m:t>𝑖</m:t>
                                </m:r>
                                <m:r>
                                  <a:rPr lang="en-US" sz="1800" i="0" dirty="0">
                                    <a:solidFill>
                                      <a:srgbClr val="003366"/>
                                    </a:solidFill>
                                    <a:latin typeface="Cambria Math" panose="02040503050406030204" pitchFamily="18" charset="0"/>
                                  </a:rPr>
                                  <m:t>,1</m:t>
                                </m:r>
                              </m:sub>
                            </m:sSub>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𝑝</m:t>
                                </m:r>
                              </m:e>
                              <m:sub>
                                <m:r>
                                  <a:rPr lang="en-US" sz="1800" i="1" dirty="0">
                                    <a:solidFill>
                                      <a:srgbClr val="003366"/>
                                    </a:solidFill>
                                    <a:latin typeface="Cambria Math" panose="02040503050406030204" pitchFamily="18" charset="0"/>
                                  </a:rPr>
                                  <m:t>𝑖</m:t>
                                </m:r>
                                <m:r>
                                  <a:rPr lang="en-US" sz="1800" i="0" dirty="0">
                                    <a:solidFill>
                                      <a:srgbClr val="003366"/>
                                    </a:solidFill>
                                    <a:latin typeface="Cambria Math" panose="02040503050406030204" pitchFamily="18" charset="0"/>
                                  </a:rPr>
                                  <m:t>,2</m:t>
                                </m:r>
                              </m:sub>
                            </m:sSub>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𝑝</m:t>
                                </m:r>
                              </m:e>
                              <m:sub>
                                <m:r>
                                  <a:rPr lang="en-US" sz="1800" i="1" dirty="0">
                                    <a:solidFill>
                                      <a:srgbClr val="003366"/>
                                    </a:solidFill>
                                    <a:latin typeface="Cambria Math" panose="02040503050406030204" pitchFamily="18" charset="0"/>
                                  </a:rPr>
                                  <m:t>𝑖</m:t>
                                </m:r>
                                <m:r>
                                  <a:rPr lang="en-US" sz="1800" i="0" dirty="0">
                                    <a:solidFill>
                                      <a:srgbClr val="003366"/>
                                    </a:solidFill>
                                    <a:latin typeface="Cambria Math" panose="02040503050406030204" pitchFamily="18" charset="0"/>
                                  </a:rPr>
                                  <m:t>,</m:t>
                                </m:r>
                                <m:r>
                                  <a:rPr lang="en-US" sz="1800" i="1" dirty="0">
                                    <a:solidFill>
                                      <a:srgbClr val="003366"/>
                                    </a:solidFill>
                                    <a:latin typeface="Cambria Math" panose="02040503050406030204" pitchFamily="18" charset="0"/>
                                  </a:rPr>
                                  <m:t>𝐶</m:t>
                                </m:r>
                              </m:sub>
                            </m:sSub>
                          </m:e>
                        </m:d>
                      </m:e>
                      <m:sup>
                        <m:r>
                          <a:rPr lang="en-US" sz="1800" i="1" dirty="0">
                            <a:solidFill>
                              <a:srgbClr val="003366"/>
                            </a:solidFill>
                            <a:latin typeface="Cambria Math" panose="02040503050406030204" pitchFamily="18" charset="0"/>
                          </a:rPr>
                          <m:t>𝑇</m:t>
                        </m:r>
                      </m:sup>
                    </m:sSup>
                  </m:oMath>
                </a14:m>
                <a:r>
                  <a:rPr lang="en-US" sz="1800" dirty="0">
                    <a:solidFill>
                      <a:srgbClr val="003366"/>
                    </a:solidFill>
                    <a:latin typeface="Aptos Display" panose="020B0004020202020204" pitchFamily="34" charset="0"/>
                  </a:rPr>
                  <a:t>. </a:t>
                </a:r>
              </a:p>
              <a:p>
                <a:pPr marL="0" indent="0"/>
                <a:endParaRPr lang="en-US" sz="1800" dirty="0">
                  <a:solidFill>
                    <a:srgbClr val="003366"/>
                  </a:solidFill>
                  <a:latin typeface="Aptos Display" panose="020B0004020202020204" pitchFamily="34" charset="0"/>
                </a:endParaRPr>
              </a:p>
              <a:p>
                <a:pPr marL="0" indent="0"/>
                <a:r>
                  <a:rPr lang="en-US" sz="1800" dirty="0">
                    <a:solidFill>
                      <a:srgbClr val="003366"/>
                    </a:solidFill>
                    <a:latin typeface="Aptos Display" panose="020B0004020202020204" pitchFamily="34" charset="0"/>
                  </a:rPr>
                  <a:t>Let the clone model's prediction be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acc>
                          <m:accPr>
                            <m:chr m:val="˜"/>
                            <m:ctrlPr>
                              <a:rPr lang="en-US" sz="1800" i="1" dirty="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𝑦</m:t>
                            </m:r>
                          </m:e>
                        </m:acc>
                      </m:e>
                      <m:sub>
                        <m:r>
                          <a:rPr lang="en-US" sz="1800" i="1" dirty="0">
                            <a:solidFill>
                              <a:srgbClr val="003366"/>
                            </a:solidFill>
                            <a:latin typeface="Cambria Math" panose="02040503050406030204" pitchFamily="18" charset="0"/>
                          </a:rPr>
                          <m:t>𝑖</m:t>
                        </m:r>
                      </m:sub>
                    </m:sSub>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sSub>
                              <m:sSubPr>
                                <m:ctrlPr>
                                  <a:rPr lang="en-US" sz="1800" i="1" dirty="0">
                                    <a:solidFill>
                                      <a:srgbClr val="003366"/>
                                    </a:solidFill>
                                    <a:latin typeface="Cambria Math" panose="02040503050406030204" pitchFamily="18" charset="0"/>
                                  </a:rPr>
                                </m:ctrlPr>
                              </m:sSubPr>
                              <m:e>
                                <m:acc>
                                  <m:accPr>
                                    <m:chr m:val="˜"/>
                                    <m:ctrlPr>
                                      <a:rPr lang="en-US" sz="1800" i="1" dirty="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𝑝</m:t>
                                    </m:r>
                                  </m:e>
                                </m:acc>
                              </m:e>
                              <m:sub>
                                <m:r>
                                  <a:rPr lang="en-US" sz="1800" i="1" dirty="0">
                                    <a:solidFill>
                                      <a:srgbClr val="003366"/>
                                    </a:solidFill>
                                    <a:latin typeface="Cambria Math" panose="02040503050406030204" pitchFamily="18" charset="0"/>
                                  </a:rPr>
                                  <m:t>𝑖</m:t>
                                </m:r>
                                <m:r>
                                  <a:rPr lang="en-US" sz="1800" i="0" dirty="0">
                                    <a:solidFill>
                                      <a:srgbClr val="003366"/>
                                    </a:solidFill>
                                    <a:latin typeface="Cambria Math" panose="02040503050406030204" pitchFamily="18" charset="0"/>
                                  </a:rPr>
                                  <m:t>,1</m:t>
                                </m:r>
                              </m:sub>
                            </m:sSub>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acc>
                                  <m:accPr>
                                    <m:chr m:val="˜"/>
                                    <m:ctrlPr>
                                      <a:rPr lang="en-US" sz="1800" i="1" dirty="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𝑝</m:t>
                                    </m:r>
                                  </m:e>
                                </m:acc>
                              </m:e>
                              <m:sub>
                                <m:r>
                                  <a:rPr lang="en-US" sz="1800" i="1" dirty="0">
                                    <a:solidFill>
                                      <a:srgbClr val="003366"/>
                                    </a:solidFill>
                                    <a:latin typeface="Cambria Math" panose="02040503050406030204" pitchFamily="18" charset="0"/>
                                  </a:rPr>
                                  <m:t>𝑖</m:t>
                                </m:r>
                                <m:r>
                                  <a:rPr lang="en-US" sz="1800" i="0" dirty="0">
                                    <a:solidFill>
                                      <a:srgbClr val="003366"/>
                                    </a:solidFill>
                                    <a:latin typeface="Cambria Math" panose="02040503050406030204" pitchFamily="18" charset="0"/>
                                  </a:rPr>
                                  <m:t>,2</m:t>
                                </m:r>
                              </m:sub>
                            </m:sSub>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acc>
                                  <m:accPr>
                                    <m:chr m:val="˜"/>
                                    <m:ctrlPr>
                                      <a:rPr lang="en-US" sz="1800" i="1" dirty="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𝑝</m:t>
                                    </m:r>
                                  </m:e>
                                </m:acc>
                              </m:e>
                              <m:sub>
                                <m:r>
                                  <a:rPr lang="en-US" sz="1800" i="1" dirty="0">
                                    <a:solidFill>
                                      <a:srgbClr val="003366"/>
                                    </a:solidFill>
                                    <a:latin typeface="Cambria Math" panose="02040503050406030204" pitchFamily="18" charset="0"/>
                                  </a:rPr>
                                  <m:t>𝑖</m:t>
                                </m:r>
                                <m:r>
                                  <a:rPr lang="en-US" sz="1800" i="0" dirty="0">
                                    <a:solidFill>
                                      <a:srgbClr val="003366"/>
                                    </a:solidFill>
                                    <a:latin typeface="Cambria Math" panose="02040503050406030204" pitchFamily="18" charset="0"/>
                                  </a:rPr>
                                  <m:t>,</m:t>
                                </m:r>
                                <m:r>
                                  <a:rPr lang="en-US" sz="1800" i="1" dirty="0">
                                    <a:solidFill>
                                      <a:srgbClr val="003366"/>
                                    </a:solidFill>
                                    <a:latin typeface="Cambria Math" panose="02040503050406030204" pitchFamily="18" charset="0"/>
                                  </a:rPr>
                                  <m:t>𝐶</m:t>
                                </m:r>
                              </m:sub>
                            </m:sSub>
                          </m:e>
                        </m:d>
                      </m:e>
                      <m:sup>
                        <m:r>
                          <a:rPr lang="en-US" sz="1800" i="1" dirty="0">
                            <a:solidFill>
                              <a:srgbClr val="003366"/>
                            </a:solidFill>
                            <a:latin typeface="Cambria Math" panose="02040503050406030204" pitchFamily="18" charset="0"/>
                          </a:rPr>
                          <m:t>𝑇</m:t>
                        </m:r>
                      </m:sup>
                    </m:sSup>
                  </m:oMath>
                </a14:m>
                <a:r>
                  <a:rPr lang="en-US" sz="1800" dirty="0">
                    <a:solidFill>
                      <a:srgbClr val="003366"/>
                    </a:solidFill>
                    <a:latin typeface="Aptos Display" panose="020B0004020202020204" pitchFamily="34" charset="0"/>
                  </a:rPr>
                  <a:t>, where </a:t>
                </a:r>
                <a14:m>
                  <m:oMath xmlns:m="http://schemas.openxmlformats.org/officeDocument/2006/math">
                    <m:r>
                      <a:rPr lang="en-US" sz="1800" i="1" dirty="0" smtClean="0">
                        <a:solidFill>
                          <a:srgbClr val="003366"/>
                        </a:solidFill>
                        <a:latin typeface="Cambria Math" panose="02040503050406030204" pitchFamily="18" charset="0"/>
                      </a:rPr>
                      <m:t>𝐶</m:t>
                    </m:r>
                  </m:oMath>
                </a14:m>
                <a:r>
                  <a:rPr lang="en-US" sz="1800" dirty="0">
                    <a:solidFill>
                      <a:srgbClr val="003366"/>
                    </a:solidFill>
                    <a:latin typeface="Aptos Display" panose="020B0004020202020204" pitchFamily="34" charset="0"/>
                  </a:rPr>
                  <a:t> is the number of classes.</a:t>
                </a:r>
              </a:p>
              <a:p>
                <a:pPr marL="0" indent="0"/>
                <a:endParaRPr lang="en-US" sz="1800" dirty="0">
                  <a:solidFill>
                    <a:srgbClr val="003366"/>
                  </a:solidFill>
                  <a:latin typeface="Aptos Display" panose="020B0004020202020204" pitchFamily="34" charset="0"/>
                </a:endParaRPr>
              </a:p>
              <a:p>
                <a:pPr marL="0" indent="0"/>
                <a:r>
                  <a:rPr lang="en-US" sz="1800" dirty="0">
                    <a:solidFill>
                      <a:srgbClr val="003366"/>
                    </a:solidFill>
                    <a:latin typeface="Aptos Display" panose="020B0004020202020204" pitchFamily="34" charset="0"/>
                  </a:rPr>
                  <a:t>For </a:t>
                </a:r>
                <a14:m>
                  <m:oMath xmlns:m="http://schemas.openxmlformats.org/officeDocument/2006/math">
                    <m:r>
                      <a:rPr lang="en-US" sz="1800" i="1" dirty="0" smtClean="0">
                        <a:solidFill>
                          <a:srgbClr val="003366"/>
                        </a:solidFill>
                        <a:latin typeface="Cambria Math" panose="02040503050406030204" pitchFamily="18" charset="0"/>
                      </a:rPr>
                      <m:t>𝑀</m:t>
                    </m:r>
                  </m:oMath>
                </a14:m>
                <a:r>
                  <a:rPr lang="en-US" sz="1800" dirty="0">
                    <a:solidFill>
                      <a:srgbClr val="003366"/>
                    </a:solidFill>
                    <a:latin typeface="Aptos Display" panose="020B0004020202020204" pitchFamily="34" charset="0"/>
                  </a:rPr>
                  <a:t> queries, the attacker trains the clone model by minimizing the Mean Squared Error (MSE) loss:</a:t>
                </a:r>
              </a:p>
              <a:p>
                <a:pPr marL="0" indent="0"/>
                <a14:m>
                  <m:oMathPara xmlns:m="http://schemas.openxmlformats.org/officeDocument/2006/math">
                    <m:oMathParaPr>
                      <m:jc m:val="centerGroup"/>
                    </m:oMathParaPr>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𝐿</m:t>
                          </m:r>
                        </m:e>
                        <m:sub>
                          <m:r>
                            <m:rPr>
                              <m:nor/>
                            </m:rPr>
                            <a:rPr lang="en-US" sz="1800" i="0" dirty="0" smtClean="0">
                              <a:solidFill>
                                <a:srgbClr val="003366"/>
                              </a:solidFill>
                              <a:latin typeface="Cambria Math" panose="02040503050406030204" pitchFamily="18" charset="0"/>
                            </a:rPr>
                            <m:t>MSE</m:t>
                          </m:r>
                        </m:sub>
                      </m:sSub>
                      <m:r>
                        <a:rPr lang="en-US" sz="1800" i="0" dirty="0" smtClean="0">
                          <a:solidFill>
                            <a:srgbClr val="003366"/>
                          </a:solidFill>
                          <a:latin typeface="Cambria Math" panose="02040503050406030204" pitchFamily="18" charset="0"/>
                        </a:rPr>
                        <m:t>=</m:t>
                      </m:r>
                      <m:f>
                        <m:fPr>
                          <m:ctrlPr>
                            <a:rPr lang="en-US" sz="1800" i="1" dirty="0" smtClean="0">
                              <a:solidFill>
                                <a:srgbClr val="003366"/>
                              </a:solidFill>
                              <a:latin typeface="Cambria Math" panose="02040503050406030204" pitchFamily="18" charset="0"/>
                            </a:rPr>
                          </m:ctrlPr>
                        </m:fPr>
                        <m:num>
                          <m:r>
                            <a:rPr lang="en-US" sz="1800" i="0" dirty="0" smtClean="0">
                              <a:solidFill>
                                <a:srgbClr val="003366"/>
                              </a:solidFill>
                              <a:latin typeface="Cambria Math" panose="02040503050406030204" pitchFamily="18" charset="0"/>
                            </a:rPr>
                            <m:t>1</m:t>
                          </m:r>
                        </m:num>
                        <m:den>
                          <m:r>
                            <a:rPr lang="en-US" sz="1800" i="1" dirty="0" smtClean="0">
                              <a:solidFill>
                                <a:srgbClr val="003366"/>
                              </a:solidFill>
                              <a:latin typeface="Cambria Math" panose="02040503050406030204" pitchFamily="18" charset="0"/>
                            </a:rPr>
                            <m:t>𝑀</m:t>
                          </m:r>
                          <m:r>
                            <a:rPr lang="en-US" sz="1800" i="0" dirty="0" smtClean="0">
                              <a:solidFill>
                                <a:srgbClr val="003366"/>
                              </a:solidFill>
                              <a:latin typeface="Cambria Math" panose="02040503050406030204" pitchFamily="18" charset="0"/>
                            </a:rPr>
                            <m:t>⋅</m:t>
                          </m:r>
                          <m:r>
                            <a:rPr lang="en-US" sz="1800" i="1" dirty="0" smtClean="0">
                              <a:solidFill>
                                <a:srgbClr val="003366"/>
                              </a:solidFill>
                              <a:latin typeface="Cambria Math" panose="02040503050406030204" pitchFamily="18" charset="0"/>
                            </a:rPr>
                            <m:t>𝐶</m:t>
                          </m:r>
                        </m:den>
                      </m:f>
                      <m:nary>
                        <m:naryPr>
                          <m:chr m:val="∑"/>
                          <m:limLoc m:val="undOvr"/>
                          <m:ctrlPr>
                            <a:rPr lang="en-US" sz="1800" i="1" dirty="0" smtClean="0">
                              <a:solidFill>
                                <a:srgbClr val="003366"/>
                              </a:solidFill>
                              <a:latin typeface="Cambria Math" panose="02040503050406030204" pitchFamily="18" charset="0"/>
                            </a:rPr>
                          </m:ctrlPr>
                        </m:naryPr>
                        <m:sub>
                          <m:r>
                            <a:rPr lang="en-US" sz="1800" i="1" dirty="0" smtClean="0">
                              <a:solidFill>
                                <a:srgbClr val="003366"/>
                              </a:solidFill>
                              <a:latin typeface="Cambria Math" panose="02040503050406030204" pitchFamily="18" charset="0"/>
                            </a:rPr>
                            <m:t>𝑖</m:t>
                          </m:r>
                          <m:r>
                            <a:rPr lang="en-US" sz="1800" i="0" dirty="0" smtClean="0">
                              <a:solidFill>
                                <a:srgbClr val="003366"/>
                              </a:solidFill>
                              <a:latin typeface="Cambria Math" panose="02040503050406030204" pitchFamily="18" charset="0"/>
                            </a:rPr>
                            <m:t>=1</m:t>
                          </m:r>
                        </m:sub>
                        <m:sup>
                          <m:r>
                            <a:rPr lang="en-US" sz="1800" i="1" dirty="0" smtClean="0">
                              <a:solidFill>
                                <a:srgbClr val="003366"/>
                              </a:solidFill>
                              <a:latin typeface="Cambria Math" panose="02040503050406030204" pitchFamily="18" charset="0"/>
                            </a:rPr>
                            <m:t>𝑀</m:t>
                          </m:r>
                        </m:sup>
                        <m:e>
                          <m:nary>
                            <m:naryPr>
                              <m:chr m:val="∑"/>
                              <m:limLoc m:val="undOvr"/>
                              <m:ctrlPr>
                                <a:rPr lang="en-US" sz="1800" i="1" dirty="0" smtClean="0">
                                  <a:solidFill>
                                    <a:srgbClr val="00B0F0"/>
                                  </a:solidFill>
                                  <a:latin typeface="Cambria Math" panose="02040503050406030204" pitchFamily="18" charset="0"/>
                                </a:rPr>
                              </m:ctrlPr>
                            </m:naryPr>
                            <m:sub>
                              <m:r>
                                <a:rPr lang="en-US" sz="1800" i="1" dirty="0" smtClean="0">
                                  <a:solidFill>
                                    <a:srgbClr val="00B0F0"/>
                                  </a:solidFill>
                                  <a:latin typeface="Cambria Math" panose="02040503050406030204" pitchFamily="18" charset="0"/>
                                </a:rPr>
                                <m:t>𝑐</m:t>
                              </m:r>
                              <m:r>
                                <a:rPr lang="en-US" sz="1800" i="0" dirty="0" smtClean="0">
                                  <a:solidFill>
                                    <a:srgbClr val="00B0F0"/>
                                  </a:solidFill>
                                  <a:latin typeface="Cambria Math" panose="02040503050406030204" pitchFamily="18" charset="0"/>
                                </a:rPr>
                                <m:t>=1</m:t>
                              </m:r>
                            </m:sub>
                            <m:sup>
                              <m:r>
                                <a:rPr lang="en-US" sz="1800" i="1" dirty="0" smtClean="0">
                                  <a:solidFill>
                                    <a:srgbClr val="00B0F0"/>
                                  </a:solidFill>
                                  <a:latin typeface="Cambria Math" panose="02040503050406030204" pitchFamily="18" charset="0"/>
                                </a:rPr>
                                <m:t>𝐶</m:t>
                              </m:r>
                            </m:sup>
                            <m:e>
                              <m:sSup>
                                <m:sSupPr>
                                  <m:ctrlPr>
                                    <a:rPr lang="en-US" sz="1800" i="1" dirty="0" smtClean="0">
                                      <a:solidFill>
                                        <a:srgbClr val="00B0F0"/>
                                      </a:solidFill>
                                      <a:latin typeface="Cambria Math" panose="02040503050406030204" pitchFamily="18" charset="0"/>
                                    </a:rPr>
                                  </m:ctrlPr>
                                </m:sSupPr>
                                <m:e>
                                  <m:d>
                                    <m:dPr>
                                      <m:ctrlPr>
                                        <a:rPr lang="en-US" sz="1800" i="1" dirty="0" smtClean="0">
                                          <a:solidFill>
                                            <a:srgbClr val="00B0F0"/>
                                          </a:solidFill>
                                          <a:latin typeface="Cambria Math" panose="02040503050406030204" pitchFamily="18" charset="0"/>
                                        </a:rPr>
                                      </m:ctrlPr>
                                    </m:dPr>
                                    <m:e>
                                      <m:sSub>
                                        <m:sSubPr>
                                          <m:ctrlPr>
                                            <a:rPr lang="en-US" sz="1800" i="1" dirty="0" smtClean="0">
                                              <a:solidFill>
                                                <a:srgbClr val="00B0F0"/>
                                              </a:solidFill>
                                              <a:latin typeface="Cambria Math" panose="02040503050406030204" pitchFamily="18" charset="0"/>
                                            </a:rPr>
                                          </m:ctrlPr>
                                        </m:sSubPr>
                                        <m:e>
                                          <m:r>
                                            <a:rPr lang="en-US" sz="1800" i="1" dirty="0" smtClean="0">
                                              <a:solidFill>
                                                <a:srgbClr val="00B0F0"/>
                                              </a:solidFill>
                                              <a:latin typeface="Cambria Math" panose="02040503050406030204" pitchFamily="18" charset="0"/>
                                            </a:rPr>
                                            <m:t>𝑝</m:t>
                                          </m:r>
                                        </m:e>
                                        <m:sub>
                                          <m:r>
                                            <a:rPr lang="en-US" sz="1800" i="1" dirty="0" smtClean="0">
                                              <a:solidFill>
                                                <a:srgbClr val="00B0F0"/>
                                              </a:solidFill>
                                              <a:latin typeface="Cambria Math" panose="02040503050406030204" pitchFamily="18" charset="0"/>
                                            </a:rPr>
                                            <m:t>𝑖</m:t>
                                          </m:r>
                                          <m:r>
                                            <a:rPr lang="en-US" sz="1800" i="0" dirty="0" smtClean="0">
                                              <a:solidFill>
                                                <a:srgbClr val="00B0F0"/>
                                              </a:solidFill>
                                              <a:latin typeface="Cambria Math" panose="02040503050406030204" pitchFamily="18" charset="0"/>
                                            </a:rPr>
                                            <m:t>,</m:t>
                                          </m:r>
                                          <m:r>
                                            <a:rPr lang="en-US" sz="1800" i="1" dirty="0" smtClean="0">
                                              <a:solidFill>
                                                <a:srgbClr val="00B0F0"/>
                                              </a:solidFill>
                                              <a:latin typeface="Cambria Math" panose="02040503050406030204" pitchFamily="18" charset="0"/>
                                            </a:rPr>
                                            <m:t>𝑐</m:t>
                                          </m:r>
                                        </m:sub>
                                      </m:sSub>
                                      <m:r>
                                        <a:rPr lang="en-US" sz="1800" i="0" dirty="0" smtClean="0">
                                          <a:solidFill>
                                            <a:srgbClr val="00B0F0"/>
                                          </a:solidFill>
                                          <a:latin typeface="Cambria Math" panose="02040503050406030204" pitchFamily="18" charset="0"/>
                                        </a:rPr>
                                        <m:t>−</m:t>
                                      </m:r>
                                      <m:sSub>
                                        <m:sSubPr>
                                          <m:ctrlPr>
                                            <a:rPr lang="en-US" sz="1800" i="1" dirty="0" smtClean="0">
                                              <a:solidFill>
                                                <a:srgbClr val="00B0F0"/>
                                              </a:solidFill>
                                              <a:latin typeface="Cambria Math" panose="02040503050406030204" pitchFamily="18" charset="0"/>
                                            </a:rPr>
                                          </m:ctrlPr>
                                        </m:sSubPr>
                                        <m:e>
                                          <m:acc>
                                            <m:accPr>
                                              <m:chr m:val="˜"/>
                                              <m:ctrlPr>
                                                <a:rPr lang="en-US" sz="1800" i="1" dirty="0" smtClean="0">
                                                  <a:solidFill>
                                                    <a:srgbClr val="00B0F0"/>
                                                  </a:solidFill>
                                                  <a:latin typeface="Cambria Math" panose="02040503050406030204" pitchFamily="18" charset="0"/>
                                                </a:rPr>
                                              </m:ctrlPr>
                                            </m:accPr>
                                            <m:e>
                                              <m:r>
                                                <a:rPr lang="en-US" sz="1800" i="1" dirty="0" smtClean="0">
                                                  <a:solidFill>
                                                    <a:srgbClr val="00B0F0"/>
                                                  </a:solidFill>
                                                  <a:latin typeface="Cambria Math" panose="02040503050406030204" pitchFamily="18" charset="0"/>
                                                </a:rPr>
                                                <m:t>𝑝</m:t>
                                              </m:r>
                                            </m:e>
                                          </m:acc>
                                        </m:e>
                                        <m:sub>
                                          <m:r>
                                            <a:rPr lang="en-US" sz="1800" i="1" dirty="0" smtClean="0">
                                              <a:solidFill>
                                                <a:srgbClr val="00B0F0"/>
                                              </a:solidFill>
                                              <a:latin typeface="Cambria Math" panose="02040503050406030204" pitchFamily="18" charset="0"/>
                                            </a:rPr>
                                            <m:t>𝑖</m:t>
                                          </m:r>
                                          <m:r>
                                            <a:rPr lang="en-US" sz="1800" i="0" dirty="0" smtClean="0">
                                              <a:solidFill>
                                                <a:srgbClr val="00B0F0"/>
                                              </a:solidFill>
                                              <a:latin typeface="Cambria Math" panose="02040503050406030204" pitchFamily="18" charset="0"/>
                                            </a:rPr>
                                            <m:t>,</m:t>
                                          </m:r>
                                          <m:r>
                                            <a:rPr lang="en-US" sz="1800" i="1" dirty="0" smtClean="0">
                                              <a:solidFill>
                                                <a:srgbClr val="00B0F0"/>
                                              </a:solidFill>
                                              <a:latin typeface="Cambria Math" panose="02040503050406030204" pitchFamily="18" charset="0"/>
                                            </a:rPr>
                                            <m:t>𝑐</m:t>
                                          </m:r>
                                        </m:sub>
                                      </m:sSub>
                                    </m:e>
                                  </m:d>
                                </m:e>
                                <m:sup>
                                  <m:r>
                                    <a:rPr lang="en-US" sz="1800" i="0" dirty="0" smtClean="0">
                                      <a:solidFill>
                                        <a:srgbClr val="00B0F0"/>
                                      </a:solidFill>
                                      <a:latin typeface="Cambria Math" panose="02040503050406030204" pitchFamily="18" charset="0"/>
                                    </a:rPr>
                                    <m:t>2</m:t>
                                  </m:r>
                                </m:sup>
                              </m:sSup>
                            </m:e>
                          </m:nary>
                        </m:e>
                      </m:nary>
                    </m:oMath>
                  </m:oMathPara>
                </a14:m>
                <a:endParaRPr lang="en-US" sz="1800" dirty="0">
                  <a:solidFill>
                    <a:srgbClr val="003366"/>
                  </a:solidFill>
                  <a:latin typeface="Aptos Display" panose="020B0004020202020204" pitchFamily="34" charset="0"/>
                </a:endParaRPr>
              </a:p>
            </p:txBody>
          </p:sp>
        </mc:Choice>
        <mc:Fallback xmlns="">
          <p:sp>
            <p:nvSpPr>
              <p:cNvPr id="4" name="Content Placeholder 3">
                <a:extLst>
                  <a:ext uri="{FF2B5EF4-FFF2-40B4-BE49-F238E27FC236}">
                    <a16:creationId xmlns:a16="http://schemas.microsoft.com/office/drawing/2014/main" id="{42EB98E1-88F0-F36C-00C7-A61C35922D7D}"/>
                  </a:ext>
                </a:extLst>
              </p:cNvPr>
              <p:cNvSpPr>
                <a:spLocks noGrp="1" noRot="1" noChangeAspect="1" noMove="1" noResize="1" noEditPoints="1" noAdjustHandles="1" noChangeArrowheads="1" noChangeShapeType="1" noTextEdit="1"/>
              </p:cNvSpPr>
              <p:nvPr>
                <p:ph idx="1"/>
              </p:nvPr>
            </p:nvSpPr>
            <p:spPr>
              <a:xfrm>
                <a:off x="338163" y="978049"/>
                <a:ext cx="8625210" cy="5530552"/>
              </a:xfrm>
              <a:blipFill>
                <a:blip r:embed="rId3"/>
                <a:stretch>
                  <a:fillRect l="-1618" t="-1144" r="-2206" b="-24714"/>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72E22309-4018-7259-D5FE-ABAA9C2842C1}"/>
              </a:ext>
            </a:extLst>
          </p:cNvPr>
          <p:cNvSpPr>
            <a:spLocks noGrp="1"/>
          </p:cNvSpPr>
          <p:nvPr>
            <p:ph type="sldNum" sz="quarter" idx="10"/>
          </p:nvPr>
        </p:nvSpPr>
        <p:spPr/>
        <p:txBody>
          <a:bodyPr/>
          <a:lstStyle/>
          <a:p>
            <a:pPr>
              <a:defRPr/>
            </a:pPr>
            <a:fld id="{FE5AEF74-5102-4921-8DBA-649C609AF6D1}" type="slidenum">
              <a:rPr lang="it-IT" smtClean="0"/>
              <a:pPr>
                <a:defRPr/>
              </a:pPr>
              <a:t>22</a:t>
            </a:fld>
            <a:endParaRPr lang="it-IT"/>
          </a:p>
        </p:txBody>
      </p:sp>
    </p:spTree>
    <p:extLst>
      <p:ext uri="{BB962C8B-B14F-4D97-AF65-F5344CB8AC3E}">
        <p14:creationId xmlns:p14="http://schemas.microsoft.com/office/powerpoint/2010/main" val="18978550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B6816-B631-A44C-9138-EFD87C2635C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9EB0B358-01F5-FF90-7C22-3CEA25770A2D}"/>
                  </a:ext>
                </a:extLst>
              </p:cNvPr>
              <p:cNvSpPr>
                <a:spLocks noGrp="1"/>
              </p:cNvSpPr>
              <p:nvPr>
                <p:ph idx="1"/>
              </p:nvPr>
            </p:nvSpPr>
            <p:spPr>
              <a:xfrm>
                <a:off x="598461" y="925587"/>
                <a:ext cx="7947078" cy="5635476"/>
              </a:xfrm>
            </p:spPr>
            <p:txBody>
              <a:bodyPr/>
              <a:lstStyle/>
              <a:p>
                <a:pPr marL="0" indent="0"/>
                <a:r>
                  <a:rPr lang="en-US" sz="1600" dirty="0">
                    <a:solidFill>
                      <a:srgbClr val="003366"/>
                    </a:solidFill>
                    <a:latin typeface="Aptos Display" panose="020B0004020202020204" pitchFamily="34" charset="0"/>
                  </a:rPr>
                  <a:t>Consider a target classification model with </a:t>
                </a:r>
                <a14:m>
                  <m:oMath xmlns:m="http://schemas.openxmlformats.org/officeDocument/2006/math">
                    <m:r>
                      <a:rPr lang="en-US" sz="1600" i="1" dirty="0" smtClean="0">
                        <a:solidFill>
                          <a:srgbClr val="003366"/>
                        </a:solidFill>
                        <a:latin typeface="Cambria Math" panose="02040503050406030204" pitchFamily="18" charset="0"/>
                      </a:rPr>
                      <m:t>𝐶</m:t>
                    </m:r>
                    <m:r>
                      <a:rPr lang="en-US" sz="1600" i="0" dirty="0">
                        <a:solidFill>
                          <a:srgbClr val="003366"/>
                        </a:solidFill>
                        <a:latin typeface="Cambria Math" panose="02040503050406030204" pitchFamily="18" charset="0"/>
                      </a:rPr>
                      <m:t>=2</m:t>
                    </m:r>
                  </m:oMath>
                </a14:m>
                <a:r>
                  <a:rPr lang="en-US" sz="1600" dirty="0">
                    <a:solidFill>
                      <a:srgbClr val="003366"/>
                    </a:solidFill>
                    <a:latin typeface="Aptos Display" panose="020B0004020202020204" pitchFamily="34" charset="0"/>
                  </a:rPr>
                  <a:t> classes.  We query the model with a single out-of-domain sample (</a:t>
                </a:r>
                <a14:m>
                  <m:oMath xmlns:m="http://schemas.openxmlformats.org/officeDocument/2006/math">
                    <m:r>
                      <a:rPr lang="en-US" sz="1600" i="1" dirty="0" smtClean="0">
                        <a:solidFill>
                          <a:srgbClr val="003366"/>
                        </a:solidFill>
                        <a:latin typeface="Cambria Math" panose="02040503050406030204" pitchFamily="18" charset="0"/>
                      </a:rPr>
                      <m:t>𝑀</m:t>
                    </m:r>
                    <m:r>
                      <a:rPr lang="en-US" sz="1600" i="0" dirty="0">
                        <a:solidFill>
                          <a:srgbClr val="003366"/>
                        </a:solidFill>
                        <a:latin typeface="Cambria Math" panose="02040503050406030204" pitchFamily="18" charset="0"/>
                      </a:rPr>
                      <m:t>=1</m:t>
                    </m:r>
                  </m:oMath>
                </a14:m>
                <a:r>
                  <a:rPr lang="en-US" sz="1600" dirty="0">
                    <a:solidFill>
                      <a:srgbClr val="003366"/>
                    </a:solidFill>
                    <a:latin typeface="Aptos Display" panose="020B0004020202020204" pitchFamily="34" charset="0"/>
                  </a:rPr>
                  <a:t>).</a:t>
                </a:r>
              </a:p>
              <a:p>
                <a:pPr marL="0" indent="0"/>
                <a:endParaRPr lang="en-US" sz="1600" dirty="0">
                  <a:solidFill>
                    <a:srgbClr val="003366"/>
                  </a:solidFill>
                  <a:latin typeface="Aptos Display" panose="020B0004020202020204" pitchFamily="34" charset="0"/>
                </a:endParaRPr>
              </a:p>
              <a:p>
                <a:pPr marL="0" indent="0"/>
                <a:r>
                  <a:rPr lang="en-US" sz="1600" u="sng" dirty="0">
                    <a:solidFill>
                      <a:srgbClr val="003366"/>
                    </a:solidFill>
                    <a:latin typeface="Aptos Display" panose="020B0004020202020204" pitchFamily="34" charset="0"/>
                  </a:rPr>
                  <a:t>Step 1: Get Soft Predictions: </a:t>
                </a:r>
              </a:p>
              <a:p>
                <a:pPr marL="0" indent="0"/>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The target model outputs: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𝑦</m:t>
                        </m:r>
                      </m:e>
                      <m:sub>
                        <m:r>
                          <a:rPr lang="en-US" sz="1600" i="0" dirty="0">
                            <a:solidFill>
                              <a:srgbClr val="003366"/>
                            </a:solidFill>
                            <a:latin typeface="Cambria Math" panose="02040503050406030204" pitchFamily="18" charset="0"/>
                          </a:rPr>
                          <m:t>1</m:t>
                        </m:r>
                      </m:sub>
                    </m:sSub>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0.70,0.30</m:t>
                            </m:r>
                          </m:e>
                        </m:d>
                      </m:e>
                      <m:sup>
                        <m:r>
                          <a:rPr lang="en-US" sz="1600" i="1" dirty="0">
                            <a:solidFill>
                              <a:srgbClr val="003366"/>
                            </a:solidFill>
                            <a:latin typeface="Cambria Math" panose="02040503050406030204" pitchFamily="18" charset="0"/>
                          </a:rPr>
                          <m:t>𝑇</m:t>
                        </m:r>
                      </m:sup>
                    </m:sSup>
                  </m:oMath>
                </a14:m>
                <a:endParaRPr lang="en-US" sz="1600" dirty="0">
                  <a:solidFill>
                    <a:srgbClr val="003366"/>
                  </a:solidFill>
                  <a:latin typeface="Aptos Display" panose="020B0004020202020204" pitchFamily="34" charset="0"/>
                </a:endParaRPr>
              </a:p>
              <a:p>
                <a:pPr marL="0" indent="0"/>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The local clone model predicts: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acc>
                          <m:accPr>
                            <m:chr m:val="˜"/>
                            <m:ctrlPr>
                              <a:rPr lang="en-US" sz="1600" i="1" dirty="0">
                                <a:solidFill>
                                  <a:srgbClr val="003366"/>
                                </a:solidFill>
                                <a:latin typeface="Cambria Math" panose="02040503050406030204" pitchFamily="18" charset="0"/>
                              </a:rPr>
                            </m:ctrlPr>
                          </m:accPr>
                          <m:e>
                            <m:r>
                              <a:rPr lang="en-US" sz="1600" i="1" dirty="0">
                                <a:solidFill>
                                  <a:srgbClr val="003366"/>
                                </a:solidFill>
                                <a:latin typeface="Cambria Math" panose="02040503050406030204" pitchFamily="18" charset="0"/>
                              </a:rPr>
                              <m:t>𝑦</m:t>
                            </m:r>
                          </m:e>
                        </m:acc>
                      </m:e>
                      <m:sub>
                        <m:r>
                          <a:rPr lang="en-US" sz="1600" i="0" dirty="0">
                            <a:solidFill>
                              <a:srgbClr val="003366"/>
                            </a:solidFill>
                            <a:latin typeface="Cambria Math" panose="02040503050406030204" pitchFamily="18" charset="0"/>
                          </a:rPr>
                          <m:t>1</m:t>
                        </m:r>
                      </m:sub>
                    </m:sSub>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0.50,0.50</m:t>
                            </m:r>
                          </m:e>
                        </m:d>
                      </m:e>
                      <m:sup>
                        <m:r>
                          <a:rPr lang="en-US" sz="1600" i="1" dirty="0">
                            <a:solidFill>
                              <a:srgbClr val="003366"/>
                            </a:solidFill>
                            <a:latin typeface="Cambria Math" panose="02040503050406030204" pitchFamily="18" charset="0"/>
                          </a:rPr>
                          <m:t>𝑇</m:t>
                        </m:r>
                      </m:sup>
                    </m:sSup>
                  </m:oMath>
                </a14:m>
                <a:endParaRPr lang="en-US" sz="1600" dirty="0">
                  <a:solidFill>
                    <a:srgbClr val="003366"/>
                  </a:solidFill>
                  <a:latin typeface="Aptos Display" panose="020B0004020202020204" pitchFamily="34" charset="0"/>
                </a:endParaRPr>
              </a:p>
              <a:p>
                <a:pPr marL="0" indent="0"/>
                <a:endParaRPr lang="en-US" sz="1600" dirty="0">
                  <a:solidFill>
                    <a:srgbClr val="003366"/>
                  </a:solidFill>
                  <a:latin typeface="Aptos Display" panose="020B0004020202020204" pitchFamily="34" charset="0"/>
                </a:endParaRPr>
              </a:p>
              <a:p>
                <a:pPr marL="0" indent="0"/>
                <a:r>
                  <a:rPr lang="en-US" sz="1600" u="sng" dirty="0">
                    <a:solidFill>
                      <a:srgbClr val="003366"/>
                    </a:solidFill>
                    <a:latin typeface="Aptos Display" panose="020B0004020202020204" pitchFamily="34" charset="0"/>
                  </a:rPr>
                  <a:t>Step 2: Calculate Squared Differences: Compute the error for each class:</a:t>
                </a:r>
              </a:p>
              <a:p>
                <a:pPr marL="0" indent="0" algn="ct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m:rPr>
                            <m:nor/>
                          </m:rPr>
                          <a:rPr lang="en-US" sz="1600" i="0" dirty="0" smtClean="0">
                            <a:solidFill>
                              <a:srgbClr val="003366"/>
                            </a:solidFill>
                            <a:latin typeface="Cambria Math" panose="02040503050406030204" pitchFamily="18" charset="0"/>
                          </a:rPr>
                          <m:t>Error</m:t>
                        </m:r>
                      </m:e>
                      <m:sub>
                        <m:r>
                          <m:rPr>
                            <m:nor/>
                          </m:rPr>
                          <a:rPr lang="en-US" sz="1600" i="0" dirty="0" smtClean="0">
                            <a:solidFill>
                              <a:srgbClr val="003366"/>
                            </a:solidFill>
                            <a:latin typeface="Cambria Math" panose="02040503050406030204" pitchFamily="18" charset="0"/>
                          </a:rPr>
                          <m:t>class</m:t>
                        </m:r>
                        <m:r>
                          <m:rPr>
                            <m:nor/>
                          </m:rPr>
                          <a:rPr lang="en-US" sz="1600" i="0" dirty="0" smtClean="0">
                            <a:solidFill>
                              <a:srgbClr val="003366"/>
                            </a:solidFill>
                            <a:latin typeface="Cambria Math" panose="02040503050406030204" pitchFamily="18" charset="0"/>
                          </a:rPr>
                          <m:t> 1</m:t>
                        </m:r>
                      </m:sub>
                    </m:sSub>
                    <m:r>
                      <a:rPr lang="en-US" sz="1600" i="0" dirty="0" smtClean="0">
                        <a:solidFill>
                          <a:srgbClr val="003366"/>
                        </a:solidFill>
                        <a:latin typeface="Cambria Math" panose="02040503050406030204" pitchFamily="18" charset="0"/>
                      </a:rPr>
                      <m:t>=</m:t>
                    </m:r>
                    <m:sSup>
                      <m:sSupPr>
                        <m:ctrlPr>
                          <a:rPr lang="en-US" sz="1600" i="1" dirty="0" smtClean="0">
                            <a:solidFill>
                              <a:srgbClr val="003366"/>
                            </a:solidFill>
                            <a:latin typeface="Cambria Math" panose="02040503050406030204" pitchFamily="18" charset="0"/>
                          </a:rPr>
                        </m:ctrlPr>
                      </m:sSupPr>
                      <m:e>
                        <m:d>
                          <m:dPr>
                            <m:ctrlPr>
                              <a:rPr lang="en-US" sz="1600" i="1" dirty="0" smtClean="0">
                                <a:solidFill>
                                  <a:srgbClr val="003366"/>
                                </a:solidFill>
                                <a:latin typeface="Cambria Math" panose="02040503050406030204" pitchFamily="18" charset="0"/>
                              </a:rPr>
                            </m:ctrlPr>
                          </m:dPr>
                          <m:e>
                            <m:r>
                              <a:rPr lang="en-US" sz="1600" i="0" dirty="0" smtClean="0">
                                <a:solidFill>
                                  <a:srgbClr val="003366"/>
                                </a:solidFill>
                                <a:latin typeface="Cambria Math" panose="02040503050406030204" pitchFamily="18" charset="0"/>
                              </a:rPr>
                              <m:t>0.70−0.50</m:t>
                            </m:r>
                          </m:e>
                        </m:d>
                      </m:e>
                      <m:sup>
                        <m:r>
                          <a:rPr lang="en-US" sz="1600" i="0" dirty="0" smtClean="0">
                            <a:solidFill>
                              <a:srgbClr val="003366"/>
                            </a:solidFill>
                            <a:latin typeface="Cambria Math" panose="02040503050406030204" pitchFamily="18" charset="0"/>
                          </a:rPr>
                          <m:t>2</m:t>
                        </m:r>
                      </m:sup>
                    </m:sSup>
                    <m:r>
                      <a:rPr lang="en-US" sz="1600" i="0" dirty="0" smtClean="0">
                        <a:solidFill>
                          <a:srgbClr val="003366"/>
                        </a:solidFill>
                        <a:latin typeface="Cambria Math" panose="02040503050406030204" pitchFamily="18" charset="0"/>
                      </a:rPr>
                      <m:t>=</m:t>
                    </m:r>
                    <m:sSup>
                      <m:sSupPr>
                        <m:ctrlPr>
                          <a:rPr lang="en-US" sz="1600" i="1" dirty="0" smtClean="0">
                            <a:solidFill>
                              <a:srgbClr val="003366"/>
                            </a:solidFill>
                            <a:latin typeface="Cambria Math" panose="02040503050406030204" pitchFamily="18" charset="0"/>
                          </a:rPr>
                        </m:ctrlPr>
                      </m:sSupPr>
                      <m:e>
                        <m:d>
                          <m:dPr>
                            <m:ctrlPr>
                              <a:rPr lang="en-US" sz="1600" i="1" dirty="0" smtClean="0">
                                <a:solidFill>
                                  <a:srgbClr val="003366"/>
                                </a:solidFill>
                                <a:latin typeface="Cambria Math" panose="02040503050406030204" pitchFamily="18" charset="0"/>
                              </a:rPr>
                            </m:ctrlPr>
                          </m:dPr>
                          <m:e>
                            <m:r>
                              <a:rPr lang="en-US" sz="1600" i="0" dirty="0" smtClean="0">
                                <a:solidFill>
                                  <a:srgbClr val="003366"/>
                                </a:solidFill>
                                <a:latin typeface="Cambria Math" panose="02040503050406030204" pitchFamily="18" charset="0"/>
                              </a:rPr>
                              <m:t>0.20</m:t>
                            </m:r>
                          </m:e>
                        </m:d>
                      </m:e>
                      <m:sup>
                        <m:r>
                          <a:rPr lang="en-US" sz="1600" i="0" dirty="0" smtClean="0">
                            <a:solidFill>
                              <a:srgbClr val="003366"/>
                            </a:solidFill>
                            <a:latin typeface="Cambria Math" panose="02040503050406030204" pitchFamily="18" charset="0"/>
                          </a:rPr>
                          <m:t>2</m:t>
                        </m:r>
                      </m:sup>
                    </m:sSup>
                    <m:r>
                      <a:rPr lang="en-US" sz="1600" i="0" dirty="0" smtClean="0">
                        <a:solidFill>
                          <a:srgbClr val="003366"/>
                        </a:solidFill>
                        <a:latin typeface="Cambria Math" panose="02040503050406030204" pitchFamily="18" charset="0"/>
                      </a:rPr>
                      <m:t>=0.04</m:t>
                    </m:r>
                  </m:oMath>
                </a14:m>
                <a:r>
                  <a:rPr lang="en-US" sz="1600" dirty="0">
                    <a:solidFill>
                      <a:srgbClr val="003366"/>
                    </a:solidFill>
                    <a:latin typeface="Aptos Display" panose="020B0004020202020204" pitchFamily="34" charset="0"/>
                  </a:rPr>
                  <a:t>     </a:t>
                </a:r>
              </a:p>
              <a:p>
                <a:pPr marL="0" indent="0" algn="ctr"/>
                <a:r>
                  <a:rPr lang="en-US" sz="1600" dirty="0">
                    <a:solidFill>
                      <a:srgbClr val="003366"/>
                    </a:solidFill>
                    <a:latin typeface="Aptos Display" panose="020B0004020202020204" pitchFamily="34" charset="0"/>
                  </a:rPr>
                  <a:t>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m:rPr>
                            <m:nor/>
                          </m:rPr>
                          <a:rPr lang="en-US" sz="1600" i="0" dirty="0">
                            <a:solidFill>
                              <a:srgbClr val="003366"/>
                            </a:solidFill>
                            <a:latin typeface="Cambria Math" panose="02040503050406030204" pitchFamily="18" charset="0"/>
                          </a:rPr>
                          <m:t>Error</m:t>
                        </m:r>
                      </m:e>
                      <m:sub>
                        <m:r>
                          <m:rPr>
                            <m:nor/>
                          </m:rPr>
                          <a:rPr lang="en-US" sz="1600" i="0" dirty="0">
                            <a:solidFill>
                              <a:srgbClr val="003366"/>
                            </a:solidFill>
                            <a:latin typeface="Cambria Math" panose="02040503050406030204" pitchFamily="18" charset="0"/>
                          </a:rPr>
                          <m:t>class</m:t>
                        </m:r>
                        <m:r>
                          <m:rPr>
                            <m:nor/>
                          </m:rPr>
                          <a:rPr lang="en-US" sz="1600" i="0" dirty="0">
                            <a:solidFill>
                              <a:srgbClr val="003366"/>
                            </a:solidFill>
                            <a:latin typeface="Cambria Math" panose="02040503050406030204" pitchFamily="18" charset="0"/>
                          </a:rPr>
                          <m:t> 2</m:t>
                        </m:r>
                      </m:sub>
                    </m:sSub>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0.30−0.50</m:t>
                            </m:r>
                          </m:e>
                        </m:d>
                      </m:e>
                      <m:sup>
                        <m:r>
                          <a:rPr lang="en-US" sz="1600" i="0" dirty="0">
                            <a:solidFill>
                              <a:srgbClr val="003366"/>
                            </a:solidFill>
                            <a:latin typeface="Cambria Math" panose="02040503050406030204" pitchFamily="18" charset="0"/>
                          </a:rPr>
                          <m:t>2</m:t>
                        </m:r>
                      </m:sup>
                    </m:sSup>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−0.20</m:t>
                            </m:r>
                          </m:e>
                        </m:d>
                      </m:e>
                      <m:sup>
                        <m:r>
                          <a:rPr lang="en-US" sz="1600" i="0" dirty="0">
                            <a:solidFill>
                              <a:srgbClr val="003366"/>
                            </a:solidFill>
                            <a:latin typeface="Cambria Math" panose="02040503050406030204" pitchFamily="18" charset="0"/>
                          </a:rPr>
                          <m:t>2</m:t>
                        </m:r>
                      </m:sup>
                    </m:sSup>
                    <m:r>
                      <a:rPr lang="en-US" sz="1600" i="0" dirty="0">
                        <a:solidFill>
                          <a:srgbClr val="003366"/>
                        </a:solidFill>
                        <a:latin typeface="Cambria Math" panose="02040503050406030204" pitchFamily="18" charset="0"/>
                      </a:rPr>
                      <m:t>=0.04</m:t>
                    </m:r>
                  </m:oMath>
                </a14:m>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    </a:t>
                </a:r>
              </a:p>
              <a:p>
                <a:pPr marL="0" indent="0"/>
                <a:r>
                  <a:rPr lang="en-US" sz="1600" u="sng" dirty="0">
                    <a:solidFill>
                      <a:srgbClr val="003366"/>
                    </a:solidFill>
                    <a:latin typeface="Aptos Display" panose="020B0004020202020204" pitchFamily="34" charset="0"/>
                  </a:rPr>
                  <a:t>Step 3: Compute Total MSE Loss: Average the squared errors:</a:t>
                </a:r>
              </a:p>
              <a:p>
                <a:r>
                  <a:rPr lang="en-US" sz="1600" dirty="0">
                    <a:solidFill>
                      <a:srgbClr val="003366"/>
                    </a:solidFill>
                    <a:latin typeface="Aptos Display" panose="020B0004020202020204" pitchFamily="34" charset="0"/>
                  </a:rPr>
                  <a:t>    </a:t>
                </a:r>
                <a:endParaRPr lang="en-US" sz="1600" dirty="0">
                  <a:solidFill>
                    <a:srgbClr val="003366"/>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𝐿</m:t>
                          </m:r>
                        </m:e>
                        <m:sub>
                          <m:r>
                            <m:rPr>
                              <m:nor/>
                            </m:rPr>
                            <a:rPr lang="en-US" sz="1600" i="0" dirty="0">
                              <a:solidFill>
                                <a:srgbClr val="003366"/>
                              </a:solidFill>
                              <a:latin typeface="Cambria Math" panose="02040503050406030204" pitchFamily="18" charset="0"/>
                            </a:rPr>
                            <m:t>MSE</m:t>
                          </m:r>
                        </m:sub>
                      </m:sSub>
                      <m:r>
                        <a:rPr lang="en-US" sz="1600" i="0" dirty="0">
                          <a:solidFill>
                            <a:srgbClr val="003366"/>
                          </a:solidFill>
                          <a:latin typeface="Cambria Math" panose="02040503050406030204" pitchFamily="18" charset="0"/>
                        </a:rPr>
                        <m:t>=</m:t>
                      </m:r>
                      <m:f>
                        <m:fPr>
                          <m:ctrlPr>
                            <a:rPr lang="en-US" sz="1600" i="1" dirty="0">
                              <a:solidFill>
                                <a:srgbClr val="003366"/>
                              </a:solidFill>
                              <a:latin typeface="Cambria Math" panose="02040503050406030204" pitchFamily="18" charset="0"/>
                            </a:rPr>
                          </m:ctrlPr>
                        </m:fPr>
                        <m:num>
                          <m:r>
                            <a:rPr lang="en-US" sz="1600" i="0" dirty="0">
                              <a:solidFill>
                                <a:srgbClr val="003366"/>
                              </a:solidFill>
                              <a:latin typeface="Cambria Math" panose="02040503050406030204" pitchFamily="18" charset="0"/>
                            </a:rPr>
                            <m:t>0.04+0.04</m:t>
                          </m:r>
                        </m:num>
                        <m:den>
                          <m:r>
                            <a:rPr lang="en-US" sz="1600" i="0" dirty="0">
                              <a:solidFill>
                                <a:srgbClr val="003366"/>
                              </a:solidFill>
                              <a:latin typeface="Cambria Math" panose="02040503050406030204" pitchFamily="18" charset="0"/>
                            </a:rPr>
                            <m:t>1⋅2</m:t>
                          </m:r>
                        </m:den>
                      </m:f>
                      <m:r>
                        <a:rPr lang="en-US" sz="1600" i="0" dirty="0">
                          <a:solidFill>
                            <a:srgbClr val="003366"/>
                          </a:solidFill>
                          <a:latin typeface="Cambria Math" panose="02040503050406030204" pitchFamily="18" charset="0"/>
                        </a:rPr>
                        <m:t>=</m:t>
                      </m:r>
                      <m:f>
                        <m:fPr>
                          <m:ctrlPr>
                            <a:rPr lang="en-US" sz="1600" i="1" dirty="0">
                              <a:solidFill>
                                <a:srgbClr val="003366"/>
                              </a:solidFill>
                              <a:latin typeface="Cambria Math" panose="02040503050406030204" pitchFamily="18" charset="0"/>
                            </a:rPr>
                          </m:ctrlPr>
                        </m:fPr>
                        <m:num>
                          <m:r>
                            <a:rPr lang="en-US" sz="1600" i="0" dirty="0">
                              <a:solidFill>
                                <a:srgbClr val="003366"/>
                              </a:solidFill>
                              <a:latin typeface="Cambria Math" panose="02040503050406030204" pitchFamily="18" charset="0"/>
                            </a:rPr>
                            <m:t>0.08</m:t>
                          </m:r>
                        </m:num>
                        <m:den>
                          <m:r>
                            <a:rPr lang="en-US" sz="1600" i="0" dirty="0">
                              <a:solidFill>
                                <a:srgbClr val="003366"/>
                              </a:solidFill>
                              <a:latin typeface="Cambria Math" panose="02040503050406030204" pitchFamily="18" charset="0"/>
                            </a:rPr>
                            <m:t>2</m:t>
                          </m:r>
                        </m:den>
                      </m:f>
                      <m:r>
                        <a:rPr lang="en-US" sz="1600" i="0" dirty="0">
                          <a:solidFill>
                            <a:srgbClr val="003366"/>
                          </a:solidFill>
                          <a:latin typeface="Cambria Math" panose="02040503050406030204" pitchFamily="18" charset="0"/>
                        </a:rPr>
                        <m:t>=0.04</m:t>
                      </m:r>
                    </m:oMath>
                  </m:oMathPara>
                </a14:m>
                <a:endParaRPr lang="en-US" sz="1600" dirty="0">
                  <a:solidFill>
                    <a:srgbClr val="003366"/>
                  </a:solidFill>
                  <a:latin typeface="Aptos Display" panose="020B0004020202020204" pitchFamily="34" charset="0"/>
                </a:endParaRPr>
              </a:p>
              <a:p>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The clone model performs backpropagation to minimize this loss, adjusting its parameters to output predictions closer to the victim's distribution </a:t>
                </a:r>
                <a14:m>
                  <m:oMath xmlns:m="http://schemas.openxmlformats.org/officeDocument/2006/math">
                    <m:sSup>
                      <m:sSupPr>
                        <m:ctrlPr>
                          <a:rPr lang="en-US" sz="1600" i="1" dirty="0" smtClean="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0.70,0.30</m:t>
                            </m:r>
                          </m:e>
                        </m:d>
                      </m:e>
                      <m:sup>
                        <m:r>
                          <a:rPr lang="en-US" sz="1600" i="1" dirty="0">
                            <a:solidFill>
                              <a:srgbClr val="003366"/>
                            </a:solidFill>
                            <a:latin typeface="Cambria Math" panose="02040503050406030204" pitchFamily="18" charset="0"/>
                          </a:rPr>
                          <m:t>𝑇</m:t>
                        </m:r>
                      </m:sup>
                    </m:sSup>
                  </m:oMath>
                </a14:m>
                <a:r>
                  <a:rPr lang="en-US" sz="1600" dirty="0">
                    <a:solidFill>
                      <a:srgbClr val="003366"/>
                    </a:solidFill>
                    <a:latin typeface="Aptos Display" panose="020B0004020202020204" pitchFamily="34" charset="0"/>
                  </a:rPr>
                  <a:t>.</a:t>
                </a:r>
              </a:p>
            </p:txBody>
          </p:sp>
        </mc:Choice>
        <mc:Fallback xmlns="">
          <p:sp>
            <p:nvSpPr>
              <p:cNvPr id="4" name="Content Placeholder 3">
                <a:extLst>
                  <a:ext uri="{FF2B5EF4-FFF2-40B4-BE49-F238E27FC236}">
                    <a16:creationId xmlns:a16="http://schemas.microsoft.com/office/drawing/2014/main" id="{9EB0B358-01F5-FF90-7C22-3CEA25770A2D}"/>
                  </a:ext>
                </a:extLst>
              </p:cNvPr>
              <p:cNvSpPr>
                <a:spLocks noGrp="1" noRot="1" noChangeAspect="1" noMove="1" noResize="1" noEditPoints="1" noAdjustHandles="1" noChangeArrowheads="1" noChangeShapeType="1" noTextEdit="1"/>
              </p:cNvSpPr>
              <p:nvPr>
                <p:ph idx="1"/>
              </p:nvPr>
            </p:nvSpPr>
            <p:spPr>
              <a:xfrm>
                <a:off x="598461" y="925587"/>
                <a:ext cx="7947078" cy="5635476"/>
              </a:xfrm>
              <a:blipFill>
                <a:blip r:embed="rId3"/>
                <a:stretch>
                  <a:fillRect l="-1597" t="-1124" r="-1118" b="-2022"/>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142855A3-E8CD-D44D-A3D5-FF9CC2759C4F}"/>
              </a:ext>
            </a:extLst>
          </p:cNvPr>
          <p:cNvSpPr>
            <a:spLocks noGrp="1"/>
          </p:cNvSpPr>
          <p:nvPr>
            <p:ph type="sldNum" sz="quarter" idx="10"/>
          </p:nvPr>
        </p:nvSpPr>
        <p:spPr/>
        <p:txBody>
          <a:bodyPr/>
          <a:lstStyle/>
          <a:p>
            <a:pPr>
              <a:defRPr/>
            </a:pPr>
            <a:fld id="{FE5AEF74-5102-4921-8DBA-649C609AF6D1}" type="slidenum">
              <a:rPr lang="it-IT" smtClean="0"/>
              <a:pPr>
                <a:defRPr/>
              </a:pPr>
              <a:t>23</a:t>
            </a:fld>
            <a:endParaRPr lang="it-IT"/>
          </a:p>
        </p:txBody>
      </p:sp>
      <p:sp>
        <p:nvSpPr>
          <p:cNvPr id="7" name="Round Diagonal Corner Rectangle 6">
            <a:extLst>
              <a:ext uri="{FF2B5EF4-FFF2-40B4-BE49-F238E27FC236}">
                <a16:creationId xmlns:a16="http://schemas.microsoft.com/office/drawing/2014/main" id="{62EBBDB6-2AF2-EB04-A1AF-B70357DB1FB1}"/>
              </a:ext>
            </a:extLst>
          </p:cNvPr>
          <p:cNvSpPr/>
          <p:nvPr/>
        </p:nvSpPr>
        <p:spPr>
          <a:xfrm>
            <a:off x="376763" y="1628800"/>
            <a:ext cx="8390474" cy="1656184"/>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Round Diagonal Corner Rectangle 7">
            <a:extLst>
              <a:ext uri="{FF2B5EF4-FFF2-40B4-BE49-F238E27FC236}">
                <a16:creationId xmlns:a16="http://schemas.microsoft.com/office/drawing/2014/main" id="{DA3477A5-2A73-F64C-8700-AB33B36F3D7D}"/>
              </a:ext>
            </a:extLst>
          </p:cNvPr>
          <p:cNvSpPr/>
          <p:nvPr/>
        </p:nvSpPr>
        <p:spPr>
          <a:xfrm>
            <a:off x="376763" y="3429000"/>
            <a:ext cx="8390474" cy="1224136"/>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Round Diagonal Corner Rectangle 8">
            <a:extLst>
              <a:ext uri="{FF2B5EF4-FFF2-40B4-BE49-F238E27FC236}">
                <a16:creationId xmlns:a16="http://schemas.microsoft.com/office/drawing/2014/main" id="{A57D7FC7-495C-CC20-34C6-8A87F6E74D52}"/>
              </a:ext>
            </a:extLst>
          </p:cNvPr>
          <p:cNvSpPr/>
          <p:nvPr/>
        </p:nvSpPr>
        <p:spPr>
          <a:xfrm>
            <a:off x="376763" y="4726405"/>
            <a:ext cx="8390474" cy="1834658"/>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9ABF5E2B-8141-DC69-FE40-68F0566C5EB4}"/>
              </a:ext>
            </a:extLst>
          </p:cNvPr>
          <p:cNvSpPr txBox="1"/>
          <p:nvPr/>
        </p:nvSpPr>
        <p:spPr>
          <a:xfrm>
            <a:off x="598461" y="188640"/>
            <a:ext cx="5523298" cy="523220"/>
          </a:xfrm>
          <a:prstGeom prst="rect">
            <a:avLst/>
          </a:prstGeom>
          <a:noFill/>
        </p:spPr>
        <p:txBody>
          <a:bodyPr wrap="square">
            <a:spAutoFit/>
          </a:bodyPr>
          <a:lstStyle/>
          <a:p>
            <a:r>
              <a:rPr lang="en-CA" sz="2800" b="1" i="1" dirty="0">
                <a:solidFill>
                  <a:srgbClr val="003366"/>
                </a:solidFill>
                <a:latin typeface="Cambria"/>
              </a:rPr>
              <a:t>N</a:t>
            </a:r>
            <a:r>
              <a:rPr lang="en-CA" sz="2600" b="1" i="1" dirty="0">
                <a:solidFill>
                  <a:srgbClr val="003366"/>
                </a:solidFill>
                <a:latin typeface="Cambria"/>
              </a:rPr>
              <a:t>ON-</a:t>
            </a:r>
            <a:r>
              <a:rPr lang="en-CA" sz="2800" b="1" i="1" dirty="0">
                <a:solidFill>
                  <a:srgbClr val="003366"/>
                </a:solidFill>
                <a:latin typeface="Cambria"/>
              </a:rPr>
              <a:t>P</a:t>
            </a:r>
            <a:r>
              <a:rPr lang="en-CA" sz="2600" b="1" i="1" dirty="0">
                <a:solidFill>
                  <a:srgbClr val="003366"/>
                </a:solidFill>
                <a:latin typeface="Cambria"/>
              </a:rPr>
              <a:t>ROBLEM </a:t>
            </a:r>
            <a:r>
              <a:rPr lang="en-CA" sz="2800" b="1" i="1" dirty="0">
                <a:solidFill>
                  <a:srgbClr val="003366"/>
                </a:solidFill>
                <a:latin typeface="Cambria"/>
              </a:rPr>
              <a:t>D</a:t>
            </a:r>
            <a:r>
              <a:rPr lang="en-CA" sz="2600" b="1" i="1" dirty="0">
                <a:solidFill>
                  <a:srgbClr val="003366"/>
                </a:solidFill>
                <a:latin typeface="Cambria"/>
              </a:rPr>
              <a:t>OMAIN </a:t>
            </a:r>
            <a:r>
              <a:rPr lang="en-CA" sz="2800" b="1" i="1" dirty="0">
                <a:solidFill>
                  <a:srgbClr val="003366"/>
                </a:solidFill>
                <a:latin typeface="Cambria"/>
              </a:rPr>
              <a:t>A</a:t>
            </a:r>
            <a:r>
              <a:rPr lang="en-CA" sz="2600" b="1" i="1" dirty="0">
                <a:solidFill>
                  <a:srgbClr val="003366"/>
                </a:solidFill>
                <a:latin typeface="Cambria"/>
              </a:rPr>
              <a:t>TTACKS</a:t>
            </a:r>
            <a:endParaRPr lang="en-US" b="1" dirty="0">
              <a:solidFill>
                <a:srgbClr val="003366"/>
              </a:solidFill>
            </a:endParaRPr>
          </a:p>
        </p:txBody>
      </p:sp>
    </p:spTree>
    <p:extLst>
      <p:ext uri="{BB962C8B-B14F-4D97-AF65-F5344CB8AC3E}">
        <p14:creationId xmlns:p14="http://schemas.microsoft.com/office/powerpoint/2010/main" val="23170946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F4420-068C-42B7-35C8-4CB7354E19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AEF58F-9D00-D725-09C7-1572A2989CBC}"/>
              </a:ext>
            </a:extLst>
          </p:cNvPr>
          <p:cNvSpPr>
            <a:spLocks noGrp="1"/>
          </p:cNvSpPr>
          <p:nvPr>
            <p:ph type="title"/>
          </p:nvPr>
        </p:nvSpPr>
        <p:spPr>
          <a:xfrm>
            <a:off x="719138" y="260648"/>
            <a:ext cx="3492822" cy="838200"/>
          </a:xfrm>
        </p:spPr>
        <p:txBody>
          <a:bodyPr/>
          <a:lstStyle/>
          <a:p>
            <a:r>
              <a:rPr lang="en-CA" sz="2800" i="1" dirty="0">
                <a:latin typeface="Cambria"/>
              </a:rPr>
              <a:t>D</a:t>
            </a:r>
            <a:r>
              <a:rPr lang="en-CA" sz="2600" i="1" dirty="0">
                <a:latin typeface="Cambria"/>
              </a:rPr>
              <a:t>ATA </a:t>
            </a:r>
            <a:r>
              <a:rPr lang="en-CA" sz="2800" i="1" dirty="0">
                <a:latin typeface="Cambria"/>
              </a:rPr>
              <a:t>F</a:t>
            </a:r>
            <a:r>
              <a:rPr lang="en-CA" sz="2600" i="1" dirty="0">
                <a:latin typeface="Cambria"/>
              </a:rPr>
              <a:t>REE </a:t>
            </a:r>
            <a:r>
              <a:rPr lang="en-CA" sz="2800" i="1" dirty="0">
                <a:latin typeface="Cambria"/>
              </a:rPr>
              <a:t>A</a:t>
            </a:r>
            <a:r>
              <a:rPr lang="en-CA" sz="2600" i="1" dirty="0">
                <a:latin typeface="Cambria"/>
              </a:rPr>
              <a:t>TTACKS</a:t>
            </a:r>
            <a:endParaRPr lang="en-CA" sz="2600" b="1" i="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1B93D618-B930-6956-A712-5BA434653840}"/>
                  </a:ext>
                </a:extLst>
              </p:cNvPr>
              <p:cNvSpPr>
                <a:spLocks noGrp="1"/>
              </p:cNvSpPr>
              <p:nvPr>
                <p:ph idx="1"/>
              </p:nvPr>
            </p:nvSpPr>
            <p:spPr>
              <a:xfrm>
                <a:off x="331403" y="923931"/>
                <a:ext cx="8481194" cy="5655698"/>
              </a:xfrm>
            </p:spPr>
            <p:txBody>
              <a:bodyPr/>
              <a:lstStyle/>
              <a:p>
                <a:r>
                  <a:rPr lang="en-US" sz="1600" dirty="0">
                    <a:solidFill>
                      <a:srgbClr val="003366"/>
                    </a:solidFill>
                    <a:latin typeface="Aptos Display" panose="020B0004020202020204" pitchFamily="34" charset="0"/>
                  </a:rPr>
                  <a:t>In a Data-Free attack, the attacker has no real data. They train a generator network </a:t>
                </a:r>
                <a:r>
                  <a:rPr lang="en-US" sz="1600" b="1" dirty="0">
                    <a:solidFill>
                      <a:srgbClr val="003366"/>
                    </a:solidFill>
                    <a:latin typeface="Aptos Display" panose="020B0004020202020204" pitchFamily="34" charset="0"/>
                  </a:rPr>
                  <a:t>G</a:t>
                </a:r>
                <a:r>
                  <a:rPr lang="en-US" sz="1600" dirty="0">
                    <a:solidFill>
                      <a:srgbClr val="003366"/>
                    </a:solidFill>
                    <a:latin typeface="Aptos Display" panose="020B0004020202020204" pitchFamily="34" charset="0"/>
                  </a:rPr>
                  <a:t> to synthesize query samples. </a:t>
                </a:r>
              </a:p>
              <a:p>
                <a:pPr marL="0" indent="0"/>
                <a:endParaRPr lang="en-US" sz="1600" dirty="0">
                  <a:solidFill>
                    <a:srgbClr val="003366"/>
                  </a:solidFill>
                  <a:latin typeface="Aptos Display" panose="020B0004020202020204" pitchFamily="34" charset="0"/>
                </a:endParaRPr>
              </a:p>
              <a:p>
                <a:pPr marL="0" indent="0"/>
                <a:endParaRPr lang="en-US" sz="1600" dirty="0">
                  <a:solidFill>
                    <a:srgbClr val="003366"/>
                  </a:solidFill>
                  <a:latin typeface="Aptos Display" panose="020B0004020202020204" pitchFamily="34" charset="0"/>
                </a:endParaRPr>
              </a:p>
              <a:p>
                <a:pPr marL="0" indent="0"/>
                <a:endParaRPr lang="en-US" sz="1600" dirty="0">
                  <a:solidFill>
                    <a:srgbClr val="003366"/>
                  </a:solidFill>
                  <a:latin typeface="Aptos Display" panose="020B0004020202020204" pitchFamily="34" charset="0"/>
                </a:endParaRPr>
              </a:p>
              <a:p>
                <a:pPr marL="0" indent="0"/>
                <a:endParaRPr lang="en-US" sz="1600" dirty="0">
                  <a:solidFill>
                    <a:srgbClr val="003366"/>
                  </a:solidFill>
                  <a:latin typeface="Aptos Display" panose="020B0004020202020204" pitchFamily="34" charset="0"/>
                </a:endParaRPr>
              </a:p>
              <a:p>
                <a:pPr marL="0" indent="0"/>
                <a:r>
                  <a:rPr lang="en-US" sz="1600" b="1" u="sng" dirty="0">
                    <a:solidFill>
                      <a:srgbClr val="003366"/>
                    </a:solidFill>
                    <a:latin typeface="Aptos Display" panose="020B0004020202020204" pitchFamily="34" charset="0"/>
                  </a:rPr>
                  <a:t>Mathematical Formulation:</a:t>
                </a:r>
              </a:p>
              <a:p>
                <a:pPr marL="0" indent="0"/>
                <a:endParaRPr lang="en-US" sz="1600" b="1"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The disagreement between the victim model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𝑓</m:t>
                        </m:r>
                      </m:e>
                      <m:sub>
                        <m:r>
                          <a:rPr lang="en-US" sz="1600" i="1" dirty="0">
                            <a:solidFill>
                              <a:srgbClr val="003366"/>
                            </a:solidFill>
                            <a:latin typeface="Cambria Math" panose="02040503050406030204" pitchFamily="18" charset="0"/>
                          </a:rPr>
                          <m:t>𝑉</m:t>
                        </m:r>
                      </m:sub>
                    </m:sSub>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e>
                    </m:d>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𝑝</m:t>
                                </m:r>
                              </m:e>
                              <m:sub>
                                <m:r>
                                  <a:rPr lang="en-US" sz="1600" i="0" dirty="0">
                                    <a:solidFill>
                                      <a:srgbClr val="003366"/>
                                    </a:solidFill>
                                    <a:latin typeface="Cambria Math" panose="02040503050406030204" pitchFamily="18" charset="0"/>
                                  </a:rPr>
                                  <m:t>1</m:t>
                                </m:r>
                              </m:sub>
                            </m:sSub>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𝑝</m:t>
                                </m:r>
                              </m:e>
                              <m:sub>
                                <m:r>
                                  <a:rPr lang="en-US" sz="1600" i="1" dirty="0">
                                    <a:solidFill>
                                      <a:srgbClr val="003366"/>
                                    </a:solidFill>
                                    <a:latin typeface="Cambria Math" panose="02040503050406030204" pitchFamily="18" charset="0"/>
                                  </a:rPr>
                                  <m:t>𝐶</m:t>
                                </m:r>
                              </m:sub>
                            </m:sSub>
                          </m:e>
                        </m:d>
                      </m:e>
                      <m:sup>
                        <m:r>
                          <a:rPr lang="en-US" sz="1600" i="1" dirty="0">
                            <a:solidFill>
                              <a:srgbClr val="003366"/>
                            </a:solidFill>
                            <a:latin typeface="Cambria Math" panose="02040503050406030204" pitchFamily="18" charset="0"/>
                          </a:rPr>
                          <m:t>𝑇</m:t>
                        </m:r>
                      </m:sup>
                    </m:sSup>
                  </m:oMath>
                </a14:m>
                <a:r>
                  <a:rPr lang="en-US" sz="1600" dirty="0">
                    <a:solidFill>
                      <a:srgbClr val="003366"/>
                    </a:solidFill>
                    <a:latin typeface="Aptos Display" panose="020B0004020202020204" pitchFamily="34" charset="0"/>
                  </a:rPr>
                  <a:t> and the clone model </a:t>
                </a:r>
                <a14:m>
                  <m:oMath xmlns:m="http://schemas.openxmlformats.org/officeDocument/2006/math">
                    <m:acc>
                      <m:accPr>
                        <m:chr m:val="˜"/>
                        <m:ctrlPr>
                          <a:rPr lang="en-US" sz="1600" i="1" dirty="0" smtClean="0">
                            <a:solidFill>
                              <a:srgbClr val="003366"/>
                            </a:solidFill>
                            <a:latin typeface="Cambria Math" panose="02040503050406030204" pitchFamily="18" charset="0"/>
                          </a:rPr>
                        </m:ctrlPr>
                      </m:accPr>
                      <m:e>
                        <m:r>
                          <a:rPr lang="en-US" sz="1600" i="1" dirty="0">
                            <a:solidFill>
                              <a:srgbClr val="003366"/>
                            </a:solidFill>
                            <a:latin typeface="Cambria Math" panose="02040503050406030204" pitchFamily="18" charset="0"/>
                          </a:rPr>
                          <m:t>𝑓</m:t>
                        </m:r>
                      </m:e>
                    </m:acc>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e>
                    </m:d>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acc>
                                  <m:accPr>
                                    <m:chr m:val="˜"/>
                                    <m:ctrlPr>
                                      <a:rPr lang="en-US" sz="1600" i="1" dirty="0">
                                        <a:solidFill>
                                          <a:srgbClr val="003366"/>
                                        </a:solidFill>
                                        <a:latin typeface="Cambria Math" panose="02040503050406030204" pitchFamily="18" charset="0"/>
                                      </a:rPr>
                                    </m:ctrlPr>
                                  </m:accPr>
                                  <m:e>
                                    <m:r>
                                      <a:rPr lang="en-US" sz="1600" i="1" dirty="0">
                                        <a:solidFill>
                                          <a:srgbClr val="003366"/>
                                        </a:solidFill>
                                        <a:latin typeface="Cambria Math" panose="02040503050406030204" pitchFamily="18" charset="0"/>
                                      </a:rPr>
                                      <m:t>𝑝</m:t>
                                    </m:r>
                                  </m:e>
                                </m:acc>
                              </m:e>
                              <m:sub>
                                <m:r>
                                  <a:rPr lang="en-US" sz="1600" i="0" dirty="0">
                                    <a:solidFill>
                                      <a:srgbClr val="003366"/>
                                    </a:solidFill>
                                    <a:latin typeface="Cambria Math" panose="02040503050406030204" pitchFamily="18" charset="0"/>
                                  </a:rPr>
                                  <m:t>1</m:t>
                                </m:r>
                              </m:sub>
                            </m:sSub>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acc>
                                  <m:accPr>
                                    <m:chr m:val="˜"/>
                                    <m:ctrlPr>
                                      <a:rPr lang="en-US" sz="1600" i="1" dirty="0">
                                        <a:solidFill>
                                          <a:srgbClr val="003366"/>
                                        </a:solidFill>
                                        <a:latin typeface="Cambria Math" panose="02040503050406030204" pitchFamily="18" charset="0"/>
                                      </a:rPr>
                                    </m:ctrlPr>
                                  </m:accPr>
                                  <m:e>
                                    <m:r>
                                      <a:rPr lang="en-US" sz="1600" i="1" dirty="0">
                                        <a:solidFill>
                                          <a:srgbClr val="003366"/>
                                        </a:solidFill>
                                        <a:latin typeface="Cambria Math" panose="02040503050406030204" pitchFamily="18" charset="0"/>
                                      </a:rPr>
                                      <m:t>𝑝</m:t>
                                    </m:r>
                                  </m:e>
                                </m:acc>
                              </m:e>
                              <m:sub>
                                <m:r>
                                  <a:rPr lang="en-US" sz="1600" i="1" dirty="0">
                                    <a:solidFill>
                                      <a:srgbClr val="003366"/>
                                    </a:solidFill>
                                    <a:latin typeface="Cambria Math" panose="02040503050406030204" pitchFamily="18" charset="0"/>
                                  </a:rPr>
                                  <m:t>𝐶</m:t>
                                </m:r>
                              </m:sub>
                            </m:sSub>
                          </m:e>
                        </m:d>
                      </m:e>
                      <m:sup>
                        <m:r>
                          <a:rPr lang="en-US" sz="1600" i="1" dirty="0">
                            <a:solidFill>
                              <a:srgbClr val="003366"/>
                            </a:solidFill>
                            <a:latin typeface="Cambria Math" panose="02040503050406030204" pitchFamily="18" charset="0"/>
                          </a:rPr>
                          <m:t>𝑇</m:t>
                        </m:r>
                      </m:sup>
                    </m:sSup>
                  </m:oMath>
                </a14:m>
                <a:r>
                  <a:rPr lang="en-US" sz="1600" dirty="0">
                    <a:solidFill>
                      <a:srgbClr val="003366"/>
                    </a:solidFill>
                    <a:latin typeface="Aptos Display" panose="020B0004020202020204" pitchFamily="34" charset="0"/>
                  </a:rPr>
                  <a:t> is measured using the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𝐿</m:t>
                        </m:r>
                      </m:e>
                      <m:sub>
                        <m:r>
                          <a:rPr lang="en-US" sz="1600" i="0" dirty="0">
                            <a:solidFill>
                              <a:srgbClr val="003366"/>
                            </a:solidFill>
                            <a:latin typeface="Cambria Math" panose="02040503050406030204" pitchFamily="18" charset="0"/>
                          </a:rPr>
                          <m:t>1</m:t>
                        </m:r>
                      </m:sub>
                    </m:sSub>
                  </m:oMath>
                </a14:m>
                <a:r>
                  <a:rPr lang="en-US" sz="1600" dirty="0">
                    <a:solidFill>
                      <a:srgbClr val="003366"/>
                    </a:solidFill>
                    <a:latin typeface="Aptos Display" panose="020B0004020202020204" pitchFamily="34" charset="0"/>
                  </a:rPr>
                  <a:t> distance.</a:t>
                </a:r>
              </a:p>
              <a:p>
                <a:pPr marL="0" indent="0"/>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The clone model </a:t>
                </a:r>
                <a14:m>
                  <m:oMath xmlns:m="http://schemas.openxmlformats.org/officeDocument/2006/math">
                    <m:acc>
                      <m:accPr>
                        <m:chr m:val="˜"/>
                        <m:ctrlPr>
                          <a:rPr lang="en-US" sz="1600" i="1" dirty="0" smtClean="0">
                            <a:solidFill>
                              <a:srgbClr val="003366"/>
                            </a:solidFill>
                            <a:latin typeface="Cambria Math" panose="02040503050406030204" pitchFamily="18" charset="0"/>
                          </a:rPr>
                        </m:ctrlPr>
                      </m:accPr>
                      <m:e>
                        <m:r>
                          <a:rPr lang="en-US" sz="1600" i="1" dirty="0">
                            <a:solidFill>
                              <a:srgbClr val="003366"/>
                            </a:solidFill>
                            <a:latin typeface="Cambria Math" panose="02040503050406030204" pitchFamily="18" charset="0"/>
                          </a:rPr>
                          <m:t>𝑓</m:t>
                        </m:r>
                      </m:e>
                    </m:acc>
                  </m:oMath>
                </a14:m>
                <a:r>
                  <a:rPr lang="en-US" sz="1600" dirty="0">
                    <a:solidFill>
                      <a:srgbClr val="003366"/>
                    </a:solidFill>
                    <a:latin typeface="Aptos Display" panose="020B0004020202020204" pitchFamily="34" charset="0"/>
                  </a:rPr>
                  <a:t>minimizes this distance:</a:t>
                </a:r>
              </a:p>
              <a:p>
                <a:pPr marL="0" indent="0"/>
                <a14:m>
                  <m:oMathPara xmlns:m="http://schemas.openxmlformats.org/officeDocument/2006/math">
                    <m:oMathParaPr>
                      <m:jc m:val="centerGroup"/>
                    </m:oMathParaPr>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𝐿</m:t>
                          </m:r>
                        </m:e>
                        <m:sub>
                          <m:r>
                            <a:rPr lang="en-US" sz="1600" i="1" dirty="0" smtClean="0">
                              <a:solidFill>
                                <a:srgbClr val="003366"/>
                              </a:solidFill>
                              <a:latin typeface="Cambria Math" panose="02040503050406030204" pitchFamily="18" charset="0"/>
                            </a:rPr>
                            <m:t>𝑆</m:t>
                          </m:r>
                        </m:sub>
                      </m:sSub>
                      <m:r>
                        <a:rPr lang="en-US" sz="1600" i="0" dirty="0" smtClean="0">
                          <a:solidFill>
                            <a:srgbClr val="003366"/>
                          </a:solidFill>
                          <a:latin typeface="Cambria Math" panose="02040503050406030204" pitchFamily="18" charset="0"/>
                        </a:rPr>
                        <m:t>=</m:t>
                      </m:r>
                      <m:nary>
                        <m:naryPr>
                          <m:chr m:val="∑"/>
                          <m:limLoc m:val="undOvr"/>
                          <m:ctrlPr>
                            <a:rPr lang="en-US" sz="1600" i="1" dirty="0" smtClean="0">
                              <a:solidFill>
                                <a:srgbClr val="003366"/>
                              </a:solidFill>
                              <a:latin typeface="Cambria Math" panose="02040503050406030204" pitchFamily="18" charset="0"/>
                            </a:rPr>
                          </m:ctrlPr>
                        </m:naryPr>
                        <m:sub>
                          <m:r>
                            <a:rPr lang="en-US" sz="1600" i="1" dirty="0" smtClean="0">
                              <a:solidFill>
                                <a:srgbClr val="003366"/>
                              </a:solidFill>
                              <a:latin typeface="Cambria Math" panose="02040503050406030204" pitchFamily="18" charset="0"/>
                            </a:rPr>
                            <m:t>𝑐</m:t>
                          </m:r>
                          <m:r>
                            <a:rPr lang="en-US" sz="1600" i="0" dirty="0" smtClean="0">
                              <a:solidFill>
                                <a:srgbClr val="003366"/>
                              </a:solidFill>
                              <a:latin typeface="Cambria Math" panose="02040503050406030204" pitchFamily="18" charset="0"/>
                            </a:rPr>
                            <m:t>=1</m:t>
                          </m:r>
                        </m:sub>
                        <m:sup>
                          <m:r>
                            <a:rPr lang="en-US" sz="1600" i="1" dirty="0" smtClean="0">
                              <a:solidFill>
                                <a:srgbClr val="003366"/>
                              </a:solidFill>
                              <a:latin typeface="Cambria Math" panose="02040503050406030204" pitchFamily="18" charset="0"/>
                            </a:rPr>
                            <m:t>𝐶</m:t>
                          </m:r>
                        </m:sup>
                        <m:e>
                          <m:d>
                            <m:dPr>
                              <m:begChr m:val="|"/>
                              <m:endChr m:val="|"/>
                              <m:ctrlPr>
                                <a:rPr lang="en-US" sz="1600" i="1" dirty="0" smtClean="0">
                                  <a:solidFill>
                                    <a:srgbClr val="003366"/>
                                  </a:solidFill>
                                  <a:latin typeface="Cambria Math" panose="02040503050406030204" pitchFamily="18" charset="0"/>
                                </a:rPr>
                              </m:ctrlPr>
                            </m:dPr>
                            <m:e>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𝑝</m:t>
                                  </m:r>
                                </m:e>
                                <m:sub>
                                  <m:r>
                                    <a:rPr lang="en-US" sz="1600" i="1" dirty="0" smtClean="0">
                                      <a:solidFill>
                                        <a:srgbClr val="003366"/>
                                      </a:solidFill>
                                      <a:latin typeface="Cambria Math" panose="02040503050406030204" pitchFamily="18" charset="0"/>
                                    </a:rPr>
                                    <m:t>𝑐</m:t>
                                  </m:r>
                                </m:sub>
                              </m:sSub>
                              <m:r>
                                <a:rPr lang="en-US" sz="1600" i="0" dirty="0" smtClean="0">
                                  <a:solidFill>
                                    <a:srgbClr val="003366"/>
                                  </a:solidFill>
                                  <a:latin typeface="Cambria Math" panose="02040503050406030204" pitchFamily="18" charset="0"/>
                                </a:rPr>
                                <m:t>−</m:t>
                              </m:r>
                              <m:sSub>
                                <m:sSubPr>
                                  <m:ctrlPr>
                                    <a:rPr lang="en-US" sz="1600" i="1" dirty="0" smtClean="0">
                                      <a:solidFill>
                                        <a:srgbClr val="003366"/>
                                      </a:solidFill>
                                      <a:latin typeface="Cambria Math" panose="02040503050406030204" pitchFamily="18" charset="0"/>
                                    </a:rPr>
                                  </m:ctrlPr>
                                </m:sSubPr>
                                <m:e>
                                  <m:acc>
                                    <m:accPr>
                                      <m:chr m:val="˜"/>
                                      <m:ctrlPr>
                                        <a:rPr lang="en-US" sz="1600" i="1" dirty="0" smtClean="0">
                                          <a:solidFill>
                                            <a:srgbClr val="003366"/>
                                          </a:solidFill>
                                          <a:latin typeface="Cambria Math" panose="02040503050406030204" pitchFamily="18" charset="0"/>
                                        </a:rPr>
                                      </m:ctrlPr>
                                    </m:accPr>
                                    <m:e>
                                      <m:r>
                                        <a:rPr lang="en-US" sz="1600" i="1" dirty="0" smtClean="0">
                                          <a:solidFill>
                                            <a:srgbClr val="003366"/>
                                          </a:solidFill>
                                          <a:latin typeface="Cambria Math" panose="02040503050406030204" pitchFamily="18" charset="0"/>
                                        </a:rPr>
                                        <m:t>𝑝</m:t>
                                      </m:r>
                                    </m:e>
                                  </m:acc>
                                </m:e>
                                <m:sub>
                                  <m:r>
                                    <a:rPr lang="en-US" sz="1600" i="1" dirty="0" smtClean="0">
                                      <a:solidFill>
                                        <a:srgbClr val="003366"/>
                                      </a:solidFill>
                                      <a:latin typeface="Cambria Math" panose="02040503050406030204" pitchFamily="18" charset="0"/>
                                    </a:rPr>
                                    <m:t>𝑐</m:t>
                                  </m:r>
                                </m:sub>
                              </m:sSub>
                            </m:e>
                          </m:d>
                        </m:e>
                      </m:nary>
                    </m:oMath>
                  </m:oMathPara>
                </a14:m>
                <a:endParaRPr lang="en-US" sz="1600" dirty="0">
                  <a:solidFill>
                    <a:srgbClr val="003366"/>
                  </a:solidFill>
                  <a:latin typeface="Aptos Display" panose="020B0004020202020204" pitchFamily="34" charset="0"/>
                </a:endParaRPr>
              </a:p>
              <a:p>
                <a:pPr marL="0" indent="0"/>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The generator </a:t>
                </a:r>
                <a14:m>
                  <m:oMath xmlns:m="http://schemas.openxmlformats.org/officeDocument/2006/math">
                    <m:r>
                      <a:rPr lang="en-US" sz="1600" i="1" dirty="0" smtClean="0">
                        <a:solidFill>
                          <a:srgbClr val="003366"/>
                        </a:solidFill>
                        <a:latin typeface="Cambria Math" panose="02040503050406030204" pitchFamily="18" charset="0"/>
                      </a:rPr>
                      <m:t>𝐺</m:t>
                    </m:r>
                  </m:oMath>
                </a14:m>
                <a:r>
                  <a:rPr lang="en-US" sz="1600" dirty="0">
                    <a:solidFill>
                      <a:srgbClr val="003366"/>
                    </a:solidFill>
                    <a:latin typeface="Aptos Display" panose="020B0004020202020204" pitchFamily="34" charset="0"/>
                  </a:rPr>
                  <a:t>maximizes this distance (minimizes the negative distance):</a:t>
                </a:r>
              </a:p>
              <a:p>
                <a:pPr marL="0" indent="0"/>
                <a14:m>
                  <m:oMathPara xmlns:m="http://schemas.openxmlformats.org/officeDocument/2006/math">
                    <m:oMathParaPr>
                      <m:jc m:val="centerGroup"/>
                    </m:oMathParaPr>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𝐿</m:t>
                          </m:r>
                        </m:e>
                        <m:sub>
                          <m:r>
                            <a:rPr lang="en-US" sz="1600" i="1" dirty="0" smtClean="0">
                              <a:solidFill>
                                <a:srgbClr val="003366"/>
                              </a:solidFill>
                              <a:latin typeface="Cambria Math" panose="02040503050406030204" pitchFamily="18" charset="0"/>
                            </a:rPr>
                            <m:t>𝐺</m:t>
                          </m:r>
                        </m:sub>
                      </m:sSub>
                      <m:r>
                        <a:rPr lang="en-US" sz="1600" i="0" dirty="0" smtClean="0">
                          <a:solidFill>
                            <a:srgbClr val="003366"/>
                          </a:solidFill>
                          <a:latin typeface="Cambria Math" panose="02040503050406030204" pitchFamily="18" charset="0"/>
                        </a:rPr>
                        <m:t>=−</m:t>
                      </m:r>
                      <m:nary>
                        <m:naryPr>
                          <m:chr m:val="∑"/>
                          <m:limLoc m:val="undOvr"/>
                          <m:ctrlPr>
                            <a:rPr lang="en-US" sz="1600" i="1" dirty="0" smtClean="0">
                              <a:solidFill>
                                <a:srgbClr val="003366"/>
                              </a:solidFill>
                              <a:latin typeface="Cambria Math" panose="02040503050406030204" pitchFamily="18" charset="0"/>
                            </a:rPr>
                          </m:ctrlPr>
                        </m:naryPr>
                        <m:sub>
                          <m:r>
                            <a:rPr lang="en-US" sz="1600" i="1" dirty="0" smtClean="0">
                              <a:solidFill>
                                <a:srgbClr val="003366"/>
                              </a:solidFill>
                              <a:latin typeface="Cambria Math" panose="02040503050406030204" pitchFamily="18" charset="0"/>
                            </a:rPr>
                            <m:t>𝑐</m:t>
                          </m:r>
                          <m:r>
                            <a:rPr lang="en-US" sz="1600" i="0" dirty="0" smtClean="0">
                              <a:solidFill>
                                <a:srgbClr val="003366"/>
                              </a:solidFill>
                              <a:latin typeface="Cambria Math" panose="02040503050406030204" pitchFamily="18" charset="0"/>
                            </a:rPr>
                            <m:t>=1</m:t>
                          </m:r>
                        </m:sub>
                        <m:sup>
                          <m:r>
                            <a:rPr lang="en-US" sz="1600" i="1" dirty="0" smtClean="0">
                              <a:solidFill>
                                <a:srgbClr val="003366"/>
                              </a:solidFill>
                              <a:latin typeface="Cambria Math" panose="02040503050406030204" pitchFamily="18" charset="0"/>
                            </a:rPr>
                            <m:t>𝐶</m:t>
                          </m:r>
                        </m:sup>
                        <m:e>
                          <m:d>
                            <m:dPr>
                              <m:begChr m:val="|"/>
                              <m:endChr m:val="|"/>
                              <m:ctrlPr>
                                <a:rPr lang="en-US" sz="1600" i="1" dirty="0" smtClean="0">
                                  <a:solidFill>
                                    <a:srgbClr val="003366"/>
                                  </a:solidFill>
                                  <a:latin typeface="Cambria Math" panose="02040503050406030204" pitchFamily="18" charset="0"/>
                                </a:rPr>
                              </m:ctrlPr>
                            </m:dPr>
                            <m:e>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𝑝</m:t>
                                  </m:r>
                                </m:e>
                                <m:sub>
                                  <m:r>
                                    <a:rPr lang="en-US" sz="1600" i="1" dirty="0" smtClean="0">
                                      <a:solidFill>
                                        <a:srgbClr val="003366"/>
                                      </a:solidFill>
                                      <a:latin typeface="Cambria Math" panose="02040503050406030204" pitchFamily="18" charset="0"/>
                                    </a:rPr>
                                    <m:t>𝑐</m:t>
                                  </m:r>
                                </m:sub>
                              </m:sSub>
                              <m:r>
                                <a:rPr lang="en-US" sz="1600" i="0" dirty="0" smtClean="0">
                                  <a:solidFill>
                                    <a:srgbClr val="003366"/>
                                  </a:solidFill>
                                  <a:latin typeface="Cambria Math" panose="02040503050406030204" pitchFamily="18" charset="0"/>
                                </a:rPr>
                                <m:t>−</m:t>
                              </m:r>
                              <m:sSub>
                                <m:sSubPr>
                                  <m:ctrlPr>
                                    <a:rPr lang="en-US" sz="1600" i="1" dirty="0" smtClean="0">
                                      <a:solidFill>
                                        <a:srgbClr val="003366"/>
                                      </a:solidFill>
                                      <a:latin typeface="Cambria Math" panose="02040503050406030204" pitchFamily="18" charset="0"/>
                                    </a:rPr>
                                  </m:ctrlPr>
                                </m:sSubPr>
                                <m:e>
                                  <m:acc>
                                    <m:accPr>
                                      <m:chr m:val="˜"/>
                                      <m:ctrlPr>
                                        <a:rPr lang="en-US" sz="1600" i="1" dirty="0" smtClean="0">
                                          <a:solidFill>
                                            <a:srgbClr val="003366"/>
                                          </a:solidFill>
                                          <a:latin typeface="Cambria Math" panose="02040503050406030204" pitchFamily="18" charset="0"/>
                                        </a:rPr>
                                      </m:ctrlPr>
                                    </m:accPr>
                                    <m:e>
                                      <m:r>
                                        <a:rPr lang="en-US" sz="1600" i="1" dirty="0" smtClean="0">
                                          <a:solidFill>
                                            <a:srgbClr val="003366"/>
                                          </a:solidFill>
                                          <a:latin typeface="Cambria Math" panose="02040503050406030204" pitchFamily="18" charset="0"/>
                                        </a:rPr>
                                        <m:t>𝑝</m:t>
                                      </m:r>
                                    </m:e>
                                  </m:acc>
                                </m:e>
                                <m:sub>
                                  <m:r>
                                    <a:rPr lang="en-US" sz="1600" i="1" dirty="0" smtClean="0">
                                      <a:solidFill>
                                        <a:srgbClr val="003366"/>
                                      </a:solidFill>
                                      <a:latin typeface="Cambria Math" panose="02040503050406030204" pitchFamily="18" charset="0"/>
                                    </a:rPr>
                                    <m:t>𝑐</m:t>
                                  </m:r>
                                </m:sub>
                              </m:sSub>
                            </m:e>
                          </m:d>
                        </m:e>
                      </m:nary>
                    </m:oMath>
                  </m:oMathPara>
                </a14:m>
                <a:endParaRPr lang="en-US" sz="1600" dirty="0">
                  <a:solidFill>
                    <a:srgbClr val="003366"/>
                  </a:solidFill>
                  <a:latin typeface="Aptos Display" panose="020B0004020202020204" pitchFamily="34" charset="0"/>
                </a:endParaRPr>
              </a:p>
            </p:txBody>
          </p:sp>
        </mc:Choice>
        <mc:Fallback xmlns="">
          <p:sp>
            <p:nvSpPr>
              <p:cNvPr id="5" name="Content Placeholder 4">
                <a:extLst>
                  <a:ext uri="{FF2B5EF4-FFF2-40B4-BE49-F238E27FC236}">
                    <a16:creationId xmlns:a16="http://schemas.microsoft.com/office/drawing/2014/main" id="{1B93D618-B930-6956-A712-5BA434653840}"/>
                  </a:ext>
                </a:extLst>
              </p:cNvPr>
              <p:cNvSpPr>
                <a:spLocks noGrp="1" noRot="1" noChangeAspect="1" noMove="1" noResize="1" noEditPoints="1" noAdjustHandles="1" noChangeArrowheads="1" noChangeShapeType="1" noTextEdit="1"/>
              </p:cNvSpPr>
              <p:nvPr>
                <p:ph idx="1"/>
              </p:nvPr>
            </p:nvSpPr>
            <p:spPr>
              <a:xfrm>
                <a:off x="331403" y="923931"/>
                <a:ext cx="8481194" cy="5655698"/>
              </a:xfrm>
              <a:blipFill>
                <a:blip r:embed="rId3"/>
                <a:stretch>
                  <a:fillRect l="-1343" t="-1121" b="-17040"/>
                </a:stretch>
              </a:blipFill>
            </p:spPr>
            <p:txBody>
              <a:bodyPr/>
              <a:lstStyle/>
              <a:p>
                <a:r>
                  <a:rPr lang="en-US">
                    <a:noFill/>
                  </a:rPr>
                  <a:t> </a:t>
                </a:r>
              </a:p>
            </p:txBody>
          </p:sp>
        </mc:Fallback>
      </mc:AlternateContent>
      <p:sp>
        <p:nvSpPr>
          <p:cNvPr id="9" name="Slide Number Placeholder 8">
            <a:extLst>
              <a:ext uri="{FF2B5EF4-FFF2-40B4-BE49-F238E27FC236}">
                <a16:creationId xmlns:a16="http://schemas.microsoft.com/office/drawing/2014/main" id="{C6442A50-8132-835D-5A66-2EBFBDABFB6A}"/>
              </a:ext>
            </a:extLst>
          </p:cNvPr>
          <p:cNvSpPr>
            <a:spLocks noGrp="1"/>
          </p:cNvSpPr>
          <p:nvPr>
            <p:ph type="sldNum" sz="quarter" idx="10"/>
          </p:nvPr>
        </p:nvSpPr>
        <p:spPr/>
        <p:txBody>
          <a:bodyPr/>
          <a:lstStyle/>
          <a:p>
            <a:pPr>
              <a:defRPr/>
            </a:pPr>
            <a:fld id="{FE5AEF74-5102-4921-8DBA-649C609AF6D1}" type="slidenum">
              <a:rPr lang="it-IT" smtClean="0"/>
              <a:pPr>
                <a:defRPr/>
              </a:pPr>
              <a:t>24</a:t>
            </a:fld>
            <a:endParaRPr lang="it-IT"/>
          </a:p>
        </p:txBody>
      </p:sp>
      <p:graphicFrame>
        <p:nvGraphicFramePr>
          <p:cNvPr id="7" name="Diagram 6">
            <a:extLst>
              <a:ext uri="{FF2B5EF4-FFF2-40B4-BE49-F238E27FC236}">
                <a16:creationId xmlns:a16="http://schemas.microsoft.com/office/drawing/2014/main" id="{CCA8CB32-D3FD-964B-0586-5417A6AC94D3}"/>
              </a:ext>
            </a:extLst>
          </p:cNvPr>
          <p:cNvGraphicFramePr/>
          <p:nvPr>
            <p:extLst>
              <p:ext uri="{D42A27DB-BD31-4B8C-83A1-F6EECF244321}">
                <p14:modId xmlns:p14="http://schemas.microsoft.com/office/powerpoint/2010/main" val="1546305268"/>
              </p:ext>
            </p:extLst>
          </p:nvPr>
        </p:nvGraphicFramePr>
        <p:xfrm>
          <a:off x="539552" y="1556792"/>
          <a:ext cx="6984776" cy="83099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Round Diagonal Corner Rectangle 10">
            <a:extLst>
              <a:ext uri="{FF2B5EF4-FFF2-40B4-BE49-F238E27FC236}">
                <a16:creationId xmlns:a16="http://schemas.microsoft.com/office/drawing/2014/main" id="{DACCCAC8-EDDA-03A6-9EA1-AB9B0072F67F}"/>
              </a:ext>
            </a:extLst>
          </p:cNvPr>
          <p:cNvSpPr/>
          <p:nvPr/>
        </p:nvSpPr>
        <p:spPr>
          <a:xfrm>
            <a:off x="179512" y="3861047"/>
            <a:ext cx="8587725" cy="2520281"/>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3438544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FD85A-0F18-20AE-B0C3-EAF0DEE751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7273C0-33D3-4D29-08D5-4F83AD456365}"/>
              </a:ext>
            </a:extLst>
          </p:cNvPr>
          <p:cNvSpPr>
            <a:spLocks noGrp="1"/>
          </p:cNvSpPr>
          <p:nvPr>
            <p:ph type="title"/>
          </p:nvPr>
        </p:nvSpPr>
        <p:spPr>
          <a:xfrm>
            <a:off x="719138" y="286544"/>
            <a:ext cx="3420814" cy="838200"/>
          </a:xfrm>
        </p:spPr>
        <p:txBody>
          <a:bodyPr/>
          <a:lstStyle/>
          <a:p>
            <a:r>
              <a:rPr lang="en-CA" sz="2800" i="1" dirty="0">
                <a:latin typeface="Cambria"/>
              </a:rPr>
              <a:t>D</a:t>
            </a:r>
            <a:r>
              <a:rPr lang="en-CA" sz="2600" i="1" dirty="0">
                <a:latin typeface="Cambria"/>
              </a:rPr>
              <a:t>ATA </a:t>
            </a:r>
            <a:r>
              <a:rPr lang="en-CA" sz="2800" i="1" dirty="0">
                <a:latin typeface="Cambria"/>
              </a:rPr>
              <a:t>F</a:t>
            </a:r>
            <a:r>
              <a:rPr lang="en-CA" sz="2600" i="1" dirty="0">
                <a:latin typeface="Cambria"/>
              </a:rPr>
              <a:t>REE </a:t>
            </a:r>
            <a:r>
              <a:rPr lang="en-CA" sz="2800" i="1" dirty="0">
                <a:latin typeface="Cambria"/>
              </a:rPr>
              <a:t>A</a:t>
            </a:r>
            <a:r>
              <a:rPr lang="en-CA" sz="2600" i="1" dirty="0">
                <a:latin typeface="Cambria"/>
              </a:rPr>
              <a:t>TTACKS</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6662C1F6-070F-7EA1-5973-1C7F23BBE889}"/>
                  </a:ext>
                </a:extLst>
              </p:cNvPr>
              <p:cNvSpPr>
                <a:spLocks noGrp="1"/>
              </p:cNvSpPr>
              <p:nvPr>
                <p:ph idx="1"/>
              </p:nvPr>
            </p:nvSpPr>
            <p:spPr>
              <a:xfrm>
                <a:off x="331403" y="906041"/>
                <a:ext cx="8481194" cy="5674568"/>
              </a:xfrm>
            </p:spPr>
            <p:txBody>
              <a:bodyPr/>
              <a:lstStyle/>
              <a:p>
                <a:r>
                  <a:rPr lang="en-US" sz="1600" dirty="0">
                    <a:solidFill>
                      <a:srgbClr val="003366"/>
                    </a:solidFill>
                    <a:latin typeface="Aptos Display" panose="020B0004020202020204" pitchFamily="34" charset="0"/>
                  </a:rPr>
                  <a:t>Consider a classification task with </a:t>
                </a:r>
                <a14:m>
                  <m:oMath xmlns:m="http://schemas.openxmlformats.org/officeDocument/2006/math">
                    <m:r>
                      <a:rPr lang="en-US" sz="1600" i="1" dirty="0" smtClean="0">
                        <a:solidFill>
                          <a:srgbClr val="003366"/>
                        </a:solidFill>
                        <a:latin typeface="Cambria Math" panose="02040503050406030204" pitchFamily="18" charset="0"/>
                      </a:rPr>
                      <m:t>𝐶</m:t>
                    </m:r>
                    <m:r>
                      <a:rPr lang="en-US" sz="1600" i="0" dirty="0">
                        <a:solidFill>
                          <a:srgbClr val="003366"/>
                        </a:solidFill>
                        <a:latin typeface="Cambria Math" panose="02040503050406030204" pitchFamily="18" charset="0"/>
                      </a:rPr>
                      <m:t>=2</m:t>
                    </m:r>
                  </m:oMath>
                </a14:m>
                <a:r>
                  <a:rPr lang="en-US" sz="1600" dirty="0">
                    <a:solidFill>
                      <a:srgbClr val="003366"/>
                    </a:solidFill>
                    <a:latin typeface="Aptos Display" panose="020B0004020202020204" pitchFamily="34" charset="0"/>
                  </a:rPr>
                  <a:t> classes. The generator synthesizes a sample </a:t>
                </a:r>
                <a14:m>
                  <m:oMath xmlns:m="http://schemas.openxmlformats.org/officeDocument/2006/math">
                    <m:r>
                      <a:rPr lang="en-US" sz="1600" i="1" dirty="0" smtClean="0">
                        <a:solidFill>
                          <a:srgbClr val="003366"/>
                        </a:solidFill>
                        <a:latin typeface="Cambria Math" panose="02040503050406030204" pitchFamily="18" charset="0"/>
                      </a:rPr>
                      <m:t>𝑥</m:t>
                    </m:r>
                  </m:oMath>
                </a14:m>
                <a:r>
                  <a:rPr lang="en-US" sz="1600" dirty="0">
                    <a:solidFill>
                      <a:srgbClr val="003366"/>
                    </a:solidFill>
                    <a:latin typeface="Aptos Display" panose="020B0004020202020204" pitchFamily="34" charset="0"/>
                  </a:rPr>
                  <a:t>, which is queried against both models.</a:t>
                </a:r>
              </a:p>
              <a:p>
                <a:endParaRPr lang="en-US" sz="1600" dirty="0">
                  <a:solidFill>
                    <a:srgbClr val="003366"/>
                  </a:solidFill>
                  <a:latin typeface="Aptos Display" panose="020B0004020202020204" pitchFamily="34" charset="0"/>
                </a:endParaRPr>
              </a:p>
              <a:p>
                <a:r>
                  <a:rPr lang="en-US" sz="1600" u="sng" dirty="0">
                    <a:solidFill>
                      <a:srgbClr val="003366"/>
                    </a:solidFill>
                    <a:latin typeface="Aptos Display" panose="020B0004020202020204" pitchFamily="34" charset="0"/>
                  </a:rPr>
                  <a:t>Step 1: Get Soft Predictions:</a:t>
                </a:r>
              </a:p>
              <a:p>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The target model outputs: </a:t>
                </a:r>
                <a14:m>
                  <m:oMath xmlns:m="http://schemas.openxmlformats.org/officeDocument/2006/math">
                    <m:r>
                      <a:rPr lang="en-US" sz="1600" i="1" dirty="0" smtClean="0">
                        <a:solidFill>
                          <a:srgbClr val="003366"/>
                        </a:solidFill>
                        <a:latin typeface="Cambria Math" panose="02040503050406030204" pitchFamily="18" charset="0"/>
                      </a:rPr>
                      <m:t>𝑦</m:t>
                    </m:r>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0.80,0.20</m:t>
                            </m:r>
                          </m:e>
                        </m:d>
                      </m:e>
                      <m:sup>
                        <m:r>
                          <a:rPr lang="en-US" sz="1600" i="1" dirty="0">
                            <a:solidFill>
                              <a:srgbClr val="003366"/>
                            </a:solidFill>
                            <a:latin typeface="Cambria Math" panose="02040503050406030204" pitchFamily="18" charset="0"/>
                          </a:rPr>
                          <m:t>𝑇</m:t>
                        </m:r>
                      </m:sup>
                    </m:sSup>
                  </m:oMath>
                </a14:m>
                <a:r>
                  <a:rPr lang="en-US" sz="1600" dirty="0">
                    <a:solidFill>
                      <a:srgbClr val="003366"/>
                    </a:solidFill>
                    <a:latin typeface="Aptos Display" panose="020B0004020202020204" pitchFamily="34" charset="0"/>
                  </a:rPr>
                  <a:t>      </a:t>
                </a:r>
              </a:p>
              <a:p>
                <a:r>
                  <a:rPr lang="en-US" sz="1600" dirty="0">
                    <a:solidFill>
                      <a:srgbClr val="003366"/>
                    </a:solidFill>
                    <a:latin typeface="Aptos Display" panose="020B0004020202020204" pitchFamily="34" charset="0"/>
                  </a:rPr>
                  <a:t>  </a:t>
                </a:r>
              </a:p>
              <a:p>
                <a:r>
                  <a:rPr lang="en-US" sz="1600" dirty="0">
                    <a:solidFill>
                      <a:srgbClr val="003366"/>
                    </a:solidFill>
                    <a:latin typeface="Aptos Display" panose="020B0004020202020204" pitchFamily="34" charset="0"/>
                  </a:rPr>
                  <a:t>The local clone model predicts: </a:t>
                </a:r>
                <a14:m>
                  <m:oMath xmlns:m="http://schemas.openxmlformats.org/officeDocument/2006/math">
                    <m:acc>
                      <m:accPr>
                        <m:chr m:val="˜"/>
                        <m:ctrlPr>
                          <a:rPr lang="en-US" sz="1600" i="1" dirty="0" smtClean="0">
                            <a:solidFill>
                              <a:srgbClr val="003366"/>
                            </a:solidFill>
                            <a:latin typeface="Cambria Math" panose="02040503050406030204" pitchFamily="18" charset="0"/>
                          </a:rPr>
                        </m:ctrlPr>
                      </m:accPr>
                      <m:e>
                        <m:r>
                          <a:rPr lang="en-US" sz="1600" i="1" dirty="0">
                            <a:solidFill>
                              <a:srgbClr val="003366"/>
                            </a:solidFill>
                            <a:latin typeface="Cambria Math" panose="02040503050406030204" pitchFamily="18" charset="0"/>
                          </a:rPr>
                          <m:t>𝑦</m:t>
                        </m:r>
                      </m:e>
                    </m:acc>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0.30,0.70</m:t>
                            </m:r>
                          </m:e>
                        </m:d>
                      </m:e>
                      <m:sup>
                        <m:r>
                          <a:rPr lang="en-US" sz="1600" i="1" dirty="0">
                            <a:solidFill>
                              <a:srgbClr val="003366"/>
                            </a:solidFill>
                            <a:latin typeface="Cambria Math" panose="02040503050406030204" pitchFamily="18" charset="0"/>
                          </a:rPr>
                          <m:t>𝑇</m:t>
                        </m:r>
                      </m:sup>
                    </m:sSup>
                  </m:oMath>
                </a14:m>
                <a:r>
                  <a:rPr lang="en-US" sz="1600" dirty="0">
                    <a:solidFill>
                      <a:srgbClr val="003366"/>
                    </a:solidFill>
                    <a:latin typeface="Aptos Display" panose="020B0004020202020204" pitchFamily="34" charset="0"/>
                  </a:rPr>
                  <a:t>    </a:t>
                </a:r>
              </a:p>
              <a:p>
                <a:endParaRPr lang="en-US" sz="1600" dirty="0">
                  <a:solidFill>
                    <a:srgbClr val="003366"/>
                  </a:solidFill>
                  <a:latin typeface="Aptos Display" panose="020B0004020202020204" pitchFamily="34" charset="0"/>
                </a:endParaRPr>
              </a:p>
              <a:p>
                <a:r>
                  <a:rPr lang="en-US" sz="1600" u="sng" dirty="0">
                    <a:solidFill>
                      <a:srgbClr val="003366"/>
                    </a:solidFill>
                    <a:latin typeface="Aptos Display" panose="020B0004020202020204" pitchFamily="34" charset="0"/>
                  </a:rPr>
                  <a:t>Step 2: Calculate Disagreement (</a:t>
                </a:r>
                <a14:m>
                  <m:oMath xmlns:m="http://schemas.openxmlformats.org/officeDocument/2006/math">
                    <m:sSub>
                      <m:sSubPr>
                        <m:ctrlPr>
                          <a:rPr lang="en-US" sz="1600" i="1" u="sng" dirty="0" smtClean="0">
                            <a:solidFill>
                              <a:srgbClr val="003366"/>
                            </a:solidFill>
                            <a:latin typeface="Cambria Math" panose="02040503050406030204" pitchFamily="18" charset="0"/>
                          </a:rPr>
                        </m:ctrlPr>
                      </m:sSubPr>
                      <m:e>
                        <m:r>
                          <a:rPr lang="en-US" sz="1600" i="1" u="sng" dirty="0">
                            <a:solidFill>
                              <a:srgbClr val="003366"/>
                            </a:solidFill>
                            <a:latin typeface="Cambria Math" panose="02040503050406030204" pitchFamily="18" charset="0"/>
                          </a:rPr>
                          <m:t>𝐿</m:t>
                        </m:r>
                      </m:e>
                      <m:sub>
                        <m:r>
                          <a:rPr lang="en-US" sz="1600" i="0" u="sng" dirty="0">
                            <a:solidFill>
                              <a:srgbClr val="003366"/>
                            </a:solidFill>
                            <a:latin typeface="Cambria Math" panose="02040503050406030204" pitchFamily="18" charset="0"/>
                          </a:rPr>
                          <m:t>1</m:t>
                        </m:r>
                      </m:sub>
                    </m:sSub>
                  </m:oMath>
                </a14:m>
                <a:r>
                  <a:rPr lang="en-US" sz="1600" u="sng" dirty="0">
                    <a:solidFill>
                      <a:srgbClr val="003366"/>
                    </a:solidFill>
                    <a:latin typeface="Aptos Display" panose="020B0004020202020204" pitchFamily="34" charset="0"/>
                  </a:rPr>
                  <a:t> Distance):</a:t>
                </a:r>
              </a:p>
              <a:p>
                <a:endParaRPr lang="en-US" sz="1600"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eqArr>
                      <m:eqArrPr>
                        <m:ctrlPr>
                          <a:rPr lang="en-US" sz="1600" i="1" dirty="0" smtClean="0">
                            <a:solidFill>
                              <a:srgbClr val="003366"/>
                            </a:solidFill>
                            <a:latin typeface="Cambria Math" panose="02040503050406030204" pitchFamily="18" charset="0"/>
                          </a:rPr>
                        </m:ctrlPr>
                      </m:eqArrPr>
                      <m:e>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𝐿</m:t>
                            </m:r>
                          </m:e>
                          <m:sub>
                            <m:r>
                              <a:rPr lang="en-US" sz="1600" i="1" dirty="0" smtClean="0">
                                <a:solidFill>
                                  <a:srgbClr val="003366"/>
                                </a:solidFill>
                                <a:latin typeface="Cambria Math" panose="02040503050406030204" pitchFamily="18" charset="0"/>
                              </a:rPr>
                              <m:t>𝑆</m:t>
                            </m:r>
                          </m:sub>
                        </m:sSub>
                        <m:r>
                          <m:rPr>
                            <m:aln/>
                          </m:rPr>
                          <a:rPr lang="en-US" sz="1600" i="0" dirty="0" smtClean="0">
                            <a:solidFill>
                              <a:srgbClr val="003366"/>
                            </a:solidFill>
                            <a:latin typeface="Cambria Math" panose="02040503050406030204" pitchFamily="18" charset="0"/>
                          </a:rPr>
                          <m:t>&amp;</m:t>
                        </m:r>
                        <m:r>
                          <a:rPr lang="en-US" sz="1600" i="0" dirty="0" smtClean="0">
                            <a:solidFill>
                              <a:srgbClr val="003366"/>
                            </a:solidFill>
                            <a:latin typeface="Cambria Math" panose="02040503050406030204" pitchFamily="18" charset="0"/>
                          </a:rPr>
                          <m:t>=</m:t>
                        </m:r>
                        <m:d>
                          <m:dPr>
                            <m:begChr m:val="|"/>
                            <m:endChr m:val="|"/>
                            <m:ctrlPr>
                              <a:rPr lang="en-US" sz="1600" i="1" dirty="0" smtClean="0">
                                <a:solidFill>
                                  <a:srgbClr val="003366"/>
                                </a:solidFill>
                                <a:latin typeface="Cambria Math" panose="02040503050406030204" pitchFamily="18" charset="0"/>
                              </a:rPr>
                            </m:ctrlPr>
                          </m:dPr>
                          <m:e>
                            <m:r>
                              <a:rPr lang="en-US" sz="1600" i="0" dirty="0" smtClean="0">
                                <a:solidFill>
                                  <a:srgbClr val="003366"/>
                                </a:solidFill>
                                <a:latin typeface="Cambria Math" panose="02040503050406030204" pitchFamily="18" charset="0"/>
                              </a:rPr>
                              <m:t>0.80−0.30</m:t>
                            </m:r>
                          </m:e>
                        </m:d>
                        <m:r>
                          <a:rPr lang="en-US" sz="1600" i="0" dirty="0" smtClean="0">
                            <a:solidFill>
                              <a:srgbClr val="003366"/>
                            </a:solidFill>
                            <a:latin typeface="Cambria Math" panose="02040503050406030204" pitchFamily="18" charset="0"/>
                          </a:rPr>
                          <m:t>+</m:t>
                        </m:r>
                        <m:d>
                          <m:dPr>
                            <m:begChr m:val="|"/>
                            <m:endChr m:val="|"/>
                            <m:ctrlPr>
                              <a:rPr lang="en-US" sz="1600" i="1" dirty="0" smtClean="0">
                                <a:solidFill>
                                  <a:srgbClr val="003366"/>
                                </a:solidFill>
                                <a:latin typeface="Cambria Math" panose="02040503050406030204" pitchFamily="18" charset="0"/>
                              </a:rPr>
                            </m:ctrlPr>
                          </m:dPr>
                          <m:e>
                            <m:r>
                              <a:rPr lang="en-US" sz="1600" i="0" dirty="0" smtClean="0">
                                <a:solidFill>
                                  <a:srgbClr val="003366"/>
                                </a:solidFill>
                                <a:latin typeface="Cambria Math" panose="02040503050406030204" pitchFamily="18" charset="0"/>
                              </a:rPr>
                              <m:t>0.20−0.70</m:t>
                            </m:r>
                          </m:e>
                        </m:d>
                      </m:e>
                      <m:e>
                        <m:r>
                          <m:rPr>
                            <m:aln/>
                          </m:rPr>
                          <a:rPr lang="en-US" sz="1600" i="0" dirty="0" smtClean="0">
                            <a:solidFill>
                              <a:srgbClr val="003366"/>
                            </a:solidFill>
                            <a:latin typeface="Cambria Math" panose="02040503050406030204" pitchFamily="18" charset="0"/>
                          </a:rPr>
                          <m:t>&amp;</m:t>
                        </m:r>
                        <m:r>
                          <a:rPr lang="en-US" sz="1600" i="0" dirty="0" smtClean="0">
                            <a:solidFill>
                              <a:srgbClr val="003366"/>
                            </a:solidFill>
                            <a:latin typeface="Cambria Math" panose="02040503050406030204" pitchFamily="18" charset="0"/>
                          </a:rPr>
                          <m:t>=</m:t>
                        </m:r>
                        <m:d>
                          <m:dPr>
                            <m:begChr m:val="|"/>
                            <m:endChr m:val="|"/>
                            <m:ctrlPr>
                              <a:rPr lang="en-US" sz="1600" i="1" dirty="0" smtClean="0">
                                <a:solidFill>
                                  <a:srgbClr val="003366"/>
                                </a:solidFill>
                                <a:latin typeface="Cambria Math" panose="02040503050406030204" pitchFamily="18" charset="0"/>
                              </a:rPr>
                            </m:ctrlPr>
                          </m:dPr>
                          <m:e>
                            <m:r>
                              <a:rPr lang="en-US" sz="1600" i="0" dirty="0" smtClean="0">
                                <a:solidFill>
                                  <a:srgbClr val="003366"/>
                                </a:solidFill>
                                <a:latin typeface="Cambria Math" panose="02040503050406030204" pitchFamily="18" charset="0"/>
                              </a:rPr>
                              <m:t>0.50</m:t>
                            </m:r>
                          </m:e>
                        </m:d>
                        <m:r>
                          <a:rPr lang="en-US" sz="1600" i="0" dirty="0" smtClean="0">
                            <a:solidFill>
                              <a:srgbClr val="003366"/>
                            </a:solidFill>
                            <a:latin typeface="Cambria Math" panose="02040503050406030204" pitchFamily="18" charset="0"/>
                          </a:rPr>
                          <m:t>+</m:t>
                        </m:r>
                        <m:d>
                          <m:dPr>
                            <m:begChr m:val="|"/>
                            <m:endChr m:val="|"/>
                            <m:ctrlPr>
                              <a:rPr lang="en-US" sz="1600" i="1" dirty="0" smtClean="0">
                                <a:solidFill>
                                  <a:srgbClr val="003366"/>
                                </a:solidFill>
                                <a:latin typeface="Cambria Math" panose="02040503050406030204" pitchFamily="18" charset="0"/>
                              </a:rPr>
                            </m:ctrlPr>
                          </m:dPr>
                          <m:e>
                            <m:r>
                              <a:rPr lang="en-US" sz="1600" i="0" dirty="0" smtClean="0">
                                <a:solidFill>
                                  <a:srgbClr val="003366"/>
                                </a:solidFill>
                                <a:latin typeface="Cambria Math" panose="02040503050406030204" pitchFamily="18" charset="0"/>
                              </a:rPr>
                              <m:t>−0.50</m:t>
                            </m:r>
                          </m:e>
                        </m:d>
                        <m:r>
                          <a:rPr lang="en-US" sz="1600" i="0" dirty="0" smtClean="0">
                            <a:solidFill>
                              <a:srgbClr val="003366"/>
                            </a:solidFill>
                            <a:latin typeface="Cambria Math" panose="02040503050406030204" pitchFamily="18" charset="0"/>
                          </a:rPr>
                          <m:t>=0.50+0.50=1.00</m:t>
                        </m:r>
                      </m:e>
                    </m:eqArr>
                  </m:oMath>
                </a14:m>
                <a:r>
                  <a:rPr lang="en-US" sz="1600" dirty="0">
                    <a:solidFill>
                      <a:srgbClr val="003366"/>
                    </a:solidFill>
                    <a:latin typeface="Aptos Display" panose="020B0004020202020204" pitchFamily="34" charset="0"/>
                  </a:rPr>
                  <a:t>    </a:t>
                </a:r>
              </a:p>
              <a:p>
                <a:endParaRPr lang="en-US" sz="1600" dirty="0">
                  <a:solidFill>
                    <a:srgbClr val="003366"/>
                  </a:solidFill>
                  <a:latin typeface="Aptos Display" panose="020B0004020202020204" pitchFamily="34" charset="0"/>
                </a:endParaRPr>
              </a:p>
              <a:p>
                <a:r>
                  <a:rPr lang="en-US" sz="1600" u="sng" dirty="0">
                    <a:solidFill>
                      <a:srgbClr val="003366"/>
                    </a:solidFill>
                    <a:latin typeface="Aptos Display" panose="020B0004020202020204" pitchFamily="34" charset="0"/>
                  </a:rPr>
                  <a:t>Step 3: Update Step:</a:t>
                </a:r>
              </a:p>
              <a:p>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The generator loss is </a:t>
                </a:r>
                <a14:m>
                  <m:oMath xmlns:m="http://schemas.openxmlformats.org/officeDocument/2006/math">
                    <m:sSub>
                      <m:sSubPr>
                        <m:ctrlPr>
                          <a:rPr lang="en-US" sz="1600" i="1" dirty="0">
                            <a:solidFill>
                              <a:srgbClr val="003366"/>
                            </a:solidFill>
                            <a:latin typeface="Cambria Math" panose="02040503050406030204" pitchFamily="18" charset="0"/>
                          </a:rPr>
                        </m:ctrlPr>
                      </m:sSubPr>
                      <m:e>
                        <m:r>
                          <a:rPr lang="en-US" sz="1600" dirty="0">
                            <a:solidFill>
                              <a:srgbClr val="003366"/>
                            </a:solidFill>
                            <a:latin typeface="Cambria Math" panose="02040503050406030204" pitchFamily="18" charset="0"/>
                          </a:rPr>
                          <m:t>𝐿</m:t>
                        </m:r>
                      </m:e>
                      <m:sub>
                        <m:r>
                          <a:rPr lang="en-US" sz="1600" dirty="0">
                            <a:solidFill>
                              <a:srgbClr val="003366"/>
                            </a:solidFill>
                            <a:latin typeface="Cambria Math" panose="02040503050406030204" pitchFamily="18" charset="0"/>
                          </a:rPr>
                          <m:t>𝐺</m:t>
                        </m:r>
                      </m:sub>
                    </m:sSub>
                    <m:r>
                      <a:rPr lang="en-US" sz="1600" dirty="0">
                        <a:solidFill>
                          <a:srgbClr val="003366"/>
                        </a:solidFill>
                        <a:latin typeface="Cambria Math" panose="02040503050406030204" pitchFamily="18" charset="0"/>
                      </a:rPr>
                      <m:t>=−1.00</m:t>
                    </m:r>
                  </m:oMath>
                </a14:m>
                <a:r>
                  <a:rPr lang="en-US" sz="1600" dirty="0">
                    <a:solidFill>
                      <a:srgbClr val="003366"/>
                    </a:solidFill>
                    <a:latin typeface="Aptos Display" panose="020B0004020202020204" pitchFamily="34" charset="0"/>
                  </a:rPr>
                  <a:t>. The generator updates its parameters to generate samples that yield even larger disagreement. The clone model loss is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𝐿</m:t>
                        </m:r>
                      </m:e>
                      <m:sub>
                        <m:r>
                          <a:rPr lang="en-US" sz="1600" i="1" dirty="0">
                            <a:solidFill>
                              <a:srgbClr val="003366"/>
                            </a:solidFill>
                            <a:latin typeface="Cambria Math" panose="02040503050406030204" pitchFamily="18" charset="0"/>
                          </a:rPr>
                          <m:t>𝑆</m:t>
                        </m:r>
                      </m:sub>
                    </m:sSub>
                    <m:r>
                      <a:rPr lang="en-US" sz="1600" i="0" dirty="0">
                        <a:solidFill>
                          <a:srgbClr val="003366"/>
                        </a:solidFill>
                        <a:latin typeface="Cambria Math" panose="02040503050406030204" pitchFamily="18" charset="0"/>
                      </a:rPr>
                      <m:t>=1.00</m:t>
                    </m:r>
                  </m:oMath>
                </a14:m>
                <a:r>
                  <a:rPr lang="en-US" sz="1600" dirty="0">
                    <a:solidFill>
                      <a:srgbClr val="003366"/>
                    </a:solidFill>
                    <a:latin typeface="Aptos Display" panose="020B0004020202020204" pitchFamily="34" charset="0"/>
                  </a:rPr>
                  <a:t>. The clone model updates its weights to make its predictions closer to </a:t>
                </a:r>
                <a14:m>
                  <m:oMath xmlns:m="http://schemas.openxmlformats.org/officeDocument/2006/math">
                    <m:sSup>
                      <m:sSupPr>
                        <m:ctrlPr>
                          <a:rPr lang="en-US" sz="1600" i="1" dirty="0" smtClean="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0.80,0.20</m:t>
                            </m:r>
                          </m:e>
                        </m:d>
                      </m:e>
                      <m:sup>
                        <m:r>
                          <a:rPr lang="en-US" sz="1600" i="1" dirty="0">
                            <a:solidFill>
                              <a:srgbClr val="003366"/>
                            </a:solidFill>
                            <a:latin typeface="Cambria Math" panose="02040503050406030204" pitchFamily="18" charset="0"/>
                          </a:rPr>
                          <m:t>𝑇</m:t>
                        </m:r>
                      </m:sup>
                    </m:sSup>
                  </m:oMath>
                </a14:m>
                <a:r>
                  <a:rPr lang="en-US" sz="1600" dirty="0">
                    <a:solidFill>
                      <a:srgbClr val="003366"/>
                    </a:solidFill>
                    <a:latin typeface="Aptos Display" panose="020B0004020202020204" pitchFamily="34" charset="0"/>
                  </a:rPr>
                  <a:t>.</a:t>
                </a:r>
              </a:p>
            </p:txBody>
          </p:sp>
        </mc:Choice>
        <mc:Fallback xmlns="">
          <p:sp>
            <p:nvSpPr>
              <p:cNvPr id="5" name="Content Placeholder 4">
                <a:extLst>
                  <a:ext uri="{FF2B5EF4-FFF2-40B4-BE49-F238E27FC236}">
                    <a16:creationId xmlns:a16="http://schemas.microsoft.com/office/drawing/2014/main" id="{6662C1F6-070F-7EA1-5973-1C7F23BBE889}"/>
                  </a:ext>
                </a:extLst>
              </p:cNvPr>
              <p:cNvSpPr>
                <a:spLocks noGrp="1" noRot="1" noChangeAspect="1" noMove="1" noResize="1" noEditPoints="1" noAdjustHandles="1" noChangeArrowheads="1" noChangeShapeType="1" noTextEdit="1"/>
              </p:cNvSpPr>
              <p:nvPr>
                <p:ph idx="1"/>
              </p:nvPr>
            </p:nvSpPr>
            <p:spPr>
              <a:xfrm>
                <a:off x="331403" y="906041"/>
                <a:ext cx="8481194" cy="5674568"/>
              </a:xfrm>
              <a:blipFill>
                <a:blip r:embed="rId3"/>
                <a:stretch>
                  <a:fillRect l="-1343" t="-1119" r="-746"/>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7EC42617-E805-F232-F6EE-8427F24597BF}"/>
              </a:ext>
            </a:extLst>
          </p:cNvPr>
          <p:cNvSpPr>
            <a:spLocks noGrp="1"/>
          </p:cNvSpPr>
          <p:nvPr>
            <p:ph type="sldNum" sz="quarter" idx="10"/>
          </p:nvPr>
        </p:nvSpPr>
        <p:spPr/>
        <p:txBody>
          <a:bodyPr/>
          <a:lstStyle/>
          <a:p>
            <a:pPr>
              <a:defRPr/>
            </a:pPr>
            <a:fld id="{FE5AEF74-5102-4921-8DBA-649C609AF6D1}" type="slidenum">
              <a:rPr lang="it-IT" smtClean="0"/>
              <a:pPr>
                <a:defRPr/>
              </a:pPr>
              <a:t>25</a:t>
            </a:fld>
            <a:endParaRPr lang="it-IT"/>
          </a:p>
        </p:txBody>
      </p:sp>
      <p:sp>
        <p:nvSpPr>
          <p:cNvPr id="4" name="Round Diagonal Corner Rectangle 3">
            <a:extLst>
              <a:ext uri="{FF2B5EF4-FFF2-40B4-BE49-F238E27FC236}">
                <a16:creationId xmlns:a16="http://schemas.microsoft.com/office/drawing/2014/main" id="{A9C20814-0E51-CA2C-DD85-9ACE25E19AC0}"/>
              </a:ext>
            </a:extLst>
          </p:cNvPr>
          <p:cNvSpPr/>
          <p:nvPr/>
        </p:nvSpPr>
        <p:spPr>
          <a:xfrm>
            <a:off x="224872" y="1628799"/>
            <a:ext cx="8587725" cy="1584177"/>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 Diagonal Corner Rectangle 5">
            <a:extLst>
              <a:ext uri="{FF2B5EF4-FFF2-40B4-BE49-F238E27FC236}">
                <a16:creationId xmlns:a16="http://schemas.microsoft.com/office/drawing/2014/main" id="{F568CA15-AF12-E072-9236-C1FA2BFCC6B4}"/>
              </a:ext>
            </a:extLst>
          </p:cNvPr>
          <p:cNvSpPr/>
          <p:nvPr/>
        </p:nvSpPr>
        <p:spPr>
          <a:xfrm>
            <a:off x="224872" y="3356993"/>
            <a:ext cx="8587725" cy="1296143"/>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ound Diagonal Corner Rectangle 6">
            <a:extLst>
              <a:ext uri="{FF2B5EF4-FFF2-40B4-BE49-F238E27FC236}">
                <a16:creationId xmlns:a16="http://schemas.microsoft.com/office/drawing/2014/main" id="{2B1F9E47-95A0-864A-4693-52BB0E60B0C3}"/>
              </a:ext>
            </a:extLst>
          </p:cNvPr>
          <p:cNvSpPr/>
          <p:nvPr/>
        </p:nvSpPr>
        <p:spPr>
          <a:xfrm>
            <a:off x="224872" y="4797152"/>
            <a:ext cx="8542365" cy="1584176"/>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621557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632CE-8D0D-07F7-75DF-61C9E602F1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8D6B0E-20E6-5B89-F3B5-01DFD42C74BB}"/>
              </a:ext>
            </a:extLst>
          </p:cNvPr>
          <p:cNvSpPr>
            <a:spLocks noGrp="1"/>
          </p:cNvSpPr>
          <p:nvPr>
            <p:ph type="title"/>
          </p:nvPr>
        </p:nvSpPr>
        <p:spPr>
          <a:xfrm>
            <a:off x="719138" y="286544"/>
            <a:ext cx="3996878" cy="838200"/>
          </a:xfrm>
        </p:spPr>
        <p:txBody>
          <a:bodyPr/>
          <a:lstStyle/>
          <a:p>
            <a:r>
              <a:rPr lang="en-CA" sz="2800" i="1" dirty="0">
                <a:latin typeface="Cambria"/>
              </a:rPr>
              <a:t>S</a:t>
            </a:r>
            <a:r>
              <a:rPr lang="en-CA" sz="2600" i="1" dirty="0">
                <a:latin typeface="Cambria"/>
              </a:rPr>
              <a:t>IDE </a:t>
            </a:r>
            <a:r>
              <a:rPr lang="en-CA" sz="2800" i="1" dirty="0">
                <a:latin typeface="Cambria"/>
              </a:rPr>
              <a:t>C</a:t>
            </a:r>
            <a:r>
              <a:rPr lang="en-CA" sz="2600" i="1" dirty="0">
                <a:latin typeface="Cambria"/>
              </a:rPr>
              <a:t>HANNEL </a:t>
            </a:r>
            <a:r>
              <a:rPr lang="en-CA" sz="2800" i="1" dirty="0">
                <a:latin typeface="Cambria"/>
              </a:rPr>
              <a:t>A</a:t>
            </a:r>
            <a:r>
              <a:rPr lang="en-CA" sz="2600" i="1" dirty="0">
                <a:latin typeface="Cambria"/>
              </a:rPr>
              <a:t>TTACKS</a:t>
            </a:r>
            <a:endParaRPr lang="en-CA" sz="2600" b="1" i="1" dirty="0">
              <a:solidFill>
                <a:srgbClr val="003F6E"/>
              </a:solidFill>
              <a:latin typeface="Cambria"/>
            </a:endParaRPr>
          </a:p>
        </p:txBody>
      </p:sp>
      <p:sp>
        <p:nvSpPr>
          <p:cNvPr id="5" name="Content Placeholder 4">
            <a:extLst>
              <a:ext uri="{FF2B5EF4-FFF2-40B4-BE49-F238E27FC236}">
                <a16:creationId xmlns:a16="http://schemas.microsoft.com/office/drawing/2014/main" id="{AF53015B-BB64-A362-98AB-066C2DBB4567}"/>
              </a:ext>
            </a:extLst>
          </p:cNvPr>
          <p:cNvSpPr>
            <a:spLocks noGrp="1"/>
          </p:cNvSpPr>
          <p:nvPr>
            <p:ph idx="1"/>
          </p:nvPr>
        </p:nvSpPr>
        <p:spPr>
          <a:xfrm>
            <a:off x="467544" y="1066800"/>
            <a:ext cx="8481194" cy="5314528"/>
          </a:xfrm>
        </p:spPr>
        <p:txBody>
          <a:bodyPr/>
          <a:lstStyle/>
          <a:p>
            <a:pPr algn="just"/>
            <a:r>
              <a:rPr lang="en-US" dirty="0">
                <a:solidFill>
                  <a:srgbClr val="003366"/>
                </a:solidFill>
                <a:latin typeface="Aptos Display" panose="020B0004020202020204" pitchFamily="34" charset="0"/>
              </a:rPr>
              <a:t>Side-Channel attacks do not focus on the inputs or outputs (the queries) of a machine learning model. Instead, they monitor the physical or system byproducts.</a:t>
            </a:r>
          </a:p>
          <a:p>
            <a:pPr algn="just"/>
            <a:r>
              <a:rPr lang="en-US" dirty="0">
                <a:latin typeface="Aptos Display" panose="020B0004020202020204" pitchFamily="34" charset="0"/>
              </a:rPr>
              <a:t>of the model's execution on a computer processor.</a:t>
            </a:r>
          </a:p>
        </p:txBody>
      </p:sp>
      <p:pic>
        <p:nvPicPr>
          <p:cNvPr id="6" name="Picture 5">
            <a:extLst>
              <a:ext uri="{FF2B5EF4-FFF2-40B4-BE49-F238E27FC236}">
                <a16:creationId xmlns:a16="http://schemas.microsoft.com/office/drawing/2014/main" id="{7BF7AF49-EC08-528C-9FCA-27C6A34A5433}"/>
              </a:ext>
            </a:extLst>
          </p:cNvPr>
          <p:cNvPicPr>
            <a:picLocks noChangeAspect="1"/>
          </p:cNvPicPr>
          <p:nvPr/>
        </p:nvPicPr>
        <p:blipFill>
          <a:blip r:embed="rId3"/>
          <a:stretch>
            <a:fillRect/>
          </a:stretch>
        </p:blipFill>
        <p:spPr>
          <a:xfrm>
            <a:off x="436651" y="2090206"/>
            <a:ext cx="7772400" cy="4291122"/>
          </a:xfrm>
          <a:prstGeom prst="rect">
            <a:avLst/>
          </a:prstGeom>
        </p:spPr>
      </p:pic>
      <p:sp>
        <p:nvSpPr>
          <p:cNvPr id="7" name="Slide Number Placeholder 6">
            <a:extLst>
              <a:ext uri="{FF2B5EF4-FFF2-40B4-BE49-F238E27FC236}">
                <a16:creationId xmlns:a16="http://schemas.microsoft.com/office/drawing/2014/main" id="{CBB04831-CDF3-221B-1323-9E83DEAAE030}"/>
              </a:ext>
            </a:extLst>
          </p:cNvPr>
          <p:cNvSpPr>
            <a:spLocks noGrp="1"/>
          </p:cNvSpPr>
          <p:nvPr>
            <p:ph type="sldNum" sz="quarter" idx="10"/>
          </p:nvPr>
        </p:nvSpPr>
        <p:spPr/>
        <p:txBody>
          <a:bodyPr/>
          <a:lstStyle/>
          <a:p>
            <a:pPr>
              <a:defRPr/>
            </a:pPr>
            <a:fld id="{FE5AEF74-5102-4921-8DBA-649C609AF6D1}" type="slidenum">
              <a:rPr lang="it-IT" smtClean="0"/>
              <a:pPr>
                <a:defRPr/>
              </a:pPr>
              <a:t>26</a:t>
            </a:fld>
            <a:endParaRPr lang="it-IT"/>
          </a:p>
        </p:txBody>
      </p:sp>
    </p:spTree>
    <p:extLst>
      <p:ext uri="{BB962C8B-B14F-4D97-AF65-F5344CB8AC3E}">
        <p14:creationId xmlns:p14="http://schemas.microsoft.com/office/powerpoint/2010/main" val="2674277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92CF1-5061-E511-C967-6208EEC7D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C3D172-451D-44DE-2640-5CAB238EA257}"/>
              </a:ext>
            </a:extLst>
          </p:cNvPr>
          <p:cNvSpPr>
            <a:spLocks noGrp="1"/>
          </p:cNvSpPr>
          <p:nvPr>
            <p:ph type="title"/>
          </p:nvPr>
        </p:nvSpPr>
        <p:spPr>
          <a:xfrm>
            <a:off x="719138" y="286544"/>
            <a:ext cx="8245350" cy="586581"/>
          </a:xfrm>
        </p:spPr>
        <p:txBody>
          <a:bodyPr/>
          <a:lstStyle/>
          <a:p>
            <a:r>
              <a:rPr lang="en-CA" sz="2800" i="1" dirty="0">
                <a:latin typeface="Cambria"/>
              </a:rPr>
              <a:t>S</a:t>
            </a:r>
            <a:r>
              <a:rPr lang="en-CA" sz="2600" i="1" dirty="0">
                <a:latin typeface="Cambria"/>
              </a:rPr>
              <a:t>OFTWARE </a:t>
            </a:r>
            <a:r>
              <a:rPr lang="en-CA" sz="2800" i="1" dirty="0">
                <a:latin typeface="Cambria"/>
              </a:rPr>
              <a:t>S</a:t>
            </a:r>
            <a:r>
              <a:rPr lang="en-CA" sz="2600" i="1" dirty="0">
                <a:latin typeface="Cambria"/>
              </a:rPr>
              <a:t>IDE </a:t>
            </a:r>
            <a:r>
              <a:rPr lang="en-CA" sz="2800" i="1" dirty="0">
                <a:latin typeface="Cambria"/>
              </a:rPr>
              <a:t>C</a:t>
            </a:r>
            <a:r>
              <a:rPr lang="en-CA" sz="2600" i="1" dirty="0">
                <a:latin typeface="Cambria"/>
              </a:rPr>
              <a:t>HANNEL (</a:t>
            </a:r>
            <a:r>
              <a:rPr lang="en-CA" sz="2800" i="1" dirty="0">
                <a:latin typeface="Cambria"/>
              </a:rPr>
              <a:t>C</a:t>
            </a:r>
            <a:r>
              <a:rPr lang="en-CA" sz="2600" i="1" dirty="0">
                <a:latin typeface="Cambria"/>
              </a:rPr>
              <a:t>ACHE-</a:t>
            </a:r>
            <a:r>
              <a:rPr lang="en-CA" sz="2800" i="1" dirty="0">
                <a:latin typeface="Cambria"/>
              </a:rPr>
              <a:t>T</a:t>
            </a:r>
            <a:r>
              <a:rPr lang="en-CA" sz="2600" i="1" dirty="0">
                <a:latin typeface="Cambria"/>
              </a:rPr>
              <a:t>IMING </a:t>
            </a:r>
            <a:r>
              <a:rPr lang="en-CA" sz="2800" i="1" dirty="0">
                <a:latin typeface="Cambria"/>
              </a:rPr>
              <a:t>A</a:t>
            </a:r>
            <a:r>
              <a:rPr lang="en-CA" sz="2600" i="1" dirty="0">
                <a:latin typeface="Cambria"/>
              </a:rPr>
              <a:t>TTACKS)</a:t>
            </a:r>
            <a:endParaRPr lang="en-CA" sz="2600" b="1" i="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400D39D-4435-6B35-BE81-77C8B4B65CB8}"/>
                  </a:ext>
                </a:extLst>
              </p:cNvPr>
              <p:cNvSpPr>
                <a:spLocks noGrp="1"/>
              </p:cNvSpPr>
              <p:nvPr>
                <p:ph idx="1"/>
              </p:nvPr>
            </p:nvSpPr>
            <p:spPr>
              <a:xfrm>
                <a:off x="499610" y="1063253"/>
                <a:ext cx="8136904" cy="5508203"/>
              </a:xfrm>
            </p:spPr>
            <p:txBody>
              <a:bodyPr/>
              <a:lstStyle/>
              <a:p>
                <a:r>
                  <a:rPr lang="en-US" sz="1600" b="1" u="sng" dirty="0">
                    <a:solidFill>
                      <a:srgbClr val="003366"/>
                    </a:solidFill>
                    <a:latin typeface="Aptos Display" panose="020B0004020202020204" pitchFamily="34" charset="0"/>
                  </a:rPr>
                  <a:t>Mathematical Formulation:</a:t>
                </a:r>
              </a:p>
              <a:p>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During neural network execution, non-linear activation functions like </a:t>
                </a:r>
                <a:r>
                  <a:rPr lang="en-US" sz="1600" dirty="0" err="1">
                    <a:solidFill>
                      <a:srgbClr val="003366"/>
                    </a:solidFill>
                    <a:latin typeface="Aptos Display" panose="020B0004020202020204" pitchFamily="34" charset="0"/>
                  </a:rPr>
                  <a:t>ReLU</a:t>
                </a:r>
                <a:r>
                  <a:rPr lang="en-US" sz="1600" dirty="0">
                    <a:solidFill>
                      <a:srgbClr val="003366"/>
                    </a:solidFill>
                    <a:latin typeface="Aptos Display" panose="020B0004020202020204" pitchFamily="34" charset="0"/>
                  </a:rPr>
                  <a:t> (Rectified Linear Unit) contain conditional branches:</a:t>
                </a:r>
              </a:p>
              <a:p>
                <a:endParaRPr lang="en-US" sz="1600"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eqArr>
                        <m:eqArrPr>
                          <m:ctrlPr>
                            <a:rPr lang="en-US" sz="1600" i="1" dirty="0" smtClean="0">
                              <a:solidFill>
                                <a:srgbClr val="003366"/>
                              </a:solidFill>
                              <a:latin typeface="Cambria Math" panose="02040503050406030204" pitchFamily="18" charset="0"/>
                            </a:rPr>
                          </m:ctrlPr>
                        </m:eqArrPr>
                        <m:e>
                          <m:r>
                            <a:rPr lang="en-US" sz="1600" i="1" dirty="0">
                              <a:solidFill>
                                <a:srgbClr val="003366"/>
                              </a:solidFill>
                              <a:latin typeface="Cambria Math" panose="02040503050406030204" pitchFamily="18" charset="0"/>
                            </a:rPr>
                            <m:t>𝑓</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e>
                          </m:d>
                          <m:r>
                            <a:rPr lang="en-US" sz="1600" i="0" dirty="0">
                              <a:solidFill>
                                <a:srgbClr val="003366"/>
                              </a:solidFill>
                              <a:latin typeface="Cambria Math" panose="02040503050406030204" pitchFamily="18" charset="0"/>
                            </a:rPr>
                            <m:t>=</m:t>
                          </m:r>
                          <m:func>
                            <m:funcPr>
                              <m:ctrlPr>
                                <a:rPr lang="en-US" sz="1600" i="1" dirty="0">
                                  <a:solidFill>
                                    <a:srgbClr val="003366"/>
                                  </a:solidFill>
                                  <a:latin typeface="Cambria Math" panose="02040503050406030204" pitchFamily="18" charset="0"/>
                                </a:rPr>
                              </m:ctrlPr>
                            </m:funcPr>
                            <m:fName>
                              <m:r>
                                <m:rPr>
                                  <m:sty m:val="p"/>
                                </m:rPr>
                                <a:rPr lang="en-US" sz="1600" i="0" dirty="0">
                                  <a:solidFill>
                                    <a:srgbClr val="003366"/>
                                  </a:solidFill>
                                  <a:latin typeface="Cambria Math" panose="02040503050406030204" pitchFamily="18" charset="0"/>
                                </a:rPr>
                                <m:t>max</m:t>
                              </m:r>
                            </m:fName>
                            <m:e>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m:t>
                                  </m:r>
                                  <m:r>
                                    <a:rPr lang="en-US" sz="1600" i="1" dirty="0">
                                      <a:solidFill>
                                        <a:srgbClr val="003366"/>
                                      </a:solidFill>
                                      <a:latin typeface="Cambria Math" panose="02040503050406030204" pitchFamily="18" charset="0"/>
                                    </a:rPr>
                                    <m:t>𝑥</m:t>
                                  </m:r>
                                </m:e>
                              </m:d>
                            </m:e>
                          </m:func>
                          <m:r>
                            <a:rPr lang="en-US" sz="1600" i="0" dirty="0">
                              <a:solidFill>
                                <a:srgbClr val="003366"/>
                              </a:solidFill>
                              <a:latin typeface="Cambria Math" panose="02040503050406030204" pitchFamily="18" charset="0"/>
                            </a:rPr>
                            <m:t>=</m:t>
                          </m:r>
                          <m:d>
                            <m:dPr>
                              <m:begChr m:val="{"/>
                              <m:endChr m:val=""/>
                              <m:ctrlPr>
                                <a:rPr lang="en-US" sz="1600" i="1" dirty="0">
                                  <a:solidFill>
                                    <a:srgbClr val="003366"/>
                                  </a:solidFill>
                                  <a:latin typeface="Cambria Math" panose="02040503050406030204" pitchFamily="18" charset="0"/>
                                </a:rPr>
                              </m:ctrlPr>
                            </m:dPr>
                            <m:e>
                              <m:m>
                                <m:mPr>
                                  <m:mcs>
                                    <m:mc>
                                      <m:mcPr>
                                        <m:count m:val="2"/>
                                        <m:mcJc m:val="center"/>
                                      </m:mcPr>
                                    </m:mc>
                                  </m:mcs>
                                  <m:ctrlPr>
                                    <a:rPr lang="en-US" sz="1600" i="1" dirty="0">
                                      <a:solidFill>
                                        <a:srgbClr val="003366"/>
                                      </a:solidFill>
                                      <a:latin typeface="Cambria Math" panose="02040503050406030204" pitchFamily="18" charset="0"/>
                                    </a:rPr>
                                  </m:ctrlPr>
                                </m:mPr>
                                <m:mr>
                                  <m:e>
                                    <m:r>
                                      <a:rPr lang="en-US" sz="1600" i="0" dirty="0">
                                        <a:solidFill>
                                          <a:srgbClr val="003366"/>
                                        </a:solidFill>
                                        <a:latin typeface="Cambria Math" panose="02040503050406030204" pitchFamily="18" charset="0"/>
                                      </a:rPr>
                                      <m:t>0</m:t>
                                    </m:r>
                                  </m:e>
                                  <m:e>
                                    <m:r>
                                      <m:rPr>
                                        <m:nor/>
                                      </m:rPr>
                                      <a:rPr lang="en-US" sz="1600" i="0" dirty="0">
                                        <a:solidFill>
                                          <a:srgbClr val="003366"/>
                                        </a:solidFill>
                                        <a:latin typeface="Aptos Display" panose="020B0004020202020204" pitchFamily="34" charset="0"/>
                                      </a:rPr>
                                      <m:t>if</m:t>
                                    </m:r>
                                    <m:r>
                                      <m:rPr>
                                        <m:nor/>
                                      </m:rPr>
                                      <a:rPr lang="en-US" sz="1600" i="0" dirty="0">
                                        <a:solidFill>
                                          <a:srgbClr val="003366"/>
                                        </a:solidFill>
                                        <a:latin typeface="Aptos Display" panose="020B0004020202020204" pitchFamily="34" charset="0"/>
                                      </a:rPr>
                                      <m:t> </m:t>
                                    </m:r>
                                    <m:r>
                                      <a:rPr lang="en-US" sz="1600" i="1" dirty="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&lt;0</m:t>
                                    </m:r>
                                  </m:e>
                                </m:mr>
                                <m:mr>
                                  <m:e>
                                    <m:r>
                                      <a:rPr lang="en-US" sz="1600" i="1" dirty="0">
                                        <a:solidFill>
                                          <a:srgbClr val="003366"/>
                                        </a:solidFill>
                                        <a:latin typeface="Cambria Math" panose="02040503050406030204" pitchFamily="18" charset="0"/>
                                      </a:rPr>
                                      <m:t>𝑥</m:t>
                                    </m:r>
                                  </m:e>
                                  <m:e>
                                    <m:r>
                                      <m:rPr>
                                        <m:nor/>
                                      </m:rPr>
                                      <a:rPr lang="en-US" sz="1600" i="0" dirty="0">
                                        <a:solidFill>
                                          <a:srgbClr val="003366"/>
                                        </a:solidFill>
                                        <a:latin typeface="Aptos Display" panose="020B0004020202020204" pitchFamily="34" charset="0"/>
                                      </a:rPr>
                                      <m:t>if</m:t>
                                    </m:r>
                                    <m:r>
                                      <m:rPr>
                                        <m:nor/>
                                      </m:rPr>
                                      <a:rPr lang="en-US" sz="1600" i="0" dirty="0">
                                        <a:solidFill>
                                          <a:srgbClr val="003366"/>
                                        </a:solidFill>
                                        <a:latin typeface="Aptos Display" panose="020B0004020202020204" pitchFamily="34" charset="0"/>
                                      </a:rPr>
                                      <m:t> </m:t>
                                    </m:r>
                                    <m:r>
                                      <a:rPr lang="en-US" sz="1600" i="1" dirty="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≥0</m:t>
                                    </m:r>
                                  </m:e>
                                </m:mr>
                              </m:m>
                            </m:e>
                          </m:d>
                        </m:e>
                      </m:eqArr>
                    </m:oMath>
                  </m:oMathPara>
                </a14:m>
                <a:endParaRPr lang="en-US" sz="1600" dirty="0">
                  <a:solidFill>
                    <a:srgbClr val="003366"/>
                  </a:solidFill>
                  <a:latin typeface="Aptos Display" panose="020B0004020202020204" pitchFamily="34" charset="0"/>
                </a:endParaRPr>
              </a:p>
              <a:p>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If </a:t>
                </a:r>
                <a14:m>
                  <m:oMath xmlns:m="http://schemas.openxmlformats.org/officeDocument/2006/math">
                    <m:r>
                      <a:rPr lang="en-US" sz="1600" i="1" dirty="0" smtClean="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≥0</m:t>
                    </m:r>
                  </m:oMath>
                </a14:m>
                <a:r>
                  <a:rPr lang="en-US" sz="1600" dirty="0">
                    <a:solidFill>
                      <a:srgbClr val="003366"/>
                    </a:solidFill>
                    <a:latin typeface="Aptos Display" panose="020B0004020202020204" pitchFamily="34" charset="0"/>
                  </a:rPr>
                  <a:t>, the processor executes instructions to process the value. If </a:t>
                </a:r>
                <a14:m>
                  <m:oMath xmlns:m="http://schemas.openxmlformats.org/officeDocument/2006/math">
                    <m:r>
                      <a:rPr lang="en-US" sz="1600" i="1" dirty="0" smtClean="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&lt;0</m:t>
                    </m:r>
                  </m:oMath>
                </a14:m>
                <a:r>
                  <a:rPr lang="en-US" sz="1600" dirty="0">
                    <a:solidFill>
                      <a:srgbClr val="003366"/>
                    </a:solidFill>
                    <a:latin typeface="Aptos Display" panose="020B0004020202020204" pitchFamily="34" charset="0"/>
                  </a:rPr>
                  <a:t>, it branches to return zero. </a:t>
                </a:r>
              </a:p>
              <a:p>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Furthermore, lookup tables for non-linear activations (like Sigmoid or Tanh) are stored in cache memory. Fetching data from the cache is very fast (a "Cache Hit''), while fetching from main memory is slow (a “Cache Miss’’). </a:t>
                </a:r>
              </a:p>
              <a:p>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By measuring the exact time it takes to process queries, the attacker can identify which path was taken, which tells them whether internal neurons had positive or negative values.</a:t>
                </a:r>
              </a:p>
            </p:txBody>
          </p:sp>
        </mc:Choice>
        <mc:Fallback xmlns="">
          <p:sp>
            <p:nvSpPr>
              <p:cNvPr id="5" name="Content Placeholder 4">
                <a:extLst>
                  <a:ext uri="{FF2B5EF4-FFF2-40B4-BE49-F238E27FC236}">
                    <a16:creationId xmlns:a16="http://schemas.microsoft.com/office/drawing/2014/main" id="{4400D39D-4435-6B35-BE81-77C8B4B65CB8}"/>
                  </a:ext>
                </a:extLst>
              </p:cNvPr>
              <p:cNvSpPr>
                <a:spLocks noGrp="1" noRot="1" noChangeAspect="1" noMove="1" noResize="1" noEditPoints="1" noAdjustHandles="1" noChangeArrowheads="1" noChangeShapeType="1" noTextEdit="1"/>
              </p:cNvSpPr>
              <p:nvPr>
                <p:ph idx="1"/>
              </p:nvPr>
            </p:nvSpPr>
            <p:spPr>
              <a:xfrm>
                <a:off x="499610" y="1063253"/>
                <a:ext cx="8136904" cy="5508203"/>
              </a:xfrm>
              <a:blipFill>
                <a:blip r:embed="rId3"/>
                <a:stretch>
                  <a:fillRect l="-1558" t="-1149"/>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1F3A7EF5-C92A-CDB2-4263-0A4405D8E931}"/>
              </a:ext>
            </a:extLst>
          </p:cNvPr>
          <p:cNvSpPr>
            <a:spLocks noGrp="1"/>
          </p:cNvSpPr>
          <p:nvPr>
            <p:ph type="sldNum" sz="quarter" idx="10"/>
          </p:nvPr>
        </p:nvSpPr>
        <p:spPr/>
        <p:txBody>
          <a:bodyPr/>
          <a:lstStyle/>
          <a:p>
            <a:pPr>
              <a:defRPr/>
            </a:pPr>
            <a:fld id="{FE5AEF74-5102-4921-8DBA-649C609AF6D1}" type="slidenum">
              <a:rPr lang="it-IT" smtClean="0"/>
              <a:pPr>
                <a:defRPr/>
              </a:pPr>
              <a:t>27</a:t>
            </a:fld>
            <a:endParaRPr lang="it-IT"/>
          </a:p>
        </p:txBody>
      </p:sp>
      <p:sp>
        <p:nvSpPr>
          <p:cNvPr id="4" name="Round Diagonal Corner Rectangle 3">
            <a:extLst>
              <a:ext uri="{FF2B5EF4-FFF2-40B4-BE49-F238E27FC236}">
                <a16:creationId xmlns:a16="http://schemas.microsoft.com/office/drawing/2014/main" id="{CF7468E8-2136-FE8A-774F-1D596D84257B}"/>
              </a:ext>
            </a:extLst>
          </p:cNvPr>
          <p:cNvSpPr/>
          <p:nvPr/>
        </p:nvSpPr>
        <p:spPr>
          <a:xfrm>
            <a:off x="323528" y="1412776"/>
            <a:ext cx="8489069" cy="2448272"/>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8690315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0C1E6-521E-710E-AF8A-2F6B3AF9FF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9B02FB-B0C8-BC4A-27A2-E5151895F3BD}"/>
              </a:ext>
            </a:extLst>
          </p:cNvPr>
          <p:cNvSpPr>
            <a:spLocks noGrp="1"/>
          </p:cNvSpPr>
          <p:nvPr>
            <p:ph type="title"/>
          </p:nvPr>
        </p:nvSpPr>
        <p:spPr>
          <a:xfrm>
            <a:off x="719138" y="286544"/>
            <a:ext cx="8245350" cy="550168"/>
          </a:xfrm>
        </p:spPr>
        <p:txBody>
          <a:bodyPr/>
          <a:lstStyle/>
          <a:p>
            <a:r>
              <a:rPr lang="en-CA" sz="2800" i="1" dirty="0">
                <a:latin typeface="Cambria"/>
              </a:rPr>
              <a:t>S</a:t>
            </a:r>
            <a:r>
              <a:rPr lang="en-CA" sz="2600" i="1" dirty="0">
                <a:latin typeface="Cambria"/>
              </a:rPr>
              <a:t>OFTWARE </a:t>
            </a:r>
            <a:r>
              <a:rPr lang="en-CA" sz="2800" i="1" dirty="0">
                <a:latin typeface="Cambria"/>
              </a:rPr>
              <a:t>S</a:t>
            </a:r>
            <a:r>
              <a:rPr lang="en-CA" sz="2600" i="1" dirty="0">
                <a:latin typeface="Cambria"/>
              </a:rPr>
              <a:t>IDE </a:t>
            </a:r>
            <a:r>
              <a:rPr lang="en-CA" sz="2800" i="1" dirty="0">
                <a:latin typeface="Cambria"/>
              </a:rPr>
              <a:t>C</a:t>
            </a:r>
            <a:r>
              <a:rPr lang="en-CA" sz="2600" i="1" dirty="0">
                <a:latin typeface="Cambria"/>
              </a:rPr>
              <a:t>HANNEL (</a:t>
            </a:r>
            <a:r>
              <a:rPr lang="en-CA" sz="2800" i="1" dirty="0">
                <a:latin typeface="Cambria"/>
              </a:rPr>
              <a:t>C</a:t>
            </a:r>
            <a:r>
              <a:rPr lang="en-CA" sz="2600" i="1" dirty="0">
                <a:latin typeface="Cambria"/>
              </a:rPr>
              <a:t>ACHE-</a:t>
            </a:r>
            <a:r>
              <a:rPr lang="en-CA" sz="2800" i="1" dirty="0">
                <a:latin typeface="Cambria"/>
              </a:rPr>
              <a:t>T</a:t>
            </a:r>
            <a:r>
              <a:rPr lang="en-CA" sz="2600" i="1" dirty="0">
                <a:latin typeface="Cambria"/>
              </a:rPr>
              <a:t>IMING </a:t>
            </a:r>
            <a:r>
              <a:rPr lang="en-CA" sz="2800" i="1" dirty="0">
                <a:latin typeface="Cambria"/>
              </a:rPr>
              <a:t>A</a:t>
            </a:r>
            <a:r>
              <a:rPr lang="en-CA" sz="2600" i="1" dirty="0">
                <a:latin typeface="Cambria"/>
              </a:rPr>
              <a:t>TTACKS)</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20CBC688-1FAD-C99C-2044-9FB71A978200}"/>
                  </a:ext>
                </a:extLst>
              </p:cNvPr>
              <p:cNvSpPr>
                <a:spLocks noGrp="1"/>
              </p:cNvSpPr>
              <p:nvPr>
                <p:ph idx="1"/>
              </p:nvPr>
            </p:nvSpPr>
            <p:spPr>
              <a:xfrm>
                <a:off x="449325" y="938659"/>
                <a:ext cx="8245350" cy="5632797"/>
              </a:xfrm>
            </p:spPr>
            <p:txBody>
              <a:bodyPr/>
              <a:lstStyle/>
              <a:p>
                <a:r>
                  <a:rPr lang="en-US" sz="1600" dirty="0">
                    <a:solidFill>
                      <a:srgbClr val="003366"/>
                    </a:solidFill>
                    <a:latin typeface="Aptos Display" panose="020B0004020202020204" pitchFamily="34" charset="0"/>
                  </a:rPr>
                  <a:t>Consider a neuron computing </a:t>
                </a:r>
                <a14:m>
                  <m:oMath xmlns:m="http://schemas.openxmlformats.org/officeDocument/2006/math">
                    <m:r>
                      <a:rPr lang="en-US" sz="1600" i="1" dirty="0" smtClean="0">
                        <a:solidFill>
                          <a:srgbClr val="003366"/>
                        </a:solidFill>
                        <a:latin typeface="Cambria Math" panose="02040503050406030204" pitchFamily="18" charset="0"/>
                      </a:rPr>
                      <m:t>𝑧</m:t>
                    </m:r>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𝑤</m:t>
                        </m:r>
                      </m:e>
                      <m:sub>
                        <m:r>
                          <a:rPr lang="en-US" sz="1600" i="0" dirty="0">
                            <a:solidFill>
                              <a:srgbClr val="003366"/>
                            </a:solidFill>
                            <a:latin typeface="Cambria Math" panose="02040503050406030204" pitchFamily="18" charset="0"/>
                          </a:rPr>
                          <m:t>1</m:t>
                        </m:r>
                      </m:sub>
                    </m:sSub>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0" dirty="0">
                            <a:solidFill>
                              <a:srgbClr val="003366"/>
                            </a:solidFill>
                            <a:latin typeface="Cambria Math" panose="02040503050406030204" pitchFamily="18" charset="0"/>
                          </a:rPr>
                          <m:t>1</m:t>
                        </m:r>
                      </m:sub>
                    </m:sSub>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𝑤</m:t>
                        </m:r>
                      </m:e>
                      <m:sub>
                        <m:r>
                          <a:rPr lang="en-US" sz="1600" i="0" dirty="0">
                            <a:solidFill>
                              <a:srgbClr val="003366"/>
                            </a:solidFill>
                            <a:latin typeface="Cambria Math" panose="02040503050406030204" pitchFamily="18" charset="0"/>
                          </a:rPr>
                          <m:t>2</m:t>
                        </m:r>
                      </m:sub>
                    </m:sSub>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0" dirty="0">
                            <a:solidFill>
                              <a:srgbClr val="003366"/>
                            </a:solidFill>
                            <a:latin typeface="Cambria Math" panose="02040503050406030204" pitchFamily="18" charset="0"/>
                          </a:rPr>
                          <m:t>2</m:t>
                        </m:r>
                      </m:sub>
                    </m:sSub>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𝑏</m:t>
                    </m:r>
                  </m:oMath>
                </a14:m>
                <a:r>
                  <a:rPr lang="en-US" sz="1600" dirty="0">
                    <a:solidFill>
                      <a:srgbClr val="003366"/>
                    </a:solidFill>
                    <a:latin typeface="Aptos Display" panose="020B0004020202020204" pitchFamily="34" charset="0"/>
                  </a:rPr>
                  <a:t>, followed by a </a:t>
                </a:r>
                <a:r>
                  <a:rPr lang="en-US" sz="1600" dirty="0" err="1">
                    <a:solidFill>
                      <a:srgbClr val="003366"/>
                    </a:solidFill>
                    <a:latin typeface="Aptos Display" panose="020B0004020202020204" pitchFamily="34" charset="0"/>
                  </a:rPr>
                  <a:t>ReLU</a:t>
                </a:r>
                <a:r>
                  <a:rPr lang="en-US" sz="1600" dirty="0">
                    <a:solidFill>
                      <a:srgbClr val="003366"/>
                    </a:solidFill>
                    <a:latin typeface="Aptos Display" panose="020B0004020202020204" pitchFamily="34" charset="0"/>
                  </a:rPr>
                  <a:t> activation </a:t>
                </a:r>
                <a14:m>
                  <m:oMath xmlns:m="http://schemas.openxmlformats.org/officeDocument/2006/math">
                    <m:r>
                      <a:rPr lang="en-US" sz="1600" i="1" dirty="0" smtClean="0">
                        <a:solidFill>
                          <a:srgbClr val="003366"/>
                        </a:solidFill>
                        <a:latin typeface="Cambria Math" panose="02040503050406030204" pitchFamily="18" charset="0"/>
                      </a:rPr>
                      <m:t>𝑎</m:t>
                    </m:r>
                    <m:r>
                      <a:rPr lang="en-US" sz="1600" i="0" dirty="0">
                        <a:solidFill>
                          <a:srgbClr val="003366"/>
                        </a:solidFill>
                        <a:latin typeface="Cambria Math" panose="02040503050406030204" pitchFamily="18" charset="0"/>
                      </a:rPr>
                      <m:t>=</m:t>
                    </m:r>
                    <m:func>
                      <m:funcPr>
                        <m:ctrlPr>
                          <a:rPr lang="en-US" sz="1600" i="1" dirty="0">
                            <a:solidFill>
                              <a:srgbClr val="003366"/>
                            </a:solidFill>
                            <a:latin typeface="Cambria Math" panose="02040503050406030204" pitchFamily="18" charset="0"/>
                          </a:rPr>
                        </m:ctrlPr>
                      </m:funcPr>
                      <m:fName>
                        <m:r>
                          <m:rPr>
                            <m:sty m:val="p"/>
                          </m:rPr>
                          <a:rPr lang="en-US" sz="1600" i="0" dirty="0">
                            <a:solidFill>
                              <a:srgbClr val="003366"/>
                            </a:solidFill>
                            <a:latin typeface="Cambria Math" panose="02040503050406030204" pitchFamily="18" charset="0"/>
                          </a:rPr>
                          <m:t>max</m:t>
                        </m:r>
                      </m:fName>
                      <m:e>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m:t>
                            </m:r>
                            <m:r>
                              <a:rPr lang="en-US" sz="1600" i="1" dirty="0">
                                <a:solidFill>
                                  <a:srgbClr val="003366"/>
                                </a:solidFill>
                                <a:latin typeface="Cambria Math" panose="02040503050406030204" pitchFamily="18" charset="0"/>
                              </a:rPr>
                              <m:t>𝑧</m:t>
                            </m:r>
                          </m:e>
                        </m:d>
                      </m:e>
                    </m:func>
                  </m:oMath>
                </a14:m>
                <a:r>
                  <a:rPr lang="en-US" sz="1600" dirty="0">
                    <a:solidFill>
                      <a:srgbClr val="003366"/>
                    </a:solidFill>
                    <a:latin typeface="Aptos Display" panose="020B0004020202020204" pitchFamily="34" charset="0"/>
                  </a:rPr>
                  <a:t>.</a:t>
                </a:r>
              </a:p>
              <a:p>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An attacker knows that an active branch (</a:t>
                </a:r>
                <a14:m>
                  <m:oMath xmlns:m="http://schemas.openxmlformats.org/officeDocument/2006/math">
                    <m:r>
                      <a:rPr lang="en-US" sz="1600" i="1" dirty="0" smtClean="0">
                        <a:solidFill>
                          <a:srgbClr val="003366"/>
                        </a:solidFill>
                        <a:latin typeface="Cambria Math" panose="02040503050406030204" pitchFamily="18" charset="0"/>
                      </a:rPr>
                      <m:t>𝑧</m:t>
                    </m:r>
                    <m:r>
                      <a:rPr lang="en-US" sz="1600" i="0" dirty="0">
                        <a:solidFill>
                          <a:srgbClr val="003366"/>
                        </a:solidFill>
                        <a:latin typeface="Cambria Math" panose="02040503050406030204" pitchFamily="18" charset="0"/>
                      </a:rPr>
                      <m:t>≥0</m:t>
                    </m:r>
                  </m:oMath>
                </a14:m>
                <a:r>
                  <a:rPr lang="en-US" sz="1600" dirty="0">
                    <a:solidFill>
                      <a:srgbClr val="003366"/>
                    </a:solidFill>
                    <a:latin typeface="Aptos Display" panose="020B0004020202020204" pitchFamily="34" charset="0"/>
                  </a:rPr>
                  <a:t>) takes a fast execution time of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𝑇</m:t>
                        </m:r>
                      </m:e>
                      <m:sub>
                        <m:r>
                          <m:rPr>
                            <m:nor/>
                          </m:rPr>
                          <a:rPr lang="en-US" sz="1600" i="0" dirty="0">
                            <a:solidFill>
                              <a:srgbClr val="003366"/>
                            </a:solidFill>
                            <a:latin typeface="Aptos Display" panose="020B0004020202020204" pitchFamily="34" charset="0"/>
                          </a:rPr>
                          <m:t>fast</m:t>
                        </m:r>
                      </m:sub>
                    </m:sSub>
                    <m:r>
                      <a:rPr lang="en-US" sz="1600" i="0" dirty="0">
                        <a:solidFill>
                          <a:srgbClr val="003366"/>
                        </a:solidFill>
                        <a:latin typeface="Cambria Math" panose="02040503050406030204" pitchFamily="18" charset="0"/>
                      </a:rPr>
                      <m:t>=10</m:t>
                    </m:r>
                  </m:oMath>
                </a14:m>
                <a:r>
                  <a:rPr lang="en-US" sz="1600" dirty="0">
                    <a:solidFill>
                      <a:srgbClr val="003366"/>
                    </a:solidFill>
                    <a:latin typeface="Aptos Display" panose="020B0004020202020204" pitchFamily="34" charset="0"/>
                  </a:rPr>
                  <a:t>~ns, while an inactive branch (</a:t>
                </a:r>
                <a14:m>
                  <m:oMath xmlns:m="http://schemas.openxmlformats.org/officeDocument/2006/math">
                    <m:r>
                      <a:rPr lang="en-US" sz="1600" i="1" dirty="0" smtClean="0">
                        <a:solidFill>
                          <a:srgbClr val="003366"/>
                        </a:solidFill>
                        <a:latin typeface="Cambria Math" panose="02040503050406030204" pitchFamily="18" charset="0"/>
                      </a:rPr>
                      <m:t>𝑧</m:t>
                    </m:r>
                    <m:r>
                      <a:rPr lang="en-US" sz="1600" i="0" dirty="0">
                        <a:solidFill>
                          <a:srgbClr val="003366"/>
                        </a:solidFill>
                        <a:latin typeface="Cambria Math" panose="02040503050406030204" pitchFamily="18" charset="0"/>
                      </a:rPr>
                      <m:t>&lt;0</m:t>
                    </m:r>
                  </m:oMath>
                </a14:m>
                <a:r>
                  <a:rPr lang="en-US" sz="1600" dirty="0">
                    <a:solidFill>
                      <a:srgbClr val="003366"/>
                    </a:solidFill>
                    <a:latin typeface="Aptos Display" panose="020B0004020202020204" pitchFamily="34" charset="0"/>
                  </a:rPr>
                  <a:t>) takes a slow execution time of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𝑇</m:t>
                        </m:r>
                      </m:e>
                      <m:sub>
                        <m:r>
                          <m:rPr>
                            <m:nor/>
                          </m:rPr>
                          <a:rPr lang="en-US" sz="1600" i="0" dirty="0">
                            <a:solidFill>
                              <a:srgbClr val="003366"/>
                            </a:solidFill>
                            <a:latin typeface="Aptos Display" panose="020B0004020202020204" pitchFamily="34" charset="0"/>
                          </a:rPr>
                          <m:t>slow</m:t>
                        </m:r>
                      </m:sub>
                    </m:sSub>
                    <m:r>
                      <a:rPr lang="en-US" sz="1600" i="0" dirty="0">
                        <a:solidFill>
                          <a:srgbClr val="003366"/>
                        </a:solidFill>
                        <a:latin typeface="Cambria Math" panose="02040503050406030204" pitchFamily="18" charset="0"/>
                      </a:rPr>
                      <m:t>=45</m:t>
                    </m:r>
                  </m:oMath>
                </a14:m>
                <a:r>
                  <a:rPr lang="en-US" sz="1600" dirty="0">
                    <a:solidFill>
                      <a:srgbClr val="003366"/>
                    </a:solidFill>
                    <a:latin typeface="Aptos Display" panose="020B0004020202020204" pitchFamily="34" charset="0"/>
                  </a:rPr>
                  <a:t>~ns due to a branch misprediction.</a:t>
                </a:r>
              </a:p>
              <a:p>
                <a:endParaRPr lang="en-US" sz="1600" dirty="0">
                  <a:solidFill>
                    <a:srgbClr val="003366"/>
                  </a:solidFill>
                  <a:latin typeface="Aptos Display" panose="020B0004020202020204" pitchFamily="34" charset="0"/>
                </a:endParaRPr>
              </a:p>
              <a:p>
                <a:r>
                  <a:rPr lang="en-US" sz="1600" u="sng" dirty="0">
                    <a:solidFill>
                      <a:srgbClr val="003366"/>
                    </a:solidFill>
                    <a:latin typeface="Aptos Display" panose="020B0004020202020204" pitchFamily="34" charset="0"/>
                  </a:rPr>
                  <a:t>Step 1: First Query: </a:t>
                </a:r>
              </a:p>
              <a:p>
                <a:r>
                  <a:rPr lang="en-US" sz="1600" dirty="0">
                    <a:solidFill>
                      <a:srgbClr val="003366"/>
                    </a:solidFill>
                    <a:latin typeface="Aptos Display" panose="020B0004020202020204" pitchFamily="34" charset="0"/>
                  </a:rPr>
                  <a:t>The attacker queries </a:t>
                </a:r>
                <a14:m>
                  <m:oMath xmlns:m="http://schemas.openxmlformats.org/officeDocument/2006/math">
                    <m:sSup>
                      <m:sSupPr>
                        <m:ctrlPr>
                          <a:rPr lang="en-US" sz="1600" i="1" dirty="0" smtClean="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𝑥</m:t>
                        </m:r>
                      </m:e>
                      <m:sup>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1</m:t>
                            </m:r>
                          </m:e>
                        </m:d>
                      </m:sup>
                    </m:sSup>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2.0,1.0</m:t>
                            </m:r>
                          </m:e>
                        </m:d>
                      </m:e>
                      <m:sup>
                        <m:r>
                          <a:rPr lang="en-US" sz="1600" i="1" dirty="0">
                            <a:solidFill>
                              <a:srgbClr val="003366"/>
                            </a:solidFill>
                            <a:latin typeface="Cambria Math" panose="02040503050406030204" pitchFamily="18" charset="0"/>
                          </a:rPr>
                          <m:t>𝑇</m:t>
                        </m:r>
                      </m:sup>
                    </m:sSup>
                  </m:oMath>
                </a14:m>
                <a:r>
                  <a:rPr lang="en-US" sz="1600" dirty="0">
                    <a:solidFill>
                      <a:srgbClr val="003366"/>
                    </a:solidFill>
                    <a:latin typeface="Aptos Display" panose="020B0004020202020204" pitchFamily="34" charset="0"/>
                  </a:rPr>
                  <a:t> and measures execution time </a:t>
                </a:r>
                <a14:m>
                  <m:oMath xmlns:m="http://schemas.openxmlformats.org/officeDocument/2006/math">
                    <m:sSup>
                      <m:sSupPr>
                        <m:ctrlPr>
                          <a:rPr lang="en-US" sz="1600" i="1" dirty="0" smtClean="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𝑡</m:t>
                        </m:r>
                      </m:e>
                      <m:sup>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1</m:t>
                            </m:r>
                          </m:e>
                        </m:d>
                      </m:sup>
                    </m:sSup>
                    <m:r>
                      <a:rPr lang="en-US" sz="1600" i="0" dirty="0">
                        <a:solidFill>
                          <a:srgbClr val="003366"/>
                        </a:solidFill>
                        <a:latin typeface="Cambria Math" panose="02040503050406030204" pitchFamily="18" charset="0"/>
                      </a:rPr>
                      <m:t>=10.2</m:t>
                    </m:r>
                  </m:oMath>
                </a14:m>
                <a:r>
                  <a:rPr lang="en-US" sz="1600" dirty="0">
                    <a:solidFill>
                      <a:srgbClr val="003366"/>
                    </a:solidFill>
                    <a:latin typeface="Aptos Display" panose="020B0004020202020204" pitchFamily="34" charset="0"/>
                  </a:rPr>
                  <a:t>~ns. Since </a:t>
                </a:r>
                <a14:m>
                  <m:oMath xmlns:m="http://schemas.openxmlformats.org/officeDocument/2006/math">
                    <m:sSup>
                      <m:sSupPr>
                        <m:ctrlPr>
                          <a:rPr lang="en-US" sz="1600" i="1" dirty="0" smtClean="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𝑡</m:t>
                        </m:r>
                      </m:e>
                      <m:sup>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1</m:t>
                            </m:r>
                          </m:e>
                        </m:d>
                      </m:sup>
                    </m:sSup>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𝑇</m:t>
                        </m:r>
                      </m:e>
                      <m:sub>
                        <m:r>
                          <m:rPr>
                            <m:nor/>
                          </m:rPr>
                          <a:rPr lang="en-US" sz="1600" i="0" dirty="0">
                            <a:solidFill>
                              <a:srgbClr val="003366"/>
                            </a:solidFill>
                            <a:latin typeface="Aptos Display" panose="020B0004020202020204" pitchFamily="34" charset="0"/>
                          </a:rPr>
                          <m:t>fast</m:t>
                        </m:r>
                      </m:sub>
                    </m:sSub>
                  </m:oMath>
                </a14:m>
                <a:r>
                  <a:rPr lang="en-US" sz="1600" dirty="0">
                    <a:solidFill>
                      <a:srgbClr val="003366"/>
                    </a:solidFill>
                    <a:latin typeface="Aptos Display" panose="020B0004020202020204" pitchFamily="34" charset="0"/>
                  </a:rPr>
                  <a:t>, the attacker knows </a:t>
                </a:r>
                <a14:m>
                  <m:oMath xmlns:m="http://schemas.openxmlformats.org/officeDocument/2006/math">
                    <m:sSup>
                      <m:sSupPr>
                        <m:ctrlPr>
                          <a:rPr lang="en-US" sz="1600" i="1" dirty="0" smtClean="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𝑧</m:t>
                        </m:r>
                      </m:e>
                      <m:sup>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1</m:t>
                            </m:r>
                          </m:e>
                        </m:d>
                      </m:sup>
                    </m:sSup>
                    <m:r>
                      <a:rPr lang="en-US" sz="1600" i="0" dirty="0">
                        <a:solidFill>
                          <a:srgbClr val="003366"/>
                        </a:solidFill>
                        <a:latin typeface="Cambria Math" panose="02040503050406030204" pitchFamily="18" charset="0"/>
                      </a:rPr>
                      <m:t>≥0</m:t>
                    </m:r>
                  </m:oMath>
                </a14:m>
                <a:r>
                  <a:rPr lang="en-US" sz="1600" dirty="0">
                    <a:solidFill>
                      <a:srgbClr val="003366"/>
                    </a:solidFill>
                    <a:latin typeface="Aptos Display" panose="020B0004020202020204" pitchFamily="34" charset="0"/>
                  </a:rPr>
                  <a:t>:</a:t>
                </a:r>
              </a:p>
              <a:p>
                <a:endParaRPr lang="en-US" sz="1600"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r>
                      <a:rPr lang="en-US" sz="1600" dirty="0">
                        <a:solidFill>
                          <a:srgbClr val="003366"/>
                        </a:solidFill>
                        <a:latin typeface="Cambria Math" panose="02040503050406030204" pitchFamily="18" charset="0"/>
                      </a:rPr>
                      <m:t>2.0</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𝑤</m:t>
                        </m:r>
                      </m:e>
                      <m:sub>
                        <m:r>
                          <a:rPr lang="en-US" sz="1600" i="0" dirty="0">
                            <a:solidFill>
                              <a:srgbClr val="003366"/>
                            </a:solidFill>
                            <a:latin typeface="Cambria Math" panose="02040503050406030204" pitchFamily="18" charset="0"/>
                          </a:rPr>
                          <m:t>1</m:t>
                        </m:r>
                      </m:sub>
                    </m:sSub>
                    <m:r>
                      <a:rPr lang="en-US" sz="1600" i="0" dirty="0">
                        <a:solidFill>
                          <a:srgbClr val="003366"/>
                        </a:solidFill>
                        <a:latin typeface="Cambria Math" panose="02040503050406030204" pitchFamily="18" charset="0"/>
                      </a:rPr>
                      <m:t>+1.0</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𝑤</m:t>
                        </m:r>
                      </m:e>
                      <m:sub>
                        <m:r>
                          <a:rPr lang="en-US" sz="1600" i="0" dirty="0">
                            <a:solidFill>
                              <a:srgbClr val="003366"/>
                            </a:solidFill>
                            <a:latin typeface="Cambria Math" panose="02040503050406030204" pitchFamily="18" charset="0"/>
                          </a:rPr>
                          <m:t>2</m:t>
                        </m:r>
                      </m:sub>
                    </m:sSub>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𝑏</m:t>
                    </m:r>
                    <m:r>
                      <a:rPr lang="en-US" sz="1600" i="0" dirty="0">
                        <a:solidFill>
                          <a:srgbClr val="003366"/>
                        </a:solidFill>
                        <a:latin typeface="Cambria Math" panose="02040503050406030204" pitchFamily="18" charset="0"/>
                      </a:rPr>
                      <m:t>≥0</m:t>
                    </m:r>
                  </m:oMath>
                </a14:m>
                <a:endParaRPr lang="en-US" sz="1600" dirty="0">
                  <a:solidFill>
                    <a:srgbClr val="003366"/>
                  </a:solidFill>
                  <a:latin typeface="Aptos Display" panose="020B0004020202020204" pitchFamily="34" charset="0"/>
                </a:endParaRPr>
              </a:p>
              <a:p>
                <a:endParaRPr lang="en-US" sz="1600" dirty="0">
                  <a:solidFill>
                    <a:srgbClr val="003366"/>
                  </a:solidFill>
                  <a:latin typeface="Aptos Display" panose="020B0004020202020204" pitchFamily="34" charset="0"/>
                </a:endParaRPr>
              </a:p>
              <a:p>
                <a:r>
                  <a:rPr lang="en-US" sz="1600" u="sng" dirty="0">
                    <a:solidFill>
                      <a:srgbClr val="003366"/>
                    </a:solidFill>
                    <a:latin typeface="Aptos Display" panose="020B0004020202020204" pitchFamily="34" charset="0"/>
                  </a:rPr>
                  <a:t>Step 2: Second Query: </a:t>
                </a:r>
              </a:p>
              <a:p>
                <a:r>
                  <a:rPr lang="en-US" sz="1600" dirty="0">
                    <a:solidFill>
                      <a:srgbClr val="003366"/>
                    </a:solidFill>
                    <a:latin typeface="Aptos Display" panose="020B0004020202020204" pitchFamily="34" charset="0"/>
                  </a:rPr>
                  <a:t>The attacker queries </a:t>
                </a:r>
                <a14:m>
                  <m:oMath xmlns:m="http://schemas.openxmlformats.org/officeDocument/2006/math">
                    <m:sSup>
                      <m:sSupPr>
                        <m:ctrlPr>
                          <a:rPr lang="en-US" sz="1600" i="1" dirty="0" smtClean="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𝑥</m:t>
                        </m:r>
                      </m:e>
                      <m:sup>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2</m:t>
                            </m:r>
                          </m:e>
                        </m:d>
                      </m:sup>
                    </m:sSup>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−3.0,−2.0</m:t>
                            </m:r>
                          </m:e>
                        </m:d>
                      </m:e>
                      <m:sup>
                        <m:r>
                          <a:rPr lang="en-US" sz="1600" i="1" dirty="0">
                            <a:solidFill>
                              <a:srgbClr val="003366"/>
                            </a:solidFill>
                            <a:latin typeface="Cambria Math" panose="02040503050406030204" pitchFamily="18" charset="0"/>
                          </a:rPr>
                          <m:t>𝑇</m:t>
                        </m:r>
                      </m:sup>
                    </m:sSup>
                  </m:oMath>
                </a14:m>
                <a:r>
                  <a:rPr lang="en-US" sz="1600" dirty="0">
                    <a:solidFill>
                      <a:srgbClr val="003366"/>
                    </a:solidFill>
                    <a:latin typeface="Aptos Display" panose="020B0004020202020204" pitchFamily="34" charset="0"/>
                  </a:rPr>
                  <a:t> and measures execution time </a:t>
                </a:r>
                <a14:m>
                  <m:oMath xmlns:m="http://schemas.openxmlformats.org/officeDocument/2006/math">
                    <m:sSup>
                      <m:sSupPr>
                        <m:ctrlPr>
                          <a:rPr lang="en-US" sz="1600" i="1" dirty="0" smtClean="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𝑡</m:t>
                        </m:r>
                      </m:e>
                      <m:sup>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2</m:t>
                            </m:r>
                          </m:e>
                        </m:d>
                      </m:sup>
                    </m:sSup>
                    <m:r>
                      <a:rPr lang="en-US" sz="1600" i="0" dirty="0">
                        <a:solidFill>
                          <a:srgbClr val="003366"/>
                        </a:solidFill>
                        <a:latin typeface="Cambria Math" panose="02040503050406030204" pitchFamily="18" charset="0"/>
                      </a:rPr>
                      <m:t>=44.8</m:t>
                    </m:r>
                  </m:oMath>
                </a14:m>
                <a:r>
                  <a:rPr lang="en-US" sz="1600" dirty="0">
                    <a:solidFill>
                      <a:srgbClr val="003366"/>
                    </a:solidFill>
                    <a:latin typeface="Aptos Display" panose="020B0004020202020204" pitchFamily="34" charset="0"/>
                  </a:rPr>
                  <a:t>~ns. Since </a:t>
                </a:r>
                <a14:m>
                  <m:oMath xmlns:m="http://schemas.openxmlformats.org/officeDocument/2006/math">
                    <m:sSup>
                      <m:sSupPr>
                        <m:ctrlPr>
                          <a:rPr lang="en-US" sz="1600" i="1" dirty="0" smtClean="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𝑡</m:t>
                        </m:r>
                      </m:e>
                      <m:sup>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2</m:t>
                            </m:r>
                          </m:e>
                        </m:d>
                      </m:sup>
                    </m:sSup>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𝑇</m:t>
                        </m:r>
                      </m:e>
                      <m:sub>
                        <m:r>
                          <m:rPr>
                            <m:nor/>
                          </m:rPr>
                          <a:rPr lang="en-US" sz="1600" i="0" dirty="0">
                            <a:solidFill>
                              <a:srgbClr val="003366"/>
                            </a:solidFill>
                            <a:latin typeface="Aptos Display" panose="020B0004020202020204" pitchFamily="34" charset="0"/>
                          </a:rPr>
                          <m:t>slow</m:t>
                        </m:r>
                      </m:sub>
                    </m:sSub>
                  </m:oMath>
                </a14:m>
                <a:r>
                  <a:rPr lang="en-US" sz="1600" dirty="0">
                    <a:solidFill>
                      <a:srgbClr val="003366"/>
                    </a:solidFill>
                    <a:latin typeface="Aptos Display" panose="020B0004020202020204" pitchFamily="34" charset="0"/>
                  </a:rPr>
                  <a:t>, the attacker knows </a:t>
                </a:r>
                <a14:m>
                  <m:oMath xmlns:m="http://schemas.openxmlformats.org/officeDocument/2006/math">
                    <m:sSup>
                      <m:sSupPr>
                        <m:ctrlPr>
                          <a:rPr lang="en-US" sz="1600" i="1" dirty="0" smtClean="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𝑧</m:t>
                        </m:r>
                      </m:e>
                      <m:sup>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2</m:t>
                            </m:r>
                          </m:e>
                        </m:d>
                      </m:sup>
                    </m:sSup>
                    <m:r>
                      <a:rPr lang="en-US" sz="1600" i="0" dirty="0">
                        <a:solidFill>
                          <a:srgbClr val="003366"/>
                        </a:solidFill>
                        <a:latin typeface="Cambria Math" panose="02040503050406030204" pitchFamily="18" charset="0"/>
                      </a:rPr>
                      <m:t>&lt;0</m:t>
                    </m:r>
                  </m:oMath>
                </a14:m>
                <a:r>
                  <a:rPr lang="en-US" sz="1600" dirty="0">
                    <a:solidFill>
                      <a:srgbClr val="003366"/>
                    </a:solidFill>
                    <a:latin typeface="Aptos Display" panose="020B0004020202020204" pitchFamily="34" charset="0"/>
                  </a:rPr>
                  <a:t>:</a:t>
                </a:r>
              </a:p>
              <a:p>
                <a:endParaRPr lang="en-US" sz="1600"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r>
                      <a:rPr lang="en-US" sz="1600" dirty="0">
                        <a:solidFill>
                          <a:srgbClr val="003366"/>
                        </a:solidFill>
                        <a:latin typeface="Cambria Math" panose="02040503050406030204" pitchFamily="18" charset="0"/>
                      </a:rPr>
                      <m:t>−</m:t>
                    </m:r>
                    <m:r>
                      <a:rPr lang="en-US" sz="1600" i="0" dirty="0">
                        <a:solidFill>
                          <a:srgbClr val="003366"/>
                        </a:solidFill>
                        <a:latin typeface="Cambria Math" panose="02040503050406030204" pitchFamily="18" charset="0"/>
                      </a:rPr>
                      <m:t>3.0</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𝑤</m:t>
                        </m:r>
                      </m:e>
                      <m:sub>
                        <m:r>
                          <a:rPr lang="en-US" sz="1600" i="0" dirty="0">
                            <a:solidFill>
                              <a:srgbClr val="003366"/>
                            </a:solidFill>
                            <a:latin typeface="Cambria Math" panose="02040503050406030204" pitchFamily="18" charset="0"/>
                          </a:rPr>
                          <m:t>1</m:t>
                        </m:r>
                      </m:sub>
                    </m:sSub>
                    <m:r>
                      <a:rPr lang="en-US" sz="1600" i="0" dirty="0">
                        <a:solidFill>
                          <a:srgbClr val="003366"/>
                        </a:solidFill>
                        <a:latin typeface="Cambria Math" panose="02040503050406030204" pitchFamily="18" charset="0"/>
                      </a:rPr>
                      <m:t>−2.0</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𝑤</m:t>
                        </m:r>
                      </m:e>
                      <m:sub>
                        <m:r>
                          <a:rPr lang="en-US" sz="1600" i="0" dirty="0">
                            <a:solidFill>
                              <a:srgbClr val="003366"/>
                            </a:solidFill>
                            <a:latin typeface="Cambria Math" panose="02040503050406030204" pitchFamily="18" charset="0"/>
                          </a:rPr>
                          <m:t>2</m:t>
                        </m:r>
                      </m:sub>
                    </m:sSub>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𝑏</m:t>
                    </m:r>
                    <m:r>
                      <a:rPr lang="en-US" sz="1600" i="0" dirty="0">
                        <a:solidFill>
                          <a:srgbClr val="003366"/>
                        </a:solidFill>
                        <a:latin typeface="Cambria Math" panose="02040503050406030204" pitchFamily="18" charset="0"/>
                      </a:rPr>
                      <m:t>&lt;0</m:t>
                    </m:r>
                  </m:oMath>
                </a14:m>
                <a:endParaRPr lang="en-US" sz="1600" dirty="0">
                  <a:solidFill>
                    <a:srgbClr val="003366"/>
                  </a:solidFill>
                  <a:latin typeface="Aptos Display" panose="020B0004020202020204" pitchFamily="34" charset="0"/>
                </a:endParaRPr>
              </a:p>
              <a:p>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Step 3: Define Parameter Boundaries</a:t>
                </a:r>
              </a:p>
            </p:txBody>
          </p:sp>
        </mc:Choice>
        <mc:Fallback xmlns="">
          <p:sp>
            <p:nvSpPr>
              <p:cNvPr id="5" name="Content Placeholder 4">
                <a:extLst>
                  <a:ext uri="{FF2B5EF4-FFF2-40B4-BE49-F238E27FC236}">
                    <a16:creationId xmlns:a16="http://schemas.microsoft.com/office/drawing/2014/main" id="{20CBC688-1FAD-C99C-2044-9FB71A978200}"/>
                  </a:ext>
                </a:extLst>
              </p:cNvPr>
              <p:cNvSpPr>
                <a:spLocks noGrp="1" noRot="1" noChangeAspect="1" noMove="1" noResize="1" noEditPoints="1" noAdjustHandles="1" noChangeArrowheads="1" noChangeShapeType="1" noTextEdit="1"/>
              </p:cNvSpPr>
              <p:nvPr>
                <p:ph idx="1"/>
              </p:nvPr>
            </p:nvSpPr>
            <p:spPr>
              <a:xfrm>
                <a:off x="449325" y="938659"/>
                <a:ext cx="8245350" cy="5632797"/>
              </a:xfrm>
              <a:blipFill>
                <a:blip r:embed="rId3"/>
                <a:stretch>
                  <a:fillRect l="-1538" t="-899" r="-769"/>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07D97996-2AA0-655C-A980-447D7AD7830D}"/>
              </a:ext>
            </a:extLst>
          </p:cNvPr>
          <p:cNvSpPr>
            <a:spLocks noGrp="1"/>
          </p:cNvSpPr>
          <p:nvPr>
            <p:ph type="sldNum" sz="quarter" idx="10"/>
          </p:nvPr>
        </p:nvSpPr>
        <p:spPr/>
        <p:txBody>
          <a:bodyPr/>
          <a:lstStyle/>
          <a:p>
            <a:pPr>
              <a:defRPr/>
            </a:pPr>
            <a:fld id="{FE5AEF74-5102-4921-8DBA-649C609AF6D1}" type="slidenum">
              <a:rPr lang="it-IT" smtClean="0"/>
              <a:pPr>
                <a:defRPr/>
              </a:pPr>
              <a:t>28</a:t>
            </a:fld>
            <a:endParaRPr lang="it-IT"/>
          </a:p>
        </p:txBody>
      </p:sp>
      <p:sp>
        <p:nvSpPr>
          <p:cNvPr id="4" name="Round Diagonal Corner Rectangle 3">
            <a:extLst>
              <a:ext uri="{FF2B5EF4-FFF2-40B4-BE49-F238E27FC236}">
                <a16:creationId xmlns:a16="http://schemas.microsoft.com/office/drawing/2014/main" id="{4184145F-B290-E572-D2B9-49D860A6E400}"/>
              </a:ext>
            </a:extLst>
          </p:cNvPr>
          <p:cNvSpPr/>
          <p:nvPr/>
        </p:nvSpPr>
        <p:spPr>
          <a:xfrm>
            <a:off x="278137" y="2492896"/>
            <a:ext cx="8587725" cy="1584177"/>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 Diagonal Corner Rectangle 5">
            <a:extLst>
              <a:ext uri="{FF2B5EF4-FFF2-40B4-BE49-F238E27FC236}">
                <a16:creationId xmlns:a16="http://schemas.microsoft.com/office/drawing/2014/main" id="{8B1E8E50-2A62-8F8E-8B2E-B801E23E6AAB}"/>
              </a:ext>
            </a:extLst>
          </p:cNvPr>
          <p:cNvSpPr/>
          <p:nvPr/>
        </p:nvSpPr>
        <p:spPr>
          <a:xfrm>
            <a:off x="278136" y="4216225"/>
            <a:ext cx="8587725" cy="1584177"/>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ound Diagonal Corner Rectangle 6">
            <a:extLst>
              <a:ext uri="{FF2B5EF4-FFF2-40B4-BE49-F238E27FC236}">
                <a16:creationId xmlns:a16="http://schemas.microsoft.com/office/drawing/2014/main" id="{2DDC19FA-8446-4CD3-A24C-310701B66669}"/>
              </a:ext>
            </a:extLst>
          </p:cNvPr>
          <p:cNvSpPr/>
          <p:nvPr/>
        </p:nvSpPr>
        <p:spPr>
          <a:xfrm>
            <a:off x="267383" y="5885547"/>
            <a:ext cx="8587725" cy="567789"/>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4003626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5391B-A823-7F1A-53EF-3DDAACA1E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57BD66-C621-CF1D-5D91-3838C336E1C1}"/>
              </a:ext>
            </a:extLst>
          </p:cNvPr>
          <p:cNvSpPr>
            <a:spLocks noGrp="1"/>
          </p:cNvSpPr>
          <p:nvPr>
            <p:ph type="title"/>
          </p:nvPr>
        </p:nvSpPr>
        <p:spPr>
          <a:xfrm>
            <a:off x="719138" y="286544"/>
            <a:ext cx="8245350" cy="838200"/>
          </a:xfrm>
        </p:spPr>
        <p:txBody>
          <a:bodyPr/>
          <a:lstStyle/>
          <a:p>
            <a:r>
              <a:rPr lang="en-CA" sz="2800" i="1" dirty="0">
                <a:latin typeface="Cambria"/>
              </a:rPr>
              <a:t>H</a:t>
            </a:r>
            <a:r>
              <a:rPr lang="en-CA" sz="2600" i="1" dirty="0">
                <a:latin typeface="Cambria"/>
              </a:rPr>
              <a:t>ARDWARE </a:t>
            </a:r>
            <a:r>
              <a:rPr lang="en-CA" sz="2800" i="1" dirty="0">
                <a:latin typeface="Cambria"/>
              </a:rPr>
              <a:t>S</a:t>
            </a:r>
            <a:r>
              <a:rPr lang="en-CA" sz="2600" i="1" dirty="0">
                <a:latin typeface="Cambria"/>
              </a:rPr>
              <a:t>IDE </a:t>
            </a:r>
            <a:r>
              <a:rPr lang="en-CA" sz="2800" i="1" dirty="0">
                <a:latin typeface="Cambria"/>
              </a:rPr>
              <a:t>C</a:t>
            </a:r>
            <a:r>
              <a:rPr lang="en-CA" sz="2600" i="1" dirty="0">
                <a:latin typeface="Cambria"/>
              </a:rPr>
              <a:t>HANNEL (</a:t>
            </a:r>
            <a:r>
              <a:rPr lang="en-CA" sz="2800" i="1" dirty="0">
                <a:latin typeface="Cambria"/>
              </a:rPr>
              <a:t>P</a:t>
            </a:r>
            <a:r>
              <a:rPr lang="en-CA" sz="2600" i="1" dirty="0">
                <a:latin typeface="Cambria"/>
              </a:rPr>
              <a:t>OWER </a:t>
            </a:r>
            <a:r>
              <a:rPr lang="en-CA" sz="2800" i="1" dirty="0">
                <a:latin typeface="Cambria"/>
              </a:rPr>
              <a:t>A</a:t>
            </a:r>
            <a:r>
              <a:rPr lang="en-CA" sz="2600" i="1" dirty="0">
                <a:latin typeface="Cambria"/>
              </a:rPr>
              <a:t>NALYSIS)</a:t>
            </a:r>
            <a:endParaRPr lang="en-CA" sz="2600" b="1" i="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B842156F-FE46-278D-8F49-A347275B7701}"/>
                  </a:ext>
                </a:extLst>
              </p:cNvPr>
              <p:cNvSpPr>
                <a:spLocks noGrp="1"/>
              </p:cNvSpPr>
              <p:nvPr>
                <p:ph idx="1"/>
              </p:nvPr>
            </p:nvSpPr>
            <p:spPr>
              <a:xfrm>
                <a:off x="472716" y="1117920"/>
                <a:ext cx="8050088" cy="1656184"/>
              </a:xfrm>
            </p:spPr>
            <p:txBody>
              <a:bodyPr/>
              <a:lstStyle/>
              <a:p>
                <a:pPr algn="just"/>
                <a:r>
                  <a:rPr lang="en-US" sz="1800" dirty="0">
                    <a:solidFill>
                      <a:srgbClr val="003366"/>
                    </a:solidFill>
                    <a:latin typeface="Aptos Display" panose="020B0004020202020204" pitchFamily="34" charset="0"/>
                  </a:rPr>
                  <a:t>Flipping a transistor inside a microchip draws a tiny amount of electrical current. Performing arithmetic multiplications (e.g. </a:t>
                </a:r>
                <a14:m>
                  <m:oMath xmlns:m="http://schemas.openxmlformats.org/officeDocument/2006/math">
                    <m:r>
                      <a:rPr lang="en-US" sz="1800" i="1" dirty="0" smtClean="0">
                        <a:solidFill>
                          <a:srgbClr val="003366"/>
                        </a:solidFill>
                        <a:latin typeface="Cambria Math" panose="02040503050406030204" pitchFamily="18" charset="0"/>
                      </a:rPr>
                      <m:t>𝐴</m:t>
                    </m:r>
                    <m:r>
                      <a:rPr lang="en-US" sz="1800" i="0" dirty="0">
                        <a:solidFill>
                          <a:srgbClr val="003366"/>
                        </a:solidFill>
                        <a:latin typeface="Cambria Math" panose="02040503050406030204" pitchFamily="18" charset="0"/>
                      </a:rPr>
                      <m:t>×</m:t>
                    </m:r>
                    <m:r>
                      <a:rPr lang="en-US" sz="1800" i="1" dirty="0">
                        <a:solidFill>
                          <a:srgbClr val="003366"/>
                        </a:solidFill>
                        <a:latin typeface="Cambria Math" panose="02040503050406030204" pitchFamily="18" charset="0"/>
                      </a:rPr>
                      <m:t>𝐵</m:t>
                    </m:r>
                  </m:oMath>
                </a14:m>
                <a:r>
                  <a:rPr lang="en-US" sz="1800" dirty="0">
                    <a:solidFill>
                      <a:srgbClr val="003366"/>
                    </a:solidFill>
                    <a:latin typeface="Aptos Display" panose="020B0004020202020204" pitchFamily="34" charset="0"/>
                  </a:rPr>
                  <a:t>) draws significantly more electrical power than additions (</a:t>
                </a:r>
                <a14:m>
                  <m:oMath xmlns:m="http://schemas.openxmlformats.org/officeDocument/2006/math">
                    <m:r>
                      <a:rPr lang="en-US" sz="1800" i="1" dirty="0" smtClean="0">
                        <a:solidFill>
                          <a:srgbClr val="003366"/>
                        </a:solidFill>
                        <a:latin typeface="Cambria Math" panose="02040503050406030204" pitchFamily="18" charset="0"/>
                      </a:rPr>
                      <m:t>𝐴</m:t>
                    </m:r>
                    <m:r>
                      <a:rPr lang="en-US" sz="1800" i="0" dirty="0">
                        <a:solidFill>
                          <a:srgbClr val="003366"/>
                        </a:solidFill>
                        <a:latin typeface="Cambria Math" panose="02040503050406030204" pitchFamily="18" charset="0"/>
                      </a:rPr>
                      <m:t>+</m:t>
                    </m:r>
                    <m:r>
                      <a:rPr lang="en-US" sz="1800" i="1" dirty="0">
                        <a:solidFill>
                          <a:srgbClr val="003366"/>
                        </a:solidFill>
                        <a:latin typeface="Cambria Math" panose="02040503050406030204" pitchFamily="18" charset="0"/>
                      </a:rPr>
                      <m:t>𝐵</m:t>
                    </m:r>
                  </m:oMath>
                </a14:m>
                <a:r>
                  <a:rPr lang="en-US" sz="1800" dirty="0">
                    <a:solidFill>
                      <a:srgbClr val="003366"/>
                    </a:solidFill>
                    <a:latin typeface="Aptos Display" panose="020B0004020202020204" pitchFamily="34" charset="0"/>
                  </a:rPr>
                  <a:t>) or idle states. </a:t>
                </a:r>
              </a:p>
            </p:txBody>
          </p:sp>
        </mc:Choice>
        <mc:Fallback xmlns="">
          <p:sp>
            <p:nvSpPr>
              <p:cNvPr id="5" name="Content Placeholder 4">
                <a:extLst>
                  <a:ext uri="{FF2B5EF4-FFF2-40B4-BE49-F238E27FC236}">
                    <a16:creationId xmlns:a16="http://schemas.microsoft.com/office/drawing/2014/main" id="{B842156F-FE46-278D-8F49-A347275B7701}"/>
                  </a:ext>
                </a:extLst>
              </p:cNvPr>
              <p:cNvSpPr>
                <a:spLocks noGrp="1" noRot="1" noChangeAspect="1" noMove="1" noResize="1" noEditPoints="1" noAdjustHandles="1" noChangeArrowheads="1" noChangeShapeType="1" noTextEdit="1"/>
              </p:cNvSpPr>
              <p:nvPr>
                <p:ph idx="1"/>
              </p:nvPr>
            </p:nvSpPr>
            <p:spPr>
              <a:xfrm>
                <a:off x="472716" y="1117920"/>
                <a:ext cx="8050088" cy="1656184"/>
              </a:xfrm>
              <a:blipFill>
                <a:blip r:embed="rId3"/>
                <a:stretch>
                  <a:fillRect l="-1890" t="-3788" r="-1732"/>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7037A856-A46B-6DDA-4696-7C3A44B352D0}"/>
              </a:ext>
            </a:extLst>
          </p:cNvPr>
          <p:cNvSpPr>
            <a:spLocks noGrp="1"/>
          </p:cNvSpPr>
          <p:nvPr>
            <p:ph type="sldNum" sz="quarter" idx="10"/>
          </p:nvPr>
        </p:nvSpPr>
        <p:spPr/>
        <p:txBody>
          <a:bodyPr/>
          <a:lstStyle/>
          <a:p>
            <a:pPr>
              <a:defRPr/>
            </a:pPr>
            <a:fld id="{FE5AEF74-5102-4921-8DBA-649C609AF6D1}" type="slidenum">
              <a:rPr lang="it-IT" smtClean="0"/>
              <a:pPr>
                <a:defRPr/>
              </a:pPr>
              <a:t>29</a:t>
            </a:fld>
            <a:endParaRPr lang="it-IT"/>
          </a:p>
        </p:txBody>
      </p:sp>
      <p:pic>
        <p:nvPicPr>
          <p:cNvPr id="4" name="Picture 3">
            <a:extLst>
              <a:ext uri="{FF2B5EF4-FFF2-40B4-BE49-F238E27FC236}">
                <a16:creationId xmlns:a16="http://schemas.microsoft.com/office/drawing/2014/main" id="{18D5F815-C355-E513-87D1-8B485BEFB2C1}"/>
              </a:ext>
            </a:extLst>
          </p:cNvPr>
          <p:cNvPicPr>
            <a:picLocks noChangeAspect="1"/>
          </p:cNvPicPr>
          <p:nvPr/>
        </p:nvPicPr>
        <p:blipFill>
          <a:blip r:embed="rId4"/>
          <a:stretch>
            <a:fillRect/>
          </a:stretch>
        </p:blipFill>
        <p:spPr>
          <a:xfrm>
            <a:off x="611560" y="2901108"/>
            <a:ext cx="7772400" cy="2639961"/>
          </a:xfrm>
          <a:prstGeom prst="rect">
            <a:avLst/>
          </a:prstGeom>
        </p:spPr>
      </p:pic>
    </p:spTree>
    <p:extLst>
      <p:ext uri="{BB962C8B-B14F-4D97-AF65-F5344CB8AC3E}">
        <p14:creationId xmlns:p14="http://schemas.microsoft.com/office/powerpoint/2010/main" val="36883262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F5E34-C521-8519-1FB2-C9FE7D086E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5B37D2-A570-3D56-1520-8C2A49480F97}"/>
              </a:ext>
            </a:extLst>
          </p:cNvPr>
          <p:cNvSpPr>
            <a:spLocks noGrp="1"/>
          </p:cNvSpPr>
          <p:nvPr>
            <p:ph type="title"/>
          </p:nvPr>
        </p:nvSpPr>
        <p:spPr>
          <a:xfrm>
            <a:off x="719138" y="286544"/>
            <a:ext cx="8245350" cy="504807"/>
          </a:xfrm>
        </p:spPr>
        <p:txBody>
          <a:bodyPr/>
          <a:lstStyle/>
          <a:p>
            <a:r>
              <a:rPr lang="en-CA" sz="2800" i="1" dirty="0">
                <a:latin typeface="Cambria"/>
              </a:rPr>
              <a:t>H</a:t>
            </a:r>
            <a:r>
              <a:rPr lang="en-CA" sz="2600" i="1" dirty="0">
                <a:latin typeface="Cambria"/>
              </a:rPr>
              <a:t>ARDWARE </a:t>
            </a:r>
            <a:r>
              <a:rPr lang="en-CA" sz="2800" i="1" dirty="0">
                <a:latin typeface="Cambria"/>
              </a:rPr>
              <a:t>S</a:t>
            </a:r>
            <a:r>
              <a:rPr lang="en-CA" sz="2600" i="1" dirty="0">
                <a:latin typeface="Cambria"/>
              </a:rPr>
              <a:t>IDE </a:t>
            </a:r>
            <a:r>
              <a:rPr lang="en-CA" sz="2800" i="1" dirty="0">
                <a:latin typeface="Cambria"/>
              </a:rPr>
              <a:t>C</a:t>
            </a:r>
            <a:r>
              <a:rPr lang="en-CA" sz="2600" i="1" dirty="0">
                <a:latin typeface="Cambria"/>
              </a:rPr>
              <a:t>HANNEL (</a:t>
            </a:r>
            <a:r>
              <a:rPr lang="en-CA" sz="2800" i="1" dirty="0">
                <a:latin typeface="Cambria"/>
              </a:rPr>
              <a:t>P</a:t>
            </a:r>
            <a:r>
              <a:rPr lang="en-CA" sz="2600" i="1" dirty="0">
                <a:latin typeface="Cambria"/>
              </a:rPr>
              <a:t>OWER </a:t>
            </a:r>
            <a:r>
              <a:rPr lang="en-CA" sz="2800" i="1" dirty="0">
                <a:latin typeface="Cambria"/>
              </a:rPr>
              <a:t>A</a:t>
            </a:r>
            <a:r>
              <a:rPr lang="en-CA" sz="2600" i="1" dirty="0">
                <a:latin typeface="Cambria"/>
              </a:rPr>
              <a:t>NALYSIS)</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23CD0478-EA89-479C-137D-204FCFB574B6}"/>
                  </a:ext>
                </a:extLst>
              </p:cNvPr>
              <p:cNvSpPr>
                <a:spLocks noGrp="1"/>
              </p:cNvSpPr>
              <p:nvPr>
                <p:ph idx="1"/>
              </p:nvPr>
            </p:nvSpPr>
            <p:spPr>
              <a:xfrm>
                <a:off x="539552" y="893416"/>
                <a:ext cx="8064896" cy="5534696"/>
              </a:xfrm>
            </p:spPr>
            <p:txBody>
              <a:bodyPr/>
              <a:lstStyle/>
              <a:p>
                <a:r>
                  <a:rPr lang="en-US" sz="1600" dirty="0">
                    <a:solidFill>
                      <a:srgbClr val="003366"/>
                    </a:solidFill>
                    <a:latin typeface="Aptos Display" panose="020B0004020202020204" pitchFamily="34" charset="0"/>
                  </a:rPr>
                  <a:t>Let a processor's multiplier circuit draw power:</a:t>
                </a:r>
              </a:p>
              <a:p>
                <a:endParaRPr lang="en-US" sz="1600" dirty="0">
                  <a:solidFill>
                    <a:srgbClr val="003366"/>
                  </a:solidFill>
                  <a:latin typeface="Aptos Display" panose="020B0004020202020204" pitchFamily="34" charset="0"/>
                </a:endParaRPr>
              </a:p>
              <a:p>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𝑃</m:t>
                        </m:r>
                      </m:e>
                      <m:sub>
                        <m:r>
                          <m:rPr>
                            <m:nor/>
                          </m:rPr>
                          <a:rPr lang="en-US" sz="1600" i="0" dirty="0" smtClean="0">
                            <a:solidFill>
                              <a:srgbClr val="003366"/>
                            </a:solidFill>
                            <a:latin typeface="Aptos Display" panose="020B0004020202020204" pitchFamily="34" charset="0"/>
                          </a:rPr>
                          <m:t>mult</m:t>
                        </m:r>
                      </m:sub>
                    </m:sSub>
                    <m:r>
                      <a:rPr lang="en-US" sz="1600" i="0" dirty="0" smtClean="0">
                        <a:solidFill>
                          <a:srgbClr val="003366"/>
                        </a:solidFill>
                        <a:latin typeface="Cambria Math" panose="02040503050406030204" pitchFamily="18" charset="0"/>
                      </a:rPr>
                      <m:t>=50</m:t>
                    </m:r>
                  </m:oMath>
                </a14:m>
                <a:r>
                  <a:rPr lang="en-US" sz="1600" dirty="0">
                    <a:solidFill>
                      <a:srgbClr val="003366"/>
                    </a:solidFill>
                    <a:latin typeface="Aptos Display" panose="020B0004020202020204" pitchFamily="34" charset="0"/>
                  </a:rPr>
                  <a:t>~</a:t>
                </a:r>
                <a:r>
                  <a:rPr lang="en-US" sz="1600" dirty="0" err="1">
                    <a:solidFill>
                      <a:srgbClr val="003366"/>
                    </a:solidFill>
                    <a:latin typeface="Aptos Display" panose="020B0004020202020204" pitchFamily="34" charset="0"/>
                  </a:rPr>
                  <a:t>mW</a:t>
                </a:r>
                <a:r>
                  <a:rPr lang="en-US" sz="1600" dirty="0">
                    <a:solidFill>
                      <a:srgbClr val="003366"/>
                    </a:solidFill>
                    <a:latin typeface="Aptos Display" panose="020B0004020202020204" pitchFamily="34" charset="0"/>
                  </a:rPr>
                  <a:t> (milliwatts) when multiplying non-zero numbers.</a:t>
                </a:r>
              </a:p>
              <a:p>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𝑃</m:t>
                        </m:r>
                      </m:e>
                      <m:sub>
                        <m:r>
                          <m:rPr>
                            <m:nor/>
                          </m:rPr>
                          <a:rPr lang="en-US" sz="1600" i="0" dirty="0" smtClean="0">
                            <a:solidFill>
                              <a:srgbClr val="003366"/>
                            </a:solidFill>
                            <a:latin typeface="Aptos Display" panose="020B0004020202020204" pitchFamily="34" charset="0"/>
                          </a:rPr>
                          <m:t>add</m:t>
                        </m:r>
                      </m:sub>
                    </m:sSub>
                    <m:r>
                      <a:rPr lang="en-US" sz="1600" i="0" dirty="0" smtClean="0">
                        <a:solidFill>
                          <a:srgbClr val="003366"/>
                        </a:solidFill>
                        <a:latin typeface="Cambria Math" panose="02040503050406030204" pitchFamily="18" charset="0"/>
                      </a:rPr>
                      <m:t>=10</m:t>
                    </m:r>
                  </m:oMath>
                </a14:m>
                <a:r>
                  <a:rPr lang="en-US" sz="1600" dirty="0">
                    <a:solidFill>
                      <a:srgbClr val="003366"/>
                    </a:solidFill>
                    <a:latin typeface="Aptos Display" panose="020B0004020202020204" pitchFamily="34" charset="0"/>
                  </a:rPr>
                  <a:t>~</a:t>
                </a:r>
                <a:r>
                  <a:rPr lang="en-US" sz="1600" dirty="0" err="1">
                    <a:solidFill>
                      <a:srgbClr val="003366"/>
                    </a:solidFill>
                    <a:latin typeface="Aptos Display" panose="020B0004020202020204" pitchFamily="34" charset="0"/>
                  </a:rPr>
                  <a:t>mW</a:t>
                </a:r>
                <a:r>
                  <a:rPr lang="en-US" sz="1600" dirty="0">
                    <a:solidFill>
                      <a:srgbClr val="003366"/>
                    </a:solidFill>
                    <a:latin typeface="Aptos Display" panose="020B0004020202020204" pitchFamily="34" charset="0"/>
                  </a:rPr>
                  <a:t> when performing addition.</a:t>
                </a:r>
              </a:p>
              <a:p>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𝑃</m:t>
                        </m:r>
                      </m:e>
                      <m:sub>
                        <m:r>
                          <m:rPr>
                            <m:nor/>
                          </m:rPr>
                          <a:rPr lang="en-US" sz="1600" i="0" dirty="0" smtClean="0">
                            <a:solidFill>
                              <a:srgbClr val="003366"/>
                            </a:solidFill>
                            <a:latin typeface="Aptos Display" panose="020B0004020202020204" pitchFamily="34" charset="0"/>
                          </a:rPr>
                          <m:t>idle</m:t>
                        </m:r>
                      </m:sub>
                    </m:sSub>
                    <m:r>
                      <a:rPr lang="en-US" sz="1600" i="0" dirty="0" smtClean="0">
                        <a:solidFill>
                          <a:srgbClr val="003366"/>
                        </a:solidFill>
                        <a:latin typeface="Cambria Math" panose="02040503050406030204" pitchFamily="18" charset="0"/>
                      </a:rPr>
                      <m:t>=2</m:t>
                    </m:r>
                  </m:oMath>
                </a14:m>
                <a:r>
                  <a:rPr lang="en-US" sz="1600" dirty="0">
                    <a:solidFill>
                      <a:srgbClr val="003366"/>
                    </a:solidFill>
                    <a:latin typeface="Aptos Display" panose="020B0004020202020204" pitchFamily="34" charset="0"/>
                  </a:rPr>
                  <a:t>~</a:t>
                </a:r>
                <a:r>
                  <a:rPr lang="en-US" sz="1600" dirty="0" err="1">
                    <a:solidFill>
                      <a:srgbClr val="003366"/>
                    </a:solidFill>
                    <a:latin typeface="Aptos Display" panose="020B0004020202020204" pitchFamily="34" charset="0"/>
                  </a:rPr>
                  <a:t>mW</a:t>
                </a:r>
                <a:r>
                  <a:rPr lang="en-US" sz="1600" dirty="0">
                    <a:solidFill>
                      <a:srgbClr val="003366"/>
                    </a:solidFill>
                    <a:latin typeface="Aptos Display" panose="020B0004020202020204" pitchFamily="34" charset="0"/>
                  </a:rPr>
                  <a:t> when idle.</a:t>
                </a:r>
              </a:p>
              <a:p>
                <a:r>
                  <a:rPr lang="en-US" sz="1600" dirty="0">
                    <a:solidFill>
                      <a:srgbClr val="003366"/>
                    </a:solidFill>
                    <a:latin typeface="Aptos Display" panose="020B0004020202020204" pitchFamily="34" charset="0"/>
                  </a:rPr>
                  <a:t>A target neuron computes </a:t>
                </a:r>
                <a14:m>
                  <m:oMath xmlns:m="http://schemas.openxmlformats.org/officeDocument/2006/math">
                    <m:r>
                      <a:rPr lang="en-US" sz="1600" i="1" dirty="0" smtClean="0">
                        <a:solidFill>
                          <a:srgbClr val="003366"/>
                        </a:solidFill>
                        <a:latin typeface="Cambria Math" panose="02040503050406030204" pitchFamily="18" charset="0"/>
                      </a:rPr>
                      <m:t>𝑦</m:t>
                    </m:r>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𝑤</m:t>
                        </m:r>
                      </m:e>
                      <m:sub>
                        <m:r>
                          <a:rPr lang="en-US" sz="1600" i="0" dirty="0">
                            <a:solidFill>
                              <a:srgbClr val="003366"/>
                            </a:solidFill>
                            <a:latin typeface="Cambria Math" panose="02040503050406030204" pitchFamily="18" charset="0"/>
                          </a:rPr>
                          <m:t>1</m:t>
                        </m:r>
                      </m:sub>
                    </m:sSub>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0" dirty="0">
                            <a:solidFill>
                              <a:srgbClr val="003366"/>
                            </a:solidFill>
                            <a:latin typeface="Cambria Math" panose="02040503050406030204" pitchFamily="18" charset="0"/>
                          </a:rPr>
                          <m:t>1</m:t>
                        </m:r>
                      </m:sub>
                    </m:sSub>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𝑤</m:t>
                        </m:r>
                      </m:e>
                      <m:sub>
                        <m:r>
                          <a:rPr lang="en-US" sz="1600" i="0" dirty="0">
                            <a:solidFill>
                              <a:srgbClr val="003366"/>
                            </a:solidFill>
                            <a:latin typeface="Cambria Math" panose="02040503050406030204" pitchFamily="18" charset="0"/>
                          </a:rPr>
                          <m:t>2</m:t>
                        </m:r>
                      </m:sub>
                    </m:sSub>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0" dirty="0">
                            <a:solidFill>
                              <a:srgbClr val="003366"/>
                            </a:solidFill>
                            <a:latin typeface="Cambria Math" panose="02040503050406030204" pitchFamily="18" charset="0"/>
                          </a:rPr>
                          <m:t>2</m:t>
                        </m:r>
                      </m:sub>
                    </m:sSub>
                  </m:oMath>
                </a14:m>
                <a:r>
                  <a:rPr lang="en-US" sz="1600" dirty="0">
                    <a:solidFill>
                      <a:srgbClr val="003366"/>
                    </a:solidFill>
                    <a:latin typeface="Aptos Display" panose="020B0004020202020204" pitchFamily="34" charset="0"/>
                  </a:rPr>
                  <a:t>.</a:t>
                </a:r>
              </a:p>
              <a:p>
                <a:endParaRPr lang="en-US" sz="1600" dirty="0">
                  <a:solidFill>
                    <a:srgbClr val="003366"/>
                  </a:solidFill>
                  <a:latin typeface="Aptos Display" panose="020B0004020202020204" pitchFamily="34" charset="0"/>
                </a:endParaRPr>
              </a:p>
              <a:p>
                <a:r>
                  <a:rPr lang="en-US" sz="1600" u="sng" dirty="0">
                    <a:solidFill>
                      <a:srgbClr val="003366"/>
                    </a:solidFill>
                    <a:latin typeface="Aptos Display" panose="020B0004020202020204" pitchFamily="34" charset="0"/>
                  </a:rPr>
                  <a:t>Step 1: Power Trace Capture:</a:t>
                </a:r>
                <a:r>
                  <a:rPr lang="en-US" sz="1600" dirty="0">
                    <a:solidFill>
                      <a:srgbClr val="003366"/>
                    </a:solidFill>
                    <a:latin typeface="Aptos Display" panose="020B0004020202020204" pitchFamily="34" charset="0"/>
                  </a:rPr>
                  <a:t> </a:t>
                </a:r>
              </a:p>
              <a:p>
                <a:pPr>
                  <a:buFont typeface="Arial" panose="020B0604020202020204" pitchFamily="34" charset="0"/>
                  <a:buChar char="•"/>
                </a:pPr>
                <a14:m>
                  <m:oMath xmlns:m="http://schemas.openxmlformats.org/officeDocument/2006/math">
                    <m:r>
                      <m:rPr>
                        <m:nor/>
                      </m:rPr>
                      <a:rPr lang="en-US" sz="1600" i="0" dirty="0" smtClean="0">
                        <a:solidFill>
                          <a:srgbClr val="003366"/>
                        </a:solidFill>
                        <a:latin typeface="Aptos Display" panose="020B0004020202020204" pitchFamily="34" charset="0"/>
                      </a:rPr>
                      <m:t>Trace</m:t>
                    </m:r>
                    <m:r>
                      <a:rPr lang="en-US" sz="1600" i="0" dirty="0" smtClean="0">
                        <a:solidFill>
                          <a:srgbClr val="003366"/>
                        </a:solidFill>
                        <a:latin typeface="Cambria Math" panose="02040503050406030204" pitchFamily="18" charset="0"/>
                      </a:rPr>
                      <m:t>=</m:t>
                    </m:r>
                    <m:d>
                      <m:dPr>
                        <m:begChr m:val="["/>
                        <m:endChr m:val="]"/>
                        <m:ctrlPr>
                          <a:rPr lang="en-US" sz="1600" i="1" dirty="0" smtClean="0">
                            <a:solidFill>
                              <a:srgbClr val="003366"/>
                            </a:solidFill>
                            <a:latin typeface="Cambria Math" panose="02040503050406030204" pitchFamily="18" charset="0"/>
                          </a:rPr>
                        </m:ctrlPr>
                      </m:dPr>
                      <m:e>
                        <m:r>
                          <a:rPr lang="en-US" sz="1600" i="0" dirty="0" smtClean="0">
                            <a:solidFill>
                              <a:srgbClr val="003366"/>
                            </a:solidFill>
                            <a:latin typeface="Cambria Math" panose="02040503050406030204" pitchFamily="18" charset="0"/>
                          </a:rPr>
                          <m:t>51</m:t>
                        </m:r>
                        <m:r>
                          <m:rPr>
                            <m:nor/>
                          </m:rPr>
                          <a:rPr lang="en-US" sz="1600" i="0" dirty="0" smtClean="0">
                            <a:solidFill>
                              <a:srgbClr val="003366"/>
                            </a:solidFill>
                            <a:latin typeface="Aptos Display" panose="020B0004020202020204" pitchFamily="34" charset="0"/>
                          </a:rPr>
                          <m:t> </m:t>
                        </m:r>
                        <m:r>
                          <m:rPr>
                            <m:nor/>
                          </m:rPr>
                          <a:rPr lang="en-US" sz="1600" i="0" dirty="0" smtClean="0">
                            <a:solidFill>
                              <a:srgbClr val="003366"/>
                            </a:solidFill>
                            <a:latin typeface="Aptos Display" panose="020B0004020202020204" pitchFamily="34" charset="0"/>
                          </a:rPr>
                          <m:t>mW</m:t>
                        </m:r>
                        <m:r>
                          <a:rPr lang="en-US" sz="1600" i="0" dirty="0" smtClean="0">
                            <a:solidFill>
                              <a:srgbClr val="003366"/>
                            </a:solidFill>
                            <a:latin typeface="Cambria Math" panose="02040503050406030204" pitchFamily="18" charset="0"/>
                          </a:rPr>
                          <m:t>, 50</m:t>
                        </m:r>
                        <m:r>
                          <m:rPr>
                            <m:nor/>
                          </m:rPr>
                          <a:rPr lang="en-US" sz="1600" i="0" dirty="0" smtClean="0">
                            <a:solidFill>
                              <a:srgbClr val="003366"/>
                            </a:solidFill>
                            <a:latin typeface="Aptos Display" panose="020B0004020202020204" pitchFamily="34" charset="0"/>
                          </a:rPr>
                          <m:t> </m:t>
                        </m:r>
                        <m:r>
                          <m:rPr>
                            <m:nor/>
                          </m:rPr>
                          <a:rPr lang="en-US" sz="1600" i="0" dirty="0" smtClean="0">
                            <a:solidFill>
                              <a:srgbClr val="003366"/>
                            </a:solidFill>
                            <a:latin typeface="Aptos Display" panose="020B0004020202020204" pitchFamily="34" charset="0"/>
                          </a:rPr>
                          <m:t>mW</m:t>
                        </m:r>
                        <m:r>
                          <a:rPr lang="en-US" sz="1600" i="0" dirty="0" smtClean="0">
                            <a:solidFill>
                              <a:srgbClr val="003366"/>
                            </a:solidFill>
                            <a:latin typeface="Cambria Math" panose="02040503050406030204" pitchFamily="18" charset="0"/>
                          </a:rPr>
                          <m:t>, 11</m:t>
                        </m:r>
                        <m:r>
                          <m:rPr>
                            <m:nor/>
                          </m:rPr>
                          <a:rPr lang="en-US" sz="1600" i="0" dirty="0" smtClean="0">
                            <a:solidFill>
                              <a:srgbClr val="003366"/>
                            </a:solidFill>
                            <a:latin typeface="Aptos Display" panose="020B0004020202020204" pitchFamily="34" charset="0"/>
                          </a:rPr>
                          <m:t> </m:t>
                        </m:r>
                        <m:r>
                          <m:rPr>
                            <m:nor/>
                          </m:rPr>
                          <a:rPr lang="en-US" sz="1600" i="0" dirty="0" smtClean="0">
                            <a:solidFill>
                              <a:srgbClr val="003366"/>
                            </a:solidFill>
                            <a:latin typeface="Aptos Display" panose="020B0004020202020204" pitchFamily="34" charset="0"/>
                          </a:rPr>
                          <m:t>mW</m:t>
                        </m:r>
                      </m:e>
                    </m:d>
                  </m:oMath>
                </a14:m>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    </a:t>
                </a:r>
              </a:p>
              <a:p>
                <a:r>
                  <a:rPr lang="en-US" sz="1600" u="sng" dirty="0">
                    <a:solidFill>
                      <a:srgbClr val="003366"/>
                    </a:solidFill>
                    <a:latin typeface="Aptos Display" panose="020B0004020202020204" pitchFamily="34" charset="0"/>
                  </a:rPr>
                  <a:t>Step 2: Decode Operations:</a:t>
                </a:r>
              </a:p>
              <a:p>
                <a:pPr>
                  <a:buFont typeface="Arial" panose="020B0604020202020204" pitchFamily="34" charset="0"/>
                  <a:buChar char="•"/>
                </a:pPr>
                <a:endParaRPr lang="en-US" sz="1600" dirty="0">
                  <a:solidFill>
                    <a:srgbClr val="003366"/>
                  </a:solidFill>
                  <a:latin typeface="Aptos Display" panose="020B0004020202020204" pitchFamily="34" charset="0"/>
                </a:endParaRPr>
              </a:p>
              <a:p>
                <a:pPr>
                  <a:buFont typeface="Arial" panose="020B0604020202020204" pitchFamily="34" charset="0"/>
                  <a:buChar char="•"/>
                </a:pPr>
                <a:r>
                  <a:rPr lang="en-US" sz="1600" dirty="0">
                    <a:solidFill>
                      <a:srgbClr val="003366"/>
                    </a:solidFill>
                    <a:latin typeface="Aptos Display" panose="020B0004020202020204" pitchFamily="34" charset="0"/>
                  </a:rPr>
                  <a:t>Spike 1 (</a:t>
                </a:r>
                <a14:m>
                  <m:oMath xmlns:m="http://schemas.openxmlformats.org/officeDocument/2006/math">
                    <m:r>
                      <a:rPr lang="en-US" sz="1600" dirty="0" smtClean="0">
                        <a:solidFill>
                          <a:srgbClr val="003366"/>
                        </a:solidFill>
                        <a:latin typeface="Cambria Math" panose="02040503050406030204" pitchFamily="18" charset="0"/>
                      </a:rPr>
                      <m:t>51</m:t>
                    </m:r>
                  </m:oMath>
                </a14:m>
                <a:r>
                  <a:rPr lang="en-US" sz="1600" dirty="0">
                    <a:solidFill>
                      <a:srgbClr val="003366"/>
                    </a:solidFill>
                    <a:latin typeface="Aptos Display" panose="020B0004020202020204" pitchFamily="34" charset="0"/>
                  </a:rPr>
                  <a:t>~</a:t>
                </a:r>
                <a:r>
                  <a:rPr lang="en-US" sz="1600" dirty="0" err="1">
                    <a:solidFill>
                      <a:srgbClr val="003366"/>
                    </a:solidFill>
                    <a:latin typeface="Aptos Display" panose="020B0004020202020204" pitchFamily="34" charset="0"/>
                  </a:rPr>
                  <a:t>mW</a:t>
                </a:r>
                <a:r>
                  <a:rPr lang="en-US" sz="1600" dirty="0">
                    <a:solidFill>
                      <a:srgbClr val="003366"/>
                    </a:solidFill>
                    <a:latin typeface="Aptos Display" panose="020B0004020202020204" pitchFamily="34" charset="0"/>
                  </a:rPr>
                  <a:t>) </a:t>
                </a:r>
                <a14:m>
                  <m:oMath xmlns:m="http://schemas.openxmlformats.org/officeDocument/2006/math">
                    <m:r>
                      <a:rPr lang="en-US" sz="1600" dirty="0" smtClean="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𝑃</m:t>
                        </m:r>
                      </m:e>
                      <m:sub>
                        <m:r>
                          <m:rPr>
                            <m:nor/>
                          </m:rPr>
                          <a:rPr lang="en-US" sz="1600" i="0" dirty="0">
                            <a:solidFill>
                              <a:srgbClr val="003366"/>
                            </a:solidFill>
                            <a:latin typeface="Aptos Display" panose="020B0004020202020204" pitchFamily="34" charset="0"/>
                          </a:rPr>
                          <m:t>mult</m:t>
                        </m:r>
                      </m:sub>
                    </m:sSub>
                    <m:r>
                      <a:rPr lang="en-US" sz="1600" i="0" dirty="0">
                        <a:solidFill>
                          <a:srgbClr val="003366"/>
                        </a:solidFill>
                        <a:latin typeface="Cambria Math" panose="02040503050406030204" pitchFamily="18" charset="0"/>
                      </a:rPr>
                      <m:t>⟹</m:t>
                    </m:r>
                  </m:oMath>
                </a14:m>
                <a:r>
                  <a:rPr lang="en-US" sz="1600" dirty="0">
                    <a:solidFill>
                      <a:srgbClr val="003366"/>
                    </a:solidFill>
                    <a:latin typeface="Aptos Display" panose="020B0004020202020204" pitchFamily="34" charset="0"/>
                  </a:rPr>
                  <a:t> Multiplication 1 occurred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𝑤</m:t>
                        </m:r>
                      </m:e>
                      <m:sub>
                        <m:r>
                          <a:rPr lang="en-US" sz="1600" i="0" dirty="0" smtClean="0">
                            <a:solidFill>
                              <a:srgbClr val="003366"/>
                            </a:solidFill>
                            <a:latin typeface="Cambria Math" panose="02040503050406030204" pitchFamily="18" charset="0"/>
                          </a:rPr>
                          <m:t>1</m:t>
                        </m:r>
                      </m:sub>
                    </m:sSub>
                    <m:r>
                      <a:rPr lang="en-US" sz="1600" i="0" dirty="0" smtClean="0">
                        <a:solidFill>
                          <a:srgbClr val="003366"/>
                        </a:solidFill>
                        <a:latin typeface="Cambria Math" panose="02040503050406030204" pitchFamily="18" charset="0"/>
                      </a:rPr>
                      <m:t>⋅</m:t>
                    </m:r>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𝑥</m:t>
                        </m:r>
                      </m:e>
                      <m:sub>
                        <m:r>
                          <a:rPr lang="en-US" sz="1600" i="0" dirty="0" smtClean="0">
                            <a:solidFill>
                              <a:srgbClr val="003366"/>
                            </a:solidFill>
                            <a:latin typeface="Cambria Math" panose="02040503050406030204" pitchFamily="18" charset="0"/>
                          </a:rPr>
                          <m:t>1</m:t>
                        </m:r>
                      </m:sub>
                    </m:sSub>
                  </m:oMath>
                </a14:m>
                <a:r>
                  <a:rPr lang="en-US" sz="1600" dirty="0">
                    <a:solidFill>
                      <a:srgbClr val="003366"/>
                    </a:solidFill>
                    <a:latin typeface="Aptos Display" panose="020B0004020202020204" pitchFamily="34" charset="0"/>
                  </a:rPr>
                  <a:t>).</a:t>
                </a:r>
              </a:p>
              <a:p>
                <a:pPr>
                  <a:buFont typeface="Arial" panose="020B0604020202020204" pitchFamily="34" charset="0"/>
                  <a:buChar char="•"/>
                </a:pPr>
                <a:r>
                  <a:rPr lang="en-US" sz="1600" dirty="0">
                    <a:solidFill>
                      <a:srgbClr val="003366"/>
                    </a:solidFill>
                    <a:latin typeface="Aptos Display" panose="020B0004020202020204" pitchFamily="34" charset="0"/>
                  </a:rPr>
                  <a:t>Spike 2 (</a:t>
                </a:r>
                <a14:m>
                  <m:oMath xmlns:m="http://schemas.openxmlformats.org/officeDocument/2006/math">
                    <m:r>
                      <a:rPr lang="en-US" sz="1600" dirty="0" smtClean="0">
                        <a:solidFill>
                          <a:srgbClr val="003366"/>
                        </a:solidFill>
                        <a:latin typeface="Cambria Math" panose="02040503050406030204" pitchFamily="18" charset="0"/>
                      </a:rPr>
                      <m:t>50</m:t>
                    </m:r>
                  </m:oMath>
                </a14:m>
                <a:r>
                  <a:rPr lang="en-US" sz="1600" dirty="0">
                    <a:solidFill>
                      <a:srgbClr val="003366"/>
                    </a:solidFill>
                    <a:latin typeface="Aptos Display" panose="020B0004020202020204" pitchFamily="34" charset="0"/>
                  </a:rPr>
                  <a:t>~</a:t>
                </a:r>
                <a:r>
                  <a:rPr lang="en-US" sz="1600" dirty="0" err="1">
                    <a:solidFill>
                      <a:srgbClr val="003366"/>
                    </a:solidFill>
                    <a:latin typeface="Aptos Display" panose="020B0004020202020204" pitchFamily="34" charset="0"/>
                  </a:rPr>
                  <a:t>mW</a:t>
                </a:r>
                <a:r>
                  <a:rPr lang="en-US" sz="1600" dirty="0">
                    <a:solidFill>
                      <a:srgbClr val="003366"/>
                    </a:solidFill>
                    <a:latin typeface="Aptos Display" panose="020B0004020202020204" pitchFamily="34" charset="0"/>
                  </a:rPr>
                  <a:t>) </a:t>
                </a:r>
                <a14:m>
                  <m:oMath xmlns:m="http://schemas.openxmlformats.org/officeDocument/2006/math">
                    <m:r>
                      <a:rPr lang="en-US" sz="1600" dirty="0" smtClean="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𝑃</m:t>
                        </m:r>
                      </m:e>
                      <m:sub>
                        <m:r>
                          <m:rPr>
                            <m:nor/>
                          </m:rPr>
                          <a:rPr lang="en-US" sz="1600" i="0" dirty="0">
                            <a:solidFill>
                              <a:srgbClr val="003366"/>
                            </a:solidFill>
                            <a:latin typeface="Aptos Display" panose="020B0004020202020204" pitchFamily="34" charset="0"/>
                          </a:rPr>
                          <m:t>mult</m:t>
                        </m:r>
                      </m:sub>
                    </m:sSub>
                    <m:r>
                      <a:rPr lang="en-US" sz="1600" i="0" dirty="0">
                        <a:solidFill>
                          <a:srgbClr val="003366"/>
                        </a:solidFill>
                        <a:latin typeface="Cambria Math" panose="02040503050406030204" pitchFamily="18" charset="0"/>
                      </a:rPr>
                      <m:t>⟹</m:t>
                    </m:r>
                  </m:oMath>
                </a14:m>
                <a:r>
                  <a:rPr lang="en-US" sz="1600" dirty="0">
                    <a:solidFill>
                      <a:srgbClr val="003366"/>
                    </a:solidFill>
                    <a:latin typeface="Aptos Display" panose="020B0004020202020204" pitchFamily="34" charset="0"/>
                  </a:rPr>
                  <a:t> Multiplication 2 occurred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𝑤</m:t>
                        </m:r>
                      </m:e>
                      <m:sub>
                        <m:r>
                          <a:rPr lang="en-US" sz="1600" i="0" dirty="0" smtClean="0">
                            <a:solidFill>
                              <a:srgbClr val="003366"/>
                            </a:solidFill>
                            <a:latin typeface="Cambria Math" panose="02040503050406030204" pitchFamily="18" charset="0"/>
                          </a:rPr>
                          <m:t>2</m:t>
                        </m:r>
                      </m:sub>
                    </m:sSub>
                    <m:r>
                      <a:rPr lang="en-US" sz="1600" i="0" dirty="0" smtClean="0">
                        <a:solidFill>
                          <a:srgbClr val="003366"/>
                        </a:solidFill>
                        <a:latin typeface="Cambria Math" panose="02040503050406030204" pitchFamily="18" charset="0"/>
                      </a:rPr>
                      <m:t>⋅</m:t>
                    </m:r>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𝑥</m:t>
                        </m:r>
                      </m:e>
                      <m:sub>
                        <m:r>
                          <a:rPr lang="en-US" sz="1600" i="0" dirty="0" smtClean="0">
                            <a:solidFill>
                              <a:srgbClr val="003366"/>
                            </a:solidFill>
                            <a:latin typeface="Cambria Math" panose="02040503050406030204" pitchFamily="18" charset="0"/>
                          </a:rPr>
                          <m:t>2</m:t>
                        </m:r>
                      </m:sub>
                    </m:sSub>
                  </m:oMath>
                </a14:m>
                <a:r>
                  <a:rPr lang="en-US" sz="1600" dirty="0">
                    <a:solidFill>
                      <a:srgbClr val="003366"/>
                    </a:solidFill>
                    <a:latin typeface="Aptos Display" panose="020B0004020202020204" pitchFamily="34" charset="0"/>
                  </a:rPr>
                  <a:t>).</a:t>
                </a:r>
              </a:p>
              <a:p>
                <a:pPr>
                  <a:buFont typeface="Arial" panose="020B0604020202020204" pitchFamily="34" charset="0"/>
                  <a:buChar char="•"/>
                </a:pPr>
                <a:r>
                  <a:rPr lang="en-US" sz="1600" dirty="0">
                    <a:solidFill>
                      <a:srgbClr val="003366"/>
                    </a:solidFill>
                    <a:latin typeface="Aptos Display" panose="020B0004020202020204" pitchFamily="34" charset="0"/>
                  </a:rPr>
                  <a:t>Spike 3 (</a:t>
                </a:r>
                <a14:m>
                  <m:oMath xmlns:m="http://schemas.openxmlformats.org/officeDocument/2006/math">
                    <m:r>
                      <a:rPr lang="en-US" sz="1600" dirty="0" smtClean="0">
                        <a:solidFill>
                          <a:srgbClr val="003366"/>
                        </a:solidFill>
                        <a:latin typeface="Cambria Math" panose="02040503050406030204" pitchFamily="18" charset="0"/>
                      </a:rPr>
                      <m:t>11</m:t>
                    </m:r>
                  </m:oMath>
                </a14:m>
                <a:r>
                  <a:rPr lang="en-US" sz="1600" dirty="0">
                    <a:solidFill>
                      <a:srgbClr val="003366"/>
                    </a:solidFill>
                    <a:latin typeface="Aptos Display" panose="020B0004020202020204" pitchFamily="34" charset="0"/>
                  </a:rPr>
                  <a:t>~</a:t>
                </a:r>
                <a:r>
                  <a:rPr lang="en-US" sz="1600" dirty="0" err="1">
                    <a:solidFill>
                      <a:srgbClr val="003366"/>
                    </a:solidFill>
                    <a:latin typeface="Aptos Display" panose="020B0004020202020204" pitchFamily="34" charset="0"/>
                  </a:rPr>
                  <a:t>mW</a:t>
                </a:r>
                <a:r>
                  <a:rPr lang="en-US" sz="1600" dirty="0">
                    <a:solidFill>
                      <a:srgbClr val="003366"/>
                    </a:solidFill>
                    <a:latin typeface="Aptos Display" panose="020B0004020202020204" pitchFamily="34" charset="0"/>
                  </a:rPr>
                  <a:t>) </a:t>
                </a:r>
                <a14:m>
                  <m:oMath xmlns:m="http://schemas.openxmlformats.org/officeDocument/2006/math">
                    <m:r>
                      <a:rPr lang="en-US" sz="1600" dirty="0" smtClean="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𝑃</m:t>
                        </m:r>
                      </m:e>
                      <m:sub>
                        <m:r>
                          <m:rPr>
                            <m:nor/>
                          </m:rPr>
                          <a:rPr lang="en-US" sz="1600" i="0" dirty="0">
                            <a:solidFill>
                              <a:srgbClr val="003366"/>
                            </a:solidFill>
                            <a:latin typeface="Aptos Display" panose="020B0004020202020204" pitchFamily="34" charset="0"/>
                          </a:rPr>
                          <m:t>add</m:t>
                        </m:r>
                      </m:sub>
                    </m:sSub>
                    <m:r>
                      <a:rPr lang="en-US" sz="1600" i="0" dirty="0">
                        <a:solidFill>
                          <a:srgbClr val="003366"/>
                        </a:solidFill>
                        <a:latin typeface="Cambria Math" panose="02040503050406030204" pitchFamily="18" charset="0"/>
                      </a:rPr>
                      <m:t>⟹</m:t>
                    </m:r>
                  </m:oMath>
                </a14:m>
                <a:r>
                  <a:rPr lang="en-US" sz="1600" dirty="0">
                    <a:solidFill>
                      <a:srgbClr val="003366"/>
                    </a:solidFill>
                    <a:latin typeface="Aptos Display" panose="020B0004020202020204" pitchFamily="34" charset="0"/>
                  </a:rPr>
                  <a:t> Addition occurred.</a:t>
                </a:r>
              </a:p>
              <a:p>
                <a:endParaRPr lang="en-US" sz="1600" dirty="0">
                  <a:solidFill>
                    <a:srgbClr val="003366"/>
                  </a:solidFill>
                  <a:latin typeface="Aptos Display" panose="020B0004020202020204" pitchFamily="34" charset="0"/>
                </a:endParaRPr>
              </a:p>
              <a:p>
                <a:r>
                  <a:rPr lang="en-US" sz="1600" u="sng" dirty="0">
                    <a:solidFill>
                      <a:srgbClr val="003366"/>
                    </a:solidFill>
                    <a:latin typeface="Aptos Display" panose="020B0004020202020204" pitchFamily="34" charset="0"/>
                  </a:rPr>
                  <a:t> Step 3: Deduce Structure: </a:t>
                </a:r>
              </a:p>
              <a:p>
                <a:r>
                  <a:rPr lang="en-US" sz="1600" dirty="0">
                    <a:solidFill>
                      <a:srgbClr val="003366"/>
                    </a:solidFill>
                    <a:latin typeface="Aptos Display" panose="020B0004020202020204" pitchFamily="34" charset="0"/>
                  </a:rPr>
                  <a:t>The attacker concludes the operation was </a:t>
                </a:r>
                <a14:m>
                  <m:oMath xmlns:m="http://schemas.openxmlformats.org/officeDocument/2006/math">
                    <m:d>
                      <m:dPr>
                        <m:ctrlPr>
                          <a:rPr lang="en-US" sz="1600" i="1" dirty="0" smtClean="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𝑤</m:t>
                            </m:r>
                          </m:e>
                          <m:sub>
                            <m:r>
                              <a:rPr lang="en-US" sz="1600" i="0" dirty="0">
                                <a:solidFill>
                                  <a:srgbClr val="003366"/>
                                </a:solidFill>
                                <a:latin typeface="Cambria Math" panose="02040503050406030204" pitchFamily="18" charset="0"/>
                              </a:rPr>
                              <m:t>1</m:t>
                            </m:r>
                          </m:sub>
                        </m:sSub>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0" dirty="0">
                                <a:solidFill>
                                  <a:srgbClr val="003366"/>
                                </a:solidFill>
                                <a:latin typeface="Cambria Math" panose="02040503050406030204" pitchFamily="18" charset="0"/>
                              </a:rPr>
                              <m:t>1</m:t>
                            </m:r>
                          </m:sub>
                        </m:sSub>
                      </m:e>
                    </m:d>
                    <m:r>
                      <a:rPr lang="en-US" sz="1600" i="0" dirty="0">
                        <a:solidFill>
                          <a:srgbClr val="003366"/>
                        </a:solidFill>
                        <a:latin typeface="Cambria Math" panose="02040503050406030204" pitchFamily="18" charset="0"/>
                      </a:rPr>
                      <m:t>+</m:t>
                    </m:r>
                    <m:d>
                      <m:dPr>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𝑤</m:t>
                            </m:r>
                          </m:e>
                          <m:sub>
                            <m:r>
                              <a:rPr lang="en-US" sz="1600" i="0" dirty="0">
                                <a:solidFill>
                                  <a:srgbClr val="003366"/>
                                </a:solidFill>
                                <a:latin typeface="Cambria Math" panose="02040503050406030204" pitchFamily="18" charset="0"/>
                              </a:rPr>
                              <m:t>2</m:t>
                            </m:r>
                          </m:sub>
                        </m:sSub>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0" dirty="0">
                                <a:solidFill>
                                  <a:srgbClr val="003366"/>
                                </a:solidFill>
                                <a:latin typeface="Cambria Math" panose="02040503050406030204" pitchFamily="18" charset="0"/>
                              </a:rPr>
                              <m:t>2</m:t>
                            </m:r>
                          </m:sub>
                        </m:sSub>
                      </m:e>
                    </m:d>
                  </m:oMath>
                </a14:m>
                <a:r>
                  <a:rPr lang="en-US" sz="1600" dirty="0">
                    <a:solidFill>
                      <a:srgbClr val="003366"/>
                    </a:solidFill>
                    <a:latin typeface="Aptos Display" panose="020B0004020202020204" pitchFamily="34" charset="0"/>
                  </a:rPr>
                  <a:t>, indicating the neuron has exactly 2 input connections. </a:t>
                </a:r>
              </a:p>
            </p:txBody>
          </p:sp>
        </mc:Choice>
        <mc:Fallback xmlns="">
          <p:sp>
            <p:nvSpPr>
              <p:cNvPr id="5" name="Content Placeholder 4">
                <a:extLst>
                  <a:ext uri="{FF2B5EF4-FFF2-40B4-BE49-F238E27FC236}">
                    <a16:creationId xmlns:a16="http://schemas.microsoft.com/office/drawing/2014/main" id="{23CD0478-EA89-479C-137D-204FCFB574B6}"/>
                  </a:ext>
                </a:extLst>
              </p:cNvPr>
              <p:cNvSpPr>
                <a:spLocks noGrp="1" noRot="1" noChangeAspect="1" noMove="1" noResize="1" noEditPoints="1" noAdjustHandles="1" noChangeArrowheads="1" noChangeShapeType="1" noTextEdit="1"/>
              </p:cNvSpPr>
              <p:nvPr>
                <p:ph idx="1"/>
              </p:nvPr>
            </p:nvSpPr>
            <p:spPr>
              <a:xfrm>
                <a:off x="539552" y="893416"/>
                <a:ext cx="8064896" cy="5534696"/>
              </a:xfrm>
              <a:blipFill>
                <a:blip r:embed="rId3"/>
                <a:stretch>
                  <a:fillRect l="-1572" t="-1147" r="-943" b="-2294"/>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52823537-D831-4E7E-1DEF-525F315F820C}"/>
              </a:ext>
            </a:extLst>
          </p:cNvPr>
          <p:cNvSpPr>
            <a:spLocks noGrp="1"/>
          </p:cNvSpPr>
          <p:nvPr>
            <p:ph type="sldNum" sz="quarter" idx="10"/>
          </p:nvPr>
        </p:nvSpPr>
        <p:spPr/>
        <p:txBody>
          <a:bodyPr/>
          <a:lstStyle/>
          <a:p>
            <a:pPr>
              <a:defRPr/>
            </a:pPr>
            <a:fld id="{FE5AEF74-5102-4921-8DBA-649C609AF6D1}" type="slidenum">
              <a:rPr lang="it-IT" smtClean="0"/>
              <a:pPr>
                <a:defRPr/>
              </a:pPr>
              <a:t>30</a:t>
            </a:fld>
            <a:endParaRPr lang="it-IT"/>
          </a:p>
        </p:txBody>
      </p:sp>
      <p:sp>
        <p:nvSpPr>
          <p:cNvPr id="4" name="Round Diagonal Corner Rectangle 3">
            <a:extLst>
              <a:ext uri="{FF2B5EF4-FFF2-40B4-BE49-F238E27FC236}">
                <a16:creationId xmlns:a16="http://schemas.microsoft.com/office/drawing/2014/main" id="{986B4E2D-9583-3ADC-2389-4716051AADB1}"/>
              </a:ext>
            </a:extLst>
          </p:cNvPr>
          <p:cNvSpPr/>
          <p:nvPr/>
        </p:nvSpPr>
        <p:spPr>
          <a:xfrm>
            <a:off x="376763" y="1412776"/>
            <a:ext cx="8587725" cy="1296145"/>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 Diagonal Corner Rectangle 5">
            <a:extLst>
              <a:ext uri="{FF2B5EF4-FFF2-40B4-BE49-F238E27FC236}">
                <a16:creationId xmlns:a16="http://schemas.microsoft.com/office/drawing/2014/main" id="{29E709EB-E078-A762-3B0C-A1327F664531}"/>
              </a:ext>
            </a:extLst>
          </p:cNvPr>
          <p:cNvSpPr/>
          <p:nvPr/>
        </p:nvSpPr>
        <p:spPr>
          <a:xfrm>
            <a:off x="376763" y="2840324"/>
            <a:ext cx="8587725" cy="775915"/>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ound Diagonal Corner Rectangle 6">
            <a:extLst>
              <a:ext uri="{FF2B5EF4-FFF2-40B4-BE49-F238E27FC236}">
                <a16:creationId xmlns:a16="http://schemas.microsoft.com/office/drawing/2014/main" id="{E0294707-E567-7F95-04C3-A52D9E513A8A}"/>
              </a:ext>
            </a:extLst>
          </p:cNvPr>
          <p:cNvSpPr/>
          <p:nvPr/>
        </p:nvSpPr>
        <p:spPr>
          <a:xfrm>
            <a:off x="363819" y="3776428"/>
            <a:ext cx="8587725" cy="1584177"/>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Round Diagonal Corner Rectangle 7">
            <a:extLst>
              <a:ext uri="{FF2B5EF4-FFF2-40B4-BE49-F238E27FC236}">
                <a16:creationId xmlns:a16="http://schemas.microsoft.com/office/drawing/2014/main" id="{8818917F-940D-1F67-4C2D-B7EEABE8072A}"/>
              </a:ext>
            </a:extLst>
          </p:cNvPr>
          <p:cNvSpPr/>
          <p:nvPr/>
        </p:nvSpPr>
        <p:spPr>
          <a:xfrm>
            <a:off x="363818" y="5462670"/>
            <a:ext cx="8587725" cy="965441"/>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345509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4E6E2-BF44-36D5-E291-66BA22D9C0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E2E66-590D-1C98-0699-516A5D0AA5A7}"/>
              </a:ext>
            </a:extLst>
          </p:cNvPr>
          <p:cNvSpPr>
            <a:spLocks noGrp="1"/>
          </p:cNvSpPr>
          <p:nvPr>
            <p:ph type="title"/>
          </p:nvPr>
        </p:nvSpPr>
        <p:spPr>
          <a:xfrm>
            <a:off x="719138" y="214536"/>
            <a:ext cx="8245350" cy="622176"/>
          </a:xfrm>
        </p:spPr>
        <p:txBody>
          <a:bodyPr/>
          <a:lstStyle/>
          <a:p>
            <a:r>
              <a:rPr lang="en-CA" sz="2800" i="1" dirty="0">
                <a:latin typeface="Cambria"/>
              </a:rPr>
              <a:t>G</a:t>
            </a:r>
            <a:r>
              <a:rPr lang="en-CA" sz="2600" i="1" dirty="0">
                <a:latin typeface="Cambria"/>
              </a:rPr>
              <a:t>RADIENT-</a:t>
            </a:r>
            <a:r>
              <a:rPr lang="en-CA" sz="2800" i="1" dirty="0">
                <a:latin typeface="Cambria"/>
              </a:rPr>
              <a:t>B</a:t>
            </a:r>
            <a:r>
              <a:rPr lang="en-CA" sz="2600" i="1" dirty="0">
                <a:latin typeface="Cambria"/>
              </a:rPr>
              <a:t>ASED </a:t>
            </a:r>
            <a:r>
              <a:rPr lang="en-CA" sz="2800" i="1" dirty="0">
                <a:latin typeface="Cambria"/>
              </a:rPr>
              <a:t>A</a:t>
            </a:r>
            <a:r>
              <a:rPr lang="en-CA" sz="2600" i="1" dirty="0">
                <a:latin typeface="Cambria"/>
              </a:rPr>
              <a:t>TTACKS</a:t>
            </a:r>
            <a:endParaRPr lang="en-CA" sz="2600" b="1" i="1" dirty="0">
              <a:solidFill>
                <a:srgbClr val="003F6E"/>
              </a:solidFill>
              <a:latin typeface="Cambria"/>
            </a:endParaRPr>
          </a:p>
        </p:txBody>
      </p:sp>
      <p:pic>
        <p:nvPicPr>
          <p:cNvPr id="4" name="Picture 3">
            <a:extLst>
              <a:ext uri="{FF2B5EF4-FFF2-40B4-BE49-F238E27FC236}">
                <a16:creationId xmlns:a16="http://schemas.microsoft.com/office/drawing/2014/main" id="{3E5DF3AA-8753-94F7-DC6A-687824A94FCF}"/>
              </a:ext>
            </a:extLst>
          </p:cNvPr>
          <p:cNvPicPr>
            <a:picLocks noChangeAspect="1"/>
          </p:cNvPicPr>
          <p:nvPr/>
        </p:nvPicPr>
        <p:blipFill>
          <a:blip r:embed="rId3"/>
          <a:stretch>
            <a:fillRect/>
          </a:stretch>
        </p:blipFill>
        <p:spPr>
          <a:xfrm>
            <a:off x="33184" y="1052736"/>
            <a:ext cx="9077632" cy="5252465"/>
          </a:xfrm>
          <a:prstGeom prst="rect">
            <a:avLst/>
          </a:prstGeom>
        </p:spPr>
      </p:pic>
      <p:sp>
        <p:nvSpPr>
          <p:cNvPr id="6" name="Content Placeholder 4">
            <a:extLst>
              <a:ext uri="{FF2B5EF4-FFF2-40B4-BE49-F238E27FC236}">
                <a16:creationId xmlns:a16="http://schemas.microsoft.com/office/drawing/2014/main" id="{65EBF809-D85A-E3D1-7DBD-0CA1CC915369}"/>
              </a:ext>
            </a:extLst>
          </p:cNvPr>
          <p:cNvSpPr>
            <a:spLocks noGrp="1"/>
          </p:cNvSpPr>
          <p:nvPr>
            <p:ph idx="1"/>
          </p:nvPr>
        </p:nvSpPr>
        <p:spPr>
          <a:xfrm>
            <a:off x="2483768" y="5153073"/>
            <a:ext cx="2880320" cy="1152128"/>
          </a:xfrm>
        </p:spPr>
        <p:txBody>
          <a:bodyPr/>
          <a:lstStyle/>
          <a:p>
            <a:r>
              <a:rPr lang="en-US" dirty="0">
                <a:solidFill>
                  <a:srgbClr val="003366"/>
                </a:solidFill>
                <a:latin typeface="Aptos Display" panose="020B0004020202020204" pitchFamily="34" charset="0"/>
              </a:rPr>
              <a:t>There are two approaches:</a:t>
            </a:r>
          </a:p>
          <a:p>
            <a:pPr marL="457200" indent="-457200">
              <a:buAutoNum type="arabicPeriod"/>
            </a:pPr>
            <a:r>
              <a:rPr lang="en-US" dirty="0">
                <a:solidFill>
                  <a:srgbClr val="003366"/>
                </a:solidFill>
                <a:latin typeface="Aptos Display" panose="020B0004020202020204" pitchFamily="34" charset="0"/>
              </a:rPr>
              <a:t>Direct Gradient Theft</a:t>
            </a:r>
          </a:p>
          <a:p>
            <a:pPr marL="457200" indent="-457200">
              <a:buAutoNum type="arabicPeriod"/>
            </a:pPr>
            <a:r>
              <a:rPr lang="en-US" dirty="0">
                <a:solidFill>
                  <a:srgbClr val="003366"/>
                </a:solidFill>
                <a:latin typeface="Aptos Display" panose="020B0004020202020204" pitchFamily="34" charset="0"/>
              </a:rPr>
              <a:t>Gradient Estimation</a:t>
            </a:r>
          </a:p>
        </p:txBody>
      </p:sp>
      <p:sp>
        <p:nvSpPr>
          <p:cNvPr id="7" name="Slide Number Placeholder 6">
            <a:extLst>
              <a:ext uri="{FF2B5EF4-FFF2-40B4-BE49-F238E27FC236}">
                <a16:creationId xmlns:a16="http://schemas.microsoft.com/office/drawing/2014/main" id="{A23AD0D4-A3FD-EDBC-295E-17FB16A20737}"/>
              </a:ext>
            </a:extLst>
          </p:cNvPr>
          <p:cNvSpPr>
            <a:spLocks noGrp="1"/>
          </p:cNvSpPr>
          <p:nvPr>
            <p:ph type="sldNum" sz="quarter" idx="10"/>
          </p:nvPr>
        </p:nvSpPr>
        <p:spPr/>
        <p:txBody>
          <a:bodyPr/>
          <a:lstStyle/>
          <a:p>
            <a:pPr>
              <a:defRPr/>
            </a:pPr>
            <a:fld id="{FE5AEF74-5102-4921-8DBA-649C609AF6D1}" type="slidenum">
              <a:rPr lang="it-IT" smtClean="0"/>
              <a:pPr>
                <a:defRPr/>
              </a:pPr>
              <a:t>31</a:t>
            </a:fld>
            <a:endParaRPr lang="it-IT"/>
          </a:p>
        </p:txBody>
      </p:sp>
    </p:spTree>
    <p:extLst>
      <p:ext uri="{BB962C8B-B14F-4D97-AF65-F5344CB8AC3E}">
        <p14:creationId xmlns:p14="http://schemas.microsoft.com/office/powerpoint/2010/main" val="15526799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D6193-12AE-2126-D71B-6FDDF0CFA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7B944-545E-ADC3-D632-0140618C9DFE}"/>
              </a:ext>
            </a:extLst>
          </p:cNvPr>
          <p:cNvSpPr>
            <a:spLocks noGrp="1"/>
          </p:cNvSpPr>
          <p:nvPr>
            <p:ph type="title"/>
          </p:nvPr>
        </p:nvSpPr>
        <p:spPr>
          <a:xfrm>
            <a:off x="719138" y="286544"/>
            <a:ext cx="4284910" cy="838200"/>
          </a:xfrm>
        </p:spPr>
        <p:txBody>
          <a:bodyPr/>
          <a:lstStyle/>
          <a:p>
            <a:r>
              <a:rPr lang="en-CA" sz="2800" i="1" dirty="0">
                <a:latin typeface="Cambria"/>
              </a:rPr>
              <a:t>D</a:t>
            </a:r>
            <a:r>
              <a:rPr lang="en-CA" sz="2600" i="1" dirty="0">
                <a:latin typeface="Cambria"/>
              </a:rPr>
              <a:t>IRECT </a:t>
            </a:r>
            <a:r>
              <a:rPr lang="en-CA" sz="2800" i="1" dirty="0">
                <a:latin typeface="Cambria"/>
              </a:rPr>
              <a:t>G</a:t>
            </a:r>
            <a:r>
              <a:rPr lang="en-CA" sz="2600" i="1" dirty="0">
                <a:latin typeface="Cambria"/>
              </a:rPr>
              <a:t>RADIENT </a:t>
            </a:r>
            <a:r>
              <a:rPr lang="en-CA" sz="2800" i="1" dirty="0">
                <a:latin typeface="Cambria"/>
              </a:rPr>
              <a:t>T</a:t>
            </a:r>
            <a:r>
              <a:rPr lang="en-CA" sz="2600" i="1" dirty="0">
                <a:latin typeface="Cambria"/>
              </a:rPr>
              <a:t>HEFT</a:t>
            </a:r>
            <a:endParaRPr lang="en-CA" sz="2600" b="1" i="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6F5BA37B-64E8-397F-6514-4F0F1C7FA0DC}"/>
                  </a:ext>
                </a:extLst>
              </p:cNvPr>
              <p:cNvSpPr>
                <a:spLocks noGrp="1"/>
              </p:cNvSpPr>
              <p:nvPr>
                <p:ph idx="1"/>
              </p:nvPr>
            </p:nvSpPr>
            <p:spPr>
              <a:xfrm>
                <a:off x="627236" y="954832"/>
                <a:ext cx="7797626" cy="5616624"/>
              </a:xfrm>
            </p:spPr>
            <p:txBody>
              <a:bodyPr/>
              <a:lstStyle/>
              <a:p>
                <a:r>
                  <a:rPr lang="en-US" sz="1600" dirty="0">
                    <a:solidFill>
                      <a:srgbClr val="003366"/>
                    </a:solidFill>
                    <a:latin typeface="Aptos Display" panose="020B0004020202020204" pitchFamily="34" charset="0"/>
                  </a:rPr>
                  <a:t>AS gradients are derived directly from the input data, an attacker (e.g., a malicious server) who intercepts these gradients can solve for the private training input </a:t>
                </a:r>
                <a14:m>
                  <m:oMath xmlns:m="http://schemas.openxmlformats.org/officeDocument/2006/math">
                    <m:r>
                      <a:rPr lang="en-US" sz="1600" i="1" dirty="0">
                        <a:solidFill>
                          <a:srgbClr val="003366"/>
                        </a:solidFill>
                        <a:latin typeface="Cambria Math" panose="02040503050406030204" pitchFamily="18" charset="0"/>
                      </a:rPr>
                      <m:t>𝑥</m:t>
                    </m:r>
                  </m:oMath>
                </a14:m>
                <a:r>
                  <a:rPr lang="en-US" sz="1600" dirty="0">
                    <a:solidFill>
                      <a:srgbClr val="003366"/>
                    </a:solidFill>
                    <a:latin typeface="Aptos Display" panose="020B0004020202020204" pitchFamily="34" charset="0"/>
                  </a:rPr>
                  <a:t>. This is known as Deep Leakage from Gradients.</a:t>
                </a:r>
              </a:p>
              <a:p>
                <a:endParaRPr lang="en-US" sz="1600" dirty="0">
                  <a:solidFill>
                    <a:srgbClr val="003366"/>
                  </a:solidFill>
                  <a:latin typeface="Aptos Display" panose="020B0004020202020204" pitchFamily="34" charset="0"/>
                </a:endParaRPr>
              </a:p>
              <a:p>
                <a:r>
                  <a:rPr lang="en-US" sz="1600" b="1" u="sng" dirty="0">
                    <a:solidFill>
                      <a:srgbClr val="003366"/>
                    </a:solidFill>
                    <a:latin typeface="Aptos Display" panose="020B0004020202020204" pitchFamily="34" charset="0"/>
                  </a:rPr>
                  <a:t>Mathematical Formulation:</a:t>
                </a:r>
              </a:p>
              <a:p>
                <a:r>
                  <a:rPr lang="en-US" sz="1600" dirty="0">
                    <a:solidFill>
                      <a:srgbClr val="003366"/>
                    </a:solidFill>
                    <a:latin typeface="Aptos Display" panose="020B0004020202020204" pitchFamily="34" charset="0"/>
                  </a:rPr>
                  <a:t>For a simple linear neuron computing </a:t>
                </a:r>
                <a14:m>
                  <m:oMath xmlns:m="http://schemas.openxmlformats.org/officeDocument/2006/math">
                    <m:r>
                      <a:rPr lang="en-US" sz="1600" i="1" dirty="0" smtClean="0">
                        <a:solidFill>
                          <a:srgbClr val="003366"/>
                        </a:solidFill>
                        <a:latin typeface="Cambria Math" panose="02040503050406030204" pitchFamily="18" charset="0"/>
                      </a:rPr>
                      <m:t>𝑧</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𝑤</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𝑥</m:t>
                    </m:r>
                  </m:oMath>
                </a14:m>
                <a:r>
                  <a:rPr lang="en-US" sz="1600" dirty="0">
                    <a:solidFill>
                      <a:srgbClr val="003366"/>
                    </a:solidFill>
                    <a:latin typeface="Aptos Display" panose="020B0004020202020204" pitchFamily="34" charset="0"/>
                  </a:rPr>
                  <a:t> with loss </a:t>
                </a:r>
                <a14:m>
                  <m:oMath xmlns:m="http://schemas.openxmlformats.org/officeDocument/2006/math">
                    <m:r>
                      <a:rPr lang="en-US" sz="1600" i="1" dirty="0" smtClean="0">
                        <a:solidFill>
                          <a:srgbClr val="003366"/>
                        </a:solidFill>
                        <a:latin typeface="Cambria Math" panose="02040503050406030204" pitchFamily="18" charset="0"/>
                      </a:rPr>
                      <m:t>𝐿</m:t>
                    </m:r>
                    <m:r>
                      <a:rPr lang="en-US" sz="1600" i="0" dirty="0">
                        <a:solidFill>
                          <a:srgbClr val="003366"/>
                        </a:solidFill>
                        <a:latin typeface="Cambria Math" panose="02040503050406030204" pitchFamily="18" charset="0"/>
                      </a:rPr>
                      <m:t>=</m:t>
                    </m:r>
                    <m:f>
                      <m:fPr>
                        <m:ctrlPr>
                          <a:rPr lang="en-US" sz="1600" i="1" dirty="0">
                            <a:solidFill>
                              <a:srgbClr val="003366"/>
                            </a:solidFill>
                            <a:latin typeface="Cambria Math" panose="02040503050406030204" pitchFamily="18" charset="0"/>
                          </a:rPr>
                        </m:ctrlPr>
                      </m:fPr>
                      <m:num>
                        <m:r>
                          <a:rPr lang="en-US" sz="1600" i="0" dirty="0">
                            <a:solidFill>
                              <a:srgbClr val="003366"/>
                            </a:solidFill>
                            <a:latin typeface="Cambria Math" panose="02040503050406030204" pitchFamily="18" charset="0"/>
                          </a:rPr>
                          <m:t>1</m:t>
                        </m:r>
                      </m:num>
                      <m:den>
                        <m:r>
                          <a:rPr lang="en-US" sz="1600" i="0" dirty="0">
                            <a:solidFill>
                              <a:srgbClr val="003366"/>
                            </a:solidFill>
                            <a:latin typeface="Cambria Math" panose="02040503050406030204" pitchFamily="18" charset="0"/>
                          </a:rPr>
                          <m:t>2</m:t>
                        </m:r>
                      </m:den>
                    </m:f>
                    <m:sSup>
                      <m:sSupPr>
                        <m:ctrlPr>
                          <a:rPr lang="en-US" sz="1600" i="1" dirty="0">
                            <a:solidFill>
                              <a:srgbClr val="003366"/>
                            </a:solidFill>
                            <a:latin typeface="Cambria Math" panose="02040503050406030204" pitchFamily="18" charset="0"/>
                          </a:rPr>
                        </m:ctrlPr>
                      </m:sSupPr>
                      <m:e>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𝑧</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𝑦</m:t>
                            </m:r>
                          </m:e>
                        </m:d>
                      </m:e>
                      <m:sup>
                        <m:r>
                          <a:rPr lang="en-US" sz="1600" i="0" dirty="0">
                            <a:solidFill>
                              <a:srgbClr val="003366"/>
                            </a:solidFill>
                            <a:latin typeface="Cambria Math" panose="02040503050406030204" pitchFamily="18" charset="0"/>
                          </a:rPr>
                          <m:t>2</m:t>
                        </m:r>
                      </m:sup>
                    </m:sSup>
                  </m:oMath>
                </a14:m>
                <a:r>
                  <a:rPr lang="en-US" sz="1600" dirty="0">
                    <a:solidFill>
                      <a:srgbClr val="003366"/>
                    </a:solidFill>
                    <a:latin typeface="Aptos Display" panose="020B0004020202020204" pitchFamily="34" charset="0"/>
                  </a:rPr>
                  <a:t> where </a:t>
                </a:r>
                <a14:m>
                  <m:oMath xmlns:m="http://schemas.openxmlformats.org/officeDocument/2006/math">
                    <m:r>
                      <a:rPr lang="en-US" sz="1600" i="1" dirty="0" smtClean="0">
                        <a:solidFill>
                          <a:srgbClr val="003366"/>
                        </a:solidFill>
                        <a:latin typeface="Cambria Math" panose="02040503050406030204" pitchFamily="18" charset="0"/>
                      </a:rPr>
                      <m:t>𝑦</m:t>
                    </m:r>
                  </m:oMath>
                </a14:m>
                <a:r>
                  <a:rPr lang="en-US" sz="1600" dirty="0">
                    <a:solidFill>
                      <a:srgbClr val="003366"/>
                    </a:solidFill>
                    <a:latin typeface="Aptos Display" panose="020B0004020202020204" pitchFamily="34" charset="0"/>
                  </a:rPr>
                  <a:t> is the target:</a:t>
                </a:r>
              </a:p>
              <a:p>
                <a:endParaRPr lang="en-US" sz="1600"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r>
                      <a:rPr lang="en-US" sz="1600" i="1" dirty="0" smtClean="0">
                        <a:solidFill>
                          <a:srgbClr val="003366"/>
                        </a:solidFill>
                        <a:latin typeface="Cambria Math" panose="02040503050406030204" pitchFamily="18" charset="0"/>
                      </a:rPr>
                      <m:t>𝐿</m:t>
                    </m:r>
                    <m:r>
                      <a:rPr lang="en-US" sz="1600" i="0" dirty="0" smtClean="0">
                        <a:solidFill>
                          <a:srgbClr val="003366"/>
                        </a:solidFill>
                        <a:latin typeface="Cambria Math" panose="02040503050406030204" pitchFamily="18" charset="0"/>
                      </a:rPr>
                      <m:t>=</m:t>
                    </m:r>
                    <m:f>
                      <m:fPr>
                        <m:ctrlPr>
                          <a:rPr lang="en-US" sz="1600" i="1" dirty="0" smtClean="0">
                            <a:solidFill>
                              <a:srgbClr val="003366"/>
                            </a:solidFill>
                            <a:latin typeface="Cambria Math" panose="02040503050406030204" pitchFamily="18" charset="0"/>
                          </a:rPr>
                        </m:ctrlPr>
                      </m:fPr>
                      <m:num>
                        <m:r>
                          <a:rPr lang="en-US" sz="1600" i="0" dirty="0" smtClean="0">
                            <a:solidFill>
                              <a:srgbClr val="003366"/>
                            </a:solidFill>
                            <a:latin typeface="Cambria Math" panose="02040503050406030204" pitchFamily="18" charset="0"/>
                          </a:rPr>
                          <m:t>1</m:t>
                        </m:r>
                      </m:num>
                      <m:den>
                        <m:r>
                          <a:rPr lang="en-US" sz="1600" i="0" dirty="0" smtClean="0">
                            <a:solidFill>
                              <a:srgbClr val="003366"/>
                            </a:solidFill>
                            <a:latin typeface="Cambria Math" panose="02040503050406030204" pitchFamily="18" charset="0"/>
                          </a:rPr>
                          <m:t>2</m:t>
                        </m:r>
                      </m:den>
                    </m:f>
                    <m:sSup>
                      <m:sSupPr>
                        <m:ctrlPr>
                          <a:rPr lang="en-US" sz="1600" i="1" dirty="0" smtClean="0">
                            <a:solidFill>
                              <a:srgbClr val="003366"/>
                            </a:solidFill>
                            <a:latin typeface="Cambria Math" panose="02040503050406030204" pitchFamily="18" charset="0"/>
                          </a:rPr>
                        </m:ctrlPr>
                      </m:sSupPr>
                      <m:e>
                        <m:d>
                          <m:dPr>
                            <m:ctrlPr>
                              <a:rPr lang="en-US" sz="1600" i="1" dirty="0" smtClean="0">
                                <a:solidFill>
                                  <a:srgbClr val="003366"/>
                                </a:solidFill>
                                <a:latin typeface="Cambria Math" panose="02040503050406030204" pitchFamily="18" charset="0"/>
                              </a:rPr>
                            </m:ctrlPr>
                          </m:dPr>
                          <m:e>
                            <m:r>
                              <a:rPr lang="en-US" sz="1600" i="1" dirty="0" smtClean="0">
                                <a:solidFill>
                                  <a:srgbClr val="003366"/>
                                </a:solidFill>
                                <a:latin typeface="Cambria Math" panose="02040503050406030204" pitchFamily="18" charset="0"/>
                              </a:rPr>
                              <m:t>𝑤</m:t>
                            </m:r>
                            <m:r>
                              <a:rPr lang="en-US" sz="1600" i="0"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𝑥</m:t>
                            </m:r>
                            <m:r>
                              <a:rPr lang="en-US" sz="1600" i="0"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𝑦</m:t>
                            </m:r>
                          </m:e>
                        </m:d>
                      </m:e>
                      <m:sup>
                        <m:r>
                          <a:rPr lang="en-US" sz="1600" i="0" dirty="0" smtClean="0">
                            <a:solidFill>
                              <a:srgbClr val="003366"/>
                            </a:solidFill>
                            <a:latin typeface="Cambria Math" panose="02040503050406030204" pitchFamily="18" charset="0"/>
                          </a:rPr>
                          <m:t>2</m:t>
                        </m:r>
                      </m:sup>
                    </m:sSup>
                  </m:oMath>
                </a14:m>
                <a:endParaRPr lang="en-CA" sz="1600" dirty="0">
                  <a:solidFill>
                    <a:srgbClr val="003366"/>
                  </a:solidFill>
                  <a:latin typeface="Aptos Display" panose="020B0004020202020204" pitchFamily="34" charset="0"/>
                </a:endParaRPr>
              </a:p>
              <a:p>
                <a:endParaRPr lang="en-CA"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By the chain rule, the gradient of the loss with respect to weight </a:t>
                </a:r>
                <a14:m>
                  <m:oMath xmlns:m="http://schemas.openxmlformats.org/officeDocument/2006/math">
                    <m:r>
                      <a:rPr lang="en-US" sz="1600" i="1" dirty="0" smtClean="0">
                        <a:solidFill>
                          <a:srgbClr val="003366"/>
                        </a:solidFill>
                        <a:latin typeface="Cambria Math" panose="02040503050406030204" pitchFamily="18" charset="0"/>
                      </a:rPr>
                      <m:t>𝑤</m:t>
                    </m:r>
                  </m:oMath>
                </a14:m>
                <a:r>
                  <a:rPr lang="en-US" sz="1600" dirty="0">
                    <a:solidFill>
                      <a:srgbClr val="003366"/>
                    </a:solidFill>
                    <a:latin typeface="Aptos Display" panose="020B0004020202020204" pitchFamily="34" charset="0"/>
                  </a:rPr>
                  <a:t> is:</a:t>
                </a:r>
              </a:p>
              <a:p>
                <a:endParaRPr lang="en-US" sz="1600"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r>
                      <a:rPr lang="en-US" sz="1600" i="1" dirty="0" smtClean="0">
                        <a:solidFill>
                          <a:srgbClr val="003366"/>
                        </a:solidFill>
                        <a:latin typeface="Cambria Math" panose="02040503050406030204" pitchFamily="18" charset="0"/>
                      </a:rPr>
                      <m:t>𝑔</m:t>
                    </m:r>
                    <m:r>
                      <a:rPr lang="en-US" sz="1600" i="0" dirty="0" smtClean="0">
                        <a:solidFill>
                          <a:srgbClr val="003366"/>
                        </a:solidFill>
                        <a:latin typeface="Cambria Math" panose="02040503050406030204" pitchFamily="18" charset="0"/>
                      </a:rPr>
                      <m:t>=</m:t>
                    </m:r>
                    <m:f>
                      <m:fPr>
                        <m:ctrlPr>
                          <a:rPr lang="en-US" sz="1600" i="1" dirty="0" smtClean="0">
                            <a:solidFill>
                              <a:srgbClr val="003366"/>
                            </a:solidFill>
                            <a:latin typeface="Cambria Math" panose="02040503050406030204" pitchFamily="18" charset="0"/>
                          </a:rPr>
                        </m:ctrlPr>
                      </m:fPr>
                      <m:num>
                        <m:r>
                          <a:rPr lang="en-US" sz="1600" i="1"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𝐿</m:t>
                        </m:r>
                      </m:num>
                      <m:den>
                        <m:r>
                          <a:rPr lang="en-US" sz="1600" i="1"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𝑤</m:t>
                        </m:r>
                      </m:den>
                    </m:f>
                    <m:r>
                      <a:rPr lang="en-US" sz="1600" i="0" dirty="0" smtClean="0">
                        <a:solidFill>
                          <a:srgbClr val="003366"/>
                        </a:solidFill>
                        <a:latin typeface="Cambria Math" panose="02040503050406030204" pitchFamily="18" charset="0"/>
                      </a:rPr>
                      <m:t>=</m:t>
                    </m:r>
                    <m:d>
                      <m:dPr>
                        <m:ctrlPr>
                          <a:rPr lang="en-US" sz="1600" i="1" dirty="0" smtClean="0">
                            <a:solidFill>
                              <a:srgbClr val="003366"/>
                            </a:solidFill>
                            <a:latin typeface="Cambria Math" panose="02040503050406030204" pitchFamily="18" charset="0"/>
                          </a:rPr>
                        </m:ctrlPr>
                      </m:dPr>
                      <m:e>
                        <m:r>
                          <a:rPr lang="en-US" sz="1600" i="1" dirty="0" smtClean="0">
                            <a:solidFill>
                              <a:srgbClr val="003366"/>
                            </a:solidFill>
                            <a:latin typeface="Cambria Math" panose="02040503050406030204" pitchFamily="18" charset="0"/>
                          </a:rPr>
                          <m:t>𝑤</m:t>
                        </m:r>
                        <m:r>
                          <a:rPr lang="en-US" sz="1600" i="0"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𝑥</m:t>
                        </m:r>
                        <m:r>
                          <a:rPr lang="en-US" sz="1600" i="0"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𝑦</m:t>
                        </m:r>
                      </m:e>
                    </m:d>
                    <m:r>
                      <a:rPr lang="en-US" sz="1600" i="0"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𝑥</m:t>
                    </m:r>
                    <m:r>
                      <a:rPr lang="en-US" sz="1600" i="0"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𝑤</m:t>
                    </m:r>
                    <m:r>
                      <a:rPr lang="en-US" sz="1600" i="0" dirty="0" smtClean="0">
                        <a:solidFill>
                          <a:srgbClr val="003366"/>
                        </a:solidFill>
                        <a:latin typeface="Cambria Math" panose="02040503050406030204" pitchFamily="18" charset="0"/>
                      </a:rPr>
                      <m:t>⋅</m:t>
                    </m:r>
                    <m:sSup>
                      <m:sSupPr>
                        <m:ctrlPr>
                          <a:rPr lang="en-US" sz="1600" i="1" dirty="0" smtClean="0">
                            <a:solidFill>
                              <a:srgbClr val="003366"/>
                            </a:solidFill>
                            <a:latin typeface="Cambria Math" panose="02040503050406030204" pitchFamily="18" charset="0"/>
                          </a:rPr>
                        </m:ctrlPr>
                      </m:sSupPr>
                      <m:e>
                        <m:r>
                          <a:rPr lang="en-US" sz="1600" i="1" dirty="0" smtClean="0">
                            <a:solidFill>
                              <a:srgbClr val="003366"/>
                            </a:solidFill>
                            <a:latin typeface="Cambria Math" panose="02040503050406030204" pitchFamily="18" charset="0"/>
                          </a:rPr>
                          <m:t>𝑥</m:t>
                        </m:r>
                      </m:e>
                      <m:sup>
                        <m:r>
                          <a:rPr lang="en-US" sz="1600" i="0" dirty="0" smtClean="0">
                            <a:solidFill>
                              <a:srgbClr val="003366"/>
                            </a:solidFill>
                            <a:latin typeface="Cambria Math" panose="02040503050406030204" pitchFamily="18" charset="0"/>
                          </a:rPr>
                          <m:t>2</m:t>
                        </m:r>
                      </m:sup>
                    </m:sSup>
                    <m:r>
                      <a:rPr lang="en-US" sz="1600" i="0"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𝑦</m:t>
                    </m:r>
                    <m:r>
                      <a:rPr lang="en-US" sz="1600" i="0"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𝑥</m:t>
                    </m:r>
                  </m:oMath>
                </a14:m>
                <a:endParaRPr lang="en-CA" sz="1600" dirty="0">
                  <a:solidFill>
                    <a:srgbClr val="003366"/>
                  </a:solidFill>
                  <a:latin typeface="Aptos Display" panose="020B0004020202020204" pitchFamily="34" charset="0"/>
                </a:endParaRPr>
              </a:p>
              <a:p>
                <a:endParaRPr lang="en-CA"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If the attacker intercepts the gradient value </a:t>
                </a:r>
                <a14:m>
                  <m:oMath xmlns:m="http://schemas.openxmlformats.org/officeDocument/2006/math">
                    <m:r>
                      <a:rPr lang="en-US" sz="1600" i="1" dirty="0" smtClean="0">
                        <a:solidFill>
                          <a:srgbClr val="003366"/>
                        </a:solidFill>
                        <a:latin typeface="Cambria Math" panose="02040503050406030204" pitchFamily="18" charset="0"/>
                      </a:rPr>
                      <m:t>𝑔</m:t>
                    </m:r>
                  </m:oMath>
                </a14:m>
                <a:r>
                  <a:rPr lang="en-US" sz="1600" dirty="0">
                    <a:solidFill>
                      <a:srgbClr val="003366"/>
                    </a:solidFill>
                    <a:latin typeface="Aptos Display" panose="020B0004020202020204" pitchFamily="34" charset="0"/>
                  </a:rPr>
                  <a:t> and knows the current weight </a:t>
                </a:r>
                <a14:m>
                  <m:oMath xmlns:m="http://schemas.openxmlformats.org/officeDocument/2006/math">
                    <m:r>
                      <a:rPr lang="en-US" sz="1600" i="1" dirty="0" smtClean="0">
                        <a:solidFill>
                          <a:srgbClr val="003366"/>
                        </a:solidFill>
                        <a:latin typeface="Cambria Math" panose="02040503050406030204" pitchFamily="18" charset="0"/>
                      </a:rPr>
                      <m:t>𝑤</m:t>
                    </m:r>
                  </m:oMath>
                </a14:m>
                <a:r>
                  <a:rPr lang="en-US" sz="1600" dirty="0">
                    <a:solidFill>
                      <a:srgbClr val="003366"/>
                    </a:solidFill>
                    <a:latin typeface="Aptos Display" panose="020B0004020202020204" pitchFamily="34" charset="0"/>
                  </a:rPr>
                  <a:t> and target </a:t>
                </a:r>
                <a14:m>
                  <m:oMath xmlns:m="http://schemas.openxmlformats.org/officeDocument/2006/math">
                    <m:r>
                      <a:rPr lang="en-US" sz="1600" i="1" dirty="0" smtClean="0">
                        <a:solidFill>
                          <a:srgbClr val="003366"/>
                        </a:solidFill>
                        <a:latin typeface="Cambria Math" panose="02040503050406030204" pitchFamily="18" charset="0"/>
                      </a:rPr>
                      <m:t>𝑦</m:t>
                    </m:r>
                  </m:oMath>
                </a14:m>
                <a:r>
                  <a:rPr lang="en-US" sz="1600" dirty="0">
                    <a:solidFill>
                      <a:srgbClr val="003366"/>
                    </a:solidFill>
                    <a:latin typeface="Aptos Display" panose="020B0004020202020204" pitchFamily="34" charset="0"/>
                  </a:rPr>
                  <a:t>, they can set up a quadratic equation:</a:t>
                </a:r>
              </a:p>
              <a:p>
                <a:endParaRPr lang="en-US" sz="1600"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r>
                      <a:rPr lang="en-US" sz="1600" i="1" dirty="0" smtClean="0">
                        <a:solidFill>
                          <a:srgbClr val="003366"/>
                        </a:solidFill>
                        <a:latin typeface="Cambria Math" panose="02040503050406030204" pitchFamily="18" charset="0"/>
                      </a:rPr>
                      <m:t>𝑤</m:t>
                    </m:r>
                    <m:r>
                      <a:rPr lang="en-US" sz="1600" i="0" dirty="0" smtClean="0">
                        <a:solidFill>
                          <a:srgbClr val="003366"/>
                        </a:solidFill>
                        <a:latin typeface="Cambria Math" panose="02040503050406030204" pitchFamily="18" charset="0"/>
                      </a:rPr>
                      <m:t>⋅</m:t>
                    </m:r>
                    <m:sSup>
                      <m:sSupPr>
                        <m:ctrlPr>
                          <a:rPr lang="en-US" sz="1600" i="1" dirty="0" smtClean="0">
                            <a:solidFill>
                              <a:srgbClr val="003366"/>
                            </a:solidFill>
                            <a:latin typeface="Cambria Math" panose="02040503050406030204" pitchFamily="18" charset="0"/>
                          </a:rPr>
                        </m:ctrlPr>
                      </m:sSupPr>
                      <m:e>
                        <m:r>
                          <a:rPr lang="en-US" sz="1600" i="1" dirty="0" smtClean="0">
                            <a:solidFill>
                              <a:srgbClr val="003366"/>
                            </a:solidFill>
                            <a:latin typeface="Cambria Math" panose="02040503050406030204" pitchFamily="18" charset="0"/>
                          </a:rPr>
                          <m:t>𝑥</m:t>
                        </m:r>
                      </m:e>
                      <m:sup>
                        <m:r>
                          <a:rPr lang="en-US" sz="1600" i="0" dirty="0" smtClean="0">
                            <a:solidFill>
                              <a:srgbClr val="003366"/>
                            </a:solidFill>
                            <a:latin typeface="Cambria Math" panose="02040503050406030204" pitchFamily="18" charset="0"/>
                          </a:rPr>
                          <m:t>2</m:t>
                        </m:r>
                      </m:sup>
                    </m:sSup>
                    <m:r>
                      <a:rPr lang="en-US" sz="1600" i="0"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𝑦</m:t>
                    </m:r>
                    <m:r>
                      <a:rPr lang="en-US" sz="1600" i="0"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𝑥</m:t>
                    </m:r>
                    <m:r>
                      <a:rPr lang="en-US" sz="1600" i="0"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𝑔</m:t>
                    </m:r>
                    <m:r>
                      <a:rPr lang="en-US" sz="1600" i="0" dirty="0" smtClean="0">
                        <a:solidFill>
                          <a:srgbClr val="003366"/>
                        </a:solidFill>
                        <a:latin typeface="Cambria Math" panose="02040503050406030204" pitchFamily="18" charset="0"/>
                      </a:rPr>
                      <m:t>=0</m:t>
                    </m:r>
                  </m:oMath>
                </a14:m>
                <a:endParaRPr lang="en-CA" sz="1600" dirty="0">
                  <a:solidFill>
                    <a:srgbClr val="003366"/>
                  </a:solidFill>
                  <a:latin typeface="Aptos Display" panose="020B0004020202020204" pitchFamily="34" charset="0"/>
                </a:endParaRPr>
              </a:p>
            </p:txBody>
          </p:sp>
        </mc:Choice>
        <mc:Fallback xmlns="">
          <p:sp>
            <p:nvSpPr>
              <p:cNvPr id="5" name="Content Placeholder 4">
                <a:extLst>
                  <a:ext uri="{FF2B5EF4-FFF2-40B4-BE49-F238E27FC236}">
                    <a16:creationId xmlns:a16="http://schemas.microsoft.com/office/drawing/2014/main" id="{6F5BA37B-64E8-397F-6514-4F0F1C7FA0DC}"/>
                  </a:ext>
                </a:extLst>
              </p:cNvPr>
              <p:cNvSpPr>
                <a:spLocks noGrp="1" noRot="1" noChangeAspect="1" noMove="1" noResize="1" noEditPoints="1" noAdjustHandles="1" noChangeArrowheads="1" noChangeShapeType="1" noTextEdit="1"/>
              </p:cNvSpPr>
              <p:nvPr>
                <p:ph idx="1"/>
              </p:nvPr>
            </p:nvSpPr>
            <p:spPr>
              <a:xfrm>
                <a:off x="627236" y="954832"/>
                <a:ext cx="7797626" cy="5616624"/>
              </a:xfrm>
              <a:blipFill>
                <a:blip r:embed="rId3"/>
                <a:stretch>
                  <a:fillRect l="-1626" t="-1129" r="-1626"/>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0AB41AF9-C2B0-E5D1-DE65-47A4FFBA07AE}"/>
              </a:ext>
            </a:extLst>
          </p:cNvPr>
          <p:cNvSpPr>
            <a:spLocks noGrp="1"/>
          </p:cNvSpPr>
          <p:nvPr>
            <p:ph type="sldNum" sz="quarter" idx="10"/>
          </p:nvPr>
        </p:nvSpPr>
        <p:spPr/>
        <p:txBody>
          <a:bodyPr/>
          <a:lstStyle/>
          <a:p>
            <a:pPr>
              <a:defRPr/>
            </a:pPr>
            <a:fld id="{FE5AEF74-5102-4921-8DBA-649C609AF6D1}" type="slidenum">
              <a:rPr lang="it-IT" smtClean="0"/>
              <a:pPr>
                <a:defRPr/>
              </a:pPr>
              <a:t>32</a:t>
            </a:fld>
            <a:endParaRPr lang="it-IT"/>
          </a:p>
        </p:txBody>
      </p:sp>
    </p:spTree>
    <p:extLst>
      <p:ext uri="{BB962C8B-B14F-4D97-AF65-F5344CB8AC3E}">
        <p14:creationId xmlns:p14="http://schemas.microsoft.com/office/powerpoint/2010/main" val="35280361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911DF-15D1-26AC-0F3B-001D7DC7E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639AB8-185B-5B54-89C6-B0BEE4B92891}"/>
              </a:ext>
            </a:extLst>
          </p:cNvPr>
          <p:cNvSpPr>
            <a:spLocks noGrp="1"/>
          </p:cNvSpPr>
          <p:nvPr>
            <p:ph type="title"/>
          </p:nvPr>
        </p:nvSpPr>
        <p:spPr>
          <a:xfrm>
            <a:off x="719138" y="286544"/>
            <a:ext cx="4284910" cy="838200"/>
          </a:xfrm>
        </p:spPr>
        <p:txBody>
          <a:bodyPr/>
          <a:lstStyle/>
          <a:p>
            <a:r>
              <a:rPr lang="en-CA" sz="2800" i="1" dirty="0">
                <a:latin typeface="Cambria"/>
              </a:rPr>
              <a:t>D</a:t>
            </a:r>
            <a:r>
              <a:rPr lang="en-CA" sz="2600" i="1" dirty="0">
                <a:latin typeface="Cambria"/>
              </a:rPr>
              <a:t>IRECT </a:t>
            </a:r>
            <a:r>
              <a:rPr lang="en-CA" sz="2800" i="1" dirty="0">
                <a:latin typeface="Cambria"/>
              </a:rPr>
              <a:t>G</a:t>
            </a:r>
            <a:r>
              <a:rPr lang="en-CA" sz="2600" i="1" dirty="0">
                <a:latin typeface="Cambria"/>
              </a:rPr>
              <a:t>RADIENT </a:t>
            </a:r>
            <a:r>
              <a:rPr lang="en-CA" sz="2800" i="1" dirty="0">
                <a:latin typeface="Cambria"/>
              </a:rPr>
              <a:t>T</a:t>
            </a:r>
            <a:r>
              <a:rPr lang="en-CA" sz="2600" i="1" dirty="0">
                <a:latin typeface="Cambria"/>
              </a:rPr>
              <a:t>HEFT</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A67FF86-4586-BA7C-60D5-4207773E44E4}"/>
                  </a:ext>
                </a:extLst>
              </p:cNvPr>
              <p:cNvSpPr>
                <a:spLocks noGrp="1"/>
              </p:cNvSpPr>
              <p:nvPr>
                <p:ph idx="1"/>
              </p:nvPr>
            </p:nvSpPr>
            <p:spPr>
              <a:xfrm>
                <a:off x="374774" y="980728"/>
                <a:ext cx="8424556" cy="5616624"/>
              </a:xfrm>
            </p:spPr>
            <p:txBody>
              <a:bodyPr/>
              <a:lstStyle/>
              <a:p>
                <a:r>
                  <a:rPr lang="en-US" sz="1600" dirty="0">
                    <a:solidFill>
                      <a:srgbClr val="003366"/>
                    </a:solidFill>
                    <a:latin typeface="Aptos Display" panose="020B0004020202020204" pitchFamily="34" charset="0"/>
                  </a:rPr>
                  <a:t>Consider a client training a local model weight </a:t>
                </a:r>
                <a14:m>
                  <m:oMath xmlns:m="http://schemas.openxmlformats.org/officeDocument/2006/math">
                    <m:r>
                      <a:rPr lang="en-US" sz="1600" i="1" dirty="0" smtClean="0">
                        <a:solidFill>
                          <a:srgbClr val="003366"/>
                        </a:solidFill>
                        <a:latin typeface="Cambria Math" panose="02040503050406030204" pitchFamily="18" charset="0"/>
                      </a:rPr>
                      <m:t>𝑤</m:t>
                    </m:r>
                    <m:r>
                      <a:rPr lang="en-US" sz="1600" i="0" dirty="0">
                        <a:solidFill>
                          <a:srgbClr val="003366"/>
                        </a:solidFill>
                        <a:latin typeface="Cambria Math" panose="02040503050406030204" pitchFamily="18" charset="0"/>
                      </a:rPr>
                      <m:t>=2.0</m:t>
                    </m:r>
                  </m:oMath>
                </a14:m>
                <a:r>
                  <a:rPr lang="en-US" sz="1600" dirty="0">
                    <a:solidFill>
                      <a:srgbClr val="003366"/>
                    </a:solidFill>
                    <a:latin typeface="Aptos Display" panose="020B0004020202020204" pitchFamily="34" charset="0"/>
                  </a:rPr>
                  <a:t> with a target label </a:t>
                </a:r>
                <a14:m>
                  <m:oMath xmlns:m="http://schemas.openxmlformats.org/officeDocument/2006/math">
                    <m:r>
                      <a:rPr lang="en-US" sz="1600" i="1" dirty="0" smtClean="0">
                        <a:solidFill>
                          <a:srgbClr val="003366"/>
                        </a:solidFill>
                        <a:latin typeface="Cambria Math" panose="02040503050406030204" pitchFamily="18" charset="0"/>
                      </a:rPr>
                      <m:t>𝑦</m:t>
                    </m:r>
                    <m:r>
                      <a:rPr lang="en-US" sz="1600" i="0" dirty="0">
                        <a:solidFill>
                          <a:srgbClr val="003366"/>
                        </a:solidFill>
                        <a:latin typeface="Cambria Math" panose="02040503050406030204" pitchFamily="18" charset="0"/>
                      </a:rPr>
                      <m:t>=3.0</m:t>
                    </m:r>
                  </m:oMath>
                </a14:m>
                <a:r>
                  <a:rPr lang="en-US" sz="1600" dirty="0">
                    <a:solidFill>
                      <a:srgbClr val="003366"/>
                    </a:solidFill>
                    <a:latin typeface="Aptos Display" panose="020B0004020202020204" pitchFamily="34" charset="0"/>
                  </a:rPr>
                  <a:t> and a private input </a:t>
                </a:r>
                <a14:m>
                  <m:oMath xmlns:m="http://schemas.openxmlformats.org/officeDocument/2006/math">
                    <m:r>
                      <a:rPr lang="en-US" sz="1600" i="1" dirty="0" smtClean="0">
                        <a:solidFill>
                          <a:srgbClr val="003366"/>
                        </a:solidFill>
                        <a:latin typeface="Cambria Math" panose="02040503050406030204" pitchFamily="18" charset="0"/>
                      </a:rPr>
                      <m:t>𝑥</m:t>
                    </m:r>
                  </m:oMath>
                </a14:m>
                <a:r>
                  <a:rPr lang="en-US" sz="1600" dirty="0">
                    <a:solidFill>
                      <a:srgbClr val="003366"/>
                    </a:solidFill>
                    <a:latin typeface="Aptos Display" panose="020B0004020202020204" pitchFamily="34" charset="0"/>
                  </a:rPr>
                  <a:t>.</a:t>
                </a:r>
              </a:p>
              <a:p>
                <a:endParaRPr lang="en-US" sz="1600" dirty="0">
                  <a:solidFill>
                    <a:srgbClr val="003366"/>
                  </a:solidFill>
                  <a:latin typeface="Aptos Display" panose="020B0004020202020204" pitchFamily="34" charset="0"/>
                </a:endParaRPr>
              </a:p>
              <a:p>
                <a:r>
                  <a:rPr lang="en-US" sz="1600" u="sng" dirty="0">
                    <a:solidFill>
                      <a:srgbClr val="003366"/>
                    </a:solidFill>
                    <a:latin typeface="Aptos Display" panose="020B0004020202020204" pitchFamily="34" charset="0"/>
                  </a:rPr>
                  <a:t>Step 1: Compute Gradient: </a:t>
                </a:r>
                <a:r>
                  <a:rPr lang="en-US" sz="1600" dirty="0">
                    <a:solidFill>
                      <a:srgbClr val="003366"/>
                    </a:solidFill>
                    <a:latin typeface="Aptos Display" panose="020B0004020202020204" pitchFamily="34" charset="0"/>
                  </a:rPr>
                  <a:t>The client calculates the local loss gradient and sends it to the server: </a:t>
                </a:r>
              </a:p>
              <a:p>
                <a:endParaRPr lang="en-US" sz="1600" i="1" dirty="0">
                  <a:solidFill>
                    <a:srgbClr val="003366"/>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600" i="1" dirty="0">
                          <a:solidFill>
                            <a:srgbClr val="003366"/>
                          </a:solidFill>
                          <a:latin typeface="Cambria Math" panose="02040503050406030204" pitchFamily="18" charset="0"/>
                        </a:rPr>
                        <m:t>𝑔</m:t>
                      </m:r>
                      <m:r>
                        <a:rPr lang="en-US" sz="1600" i="0" dirty="0">
                          <a:solidFill>
                            <a:srgbClr val="003366"/>
                          </a:solidFill>
                          <a:latin typeface="Cambria Math" panose="02040503050406030204" pitchFamily="18" charset="0"/>
                        </a:rPr>
                        <m:t>=</m:t>
                      </m:r>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2.0</m:t>
                          </m:r>
                          <m:r>
                            <a:rPr lang="en-US" sz="1600" i="1" dirty="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−3.0</m:t>
                          </m:r>
                        </m:e>
                      </m:d>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=2.0</m:t>
                      </m:r>
                      <m:sSup>
                        <m:sSupPr>
                          <m:ctrlPr>
                            <a:rPr lang="en-US" sz="1600" i="1" dirty="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𝑥</m:t>
                          </m:r>
                        </m:e>
                        <m:sup>
                          <m:r>
                            <a:rPr lang="en-US" sz="1600" i="0" dirty="0">
                              <a:solidFill>
                                <a:srgbClr val="003366"/>
                              </a:solidFill>
                              <a:latin typeface="Cambria Math" panose="02040503050406030204" pitchFamily="18" charset="0"/>
                            </a:rPr>
                            <m:t>2</m:t>
                          </m:r>
                        </m:sup>
                      </m:sSup>
                      <m:r>
                        <a:rPr lang="en-US" sz="1600" i="0" dirty="0">
                          <a:solidFill>
                            <a:srgbClr val="003366"/>
                          </a:solidFill>
                          <a:latin typeface="Cambria Math" panose="02040503050406030204" pitchFamily="18" charset="0"/>
                        </a:rPr>
                        <m:t>−3.0</m:t>
                      </m:r>
                      <m:r>
                        <a:rPr lang="en-US" sz="1600" i="1" dirty="0">
                          <a:solidFill>
                            <a:srgbClr val="003366"/>
                          </a:solidFill>
                          <a:latin typeface="Cambria Math" panose="02040503050406030204" pitchFamily="18" charset="0"/>
                        </a:rPr>
                        <m:t>𝑥</m:t>
                      </m:r>
                    </m:oMath>
                  </m:oMathPara>
                </a14:m>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Assume the computed gradient value is </a:t>
                </a:r>
                <a14:m>
                  <m:oMath xmlns:m="http://schemas.openxmlformats.org/officeDocument/2006/math">
                    <m:r>
                      <a:rPr lang="en-US" sz="1600" i="1" dirty="0" smtClean="0">
                        <a:solidFill>
                          <a:srgbClr val="003366"/>
                        </a:solidFill>
                        <a:latin typeface="Cambria Math" panose="02040503050406030204" pitchFamily="18" charset="0"/>
                      </a:rPr>
                      <m:t>𝑔</m:t>
                    </m:r>
                    <m:r>
                      <a:rPr lang="en-US" sz="1600" i="0" dirty="0">
                        <a:solidFill>
                          <a:srgbClr val="003366"/>
                        </a:solidFill>
                        <a:latin typeface="Cambria Math" panose="02040503050406030204" pitchFamily="18" charset="0"/>
                      </a:rPr>
                      <m:t>=2.0</m:t>
                    </m:r>
                  </m:oMath>
                </a14:m>
                <a:r>
                  <a:rPr lang="en-US" sz="1600" dirty="0">
                    <a:solidFill>
                      <a:srgbClr val="003366"/>
                    </a:solidFill>
                    <a:latin typeface="Aptos Display" panose="020B0004020202020204" pitchFamily="34" charset="0"/>
                  </a:rPr>
                  <a:t>.</a:t>
                </a:r>
              </a:p>
              <a:p>
                <a:r>
                  <a:rPr lang="en-US" sz="1600" dirty="0">
                    <a:solidFill>
                      <a:srgbClr val="003366"/>
                    </a:solidFill>
                    <a:latin typeface="Aptos Display" panose="020B0004020202020204" pitchFamily="34" charset="0"/>
                  </a:rPr>
                  <a:t>    </a:t>
                </a:r>
              </a:p>
              <a:p>
                <a:r>
                  <a:rPr lang="en-US" sz="1600" u="sng" dirty="0">
                    <a:solidFill>
                      <a:srgbClr val="003366"/>
                    </a:solidFill>
                    <a:latin typeface="Aptos Display" panose="020B0004020202020204" pitchFamily="34" charset="0"/>
                  </a:rPr>
                  <a:t>Step 2: Server Interception: </a:t>
                </a:r>
                <a:r>
                  <a:rPr lang="en-US" sz="1600" dirty="0">
                    <a:solidFill>
                      <a:srgbClr val="003366"/>
                    </a:solidFill>
                    <a:latin typeface="Aptos Display" panose="020B0004020202020204" pitchFamily="34" charset="0"/>
                  </a:rPr>
                  <a:t>The server intercepts </a:t>
                </a:r>
                <a14:m>
                  <m:oMath xmlns:m="http://schemas.openxmlformats.org/officeDocument/2006/math">
                    <m:r>
                      <a:rPr lang="en-US" sz="1600" i="1" dirty="0" smtClean="0">
                        <a:solidFill>
                          <a:srgbClr val="003366"/>
                        </a:solidFill>
                        <a:latin typeface="Cambria Math" panose="02040503050406030204" pitchFamily="18" charset="0"/>
                      </a:rPr>
                      <m:t>𝑔</m:t>
                    </m:r>
                    <m:r>
                      <a:rPr lang="en-US" sz="1600" i="0" dirty="0">
                        <a:solidFill>
                          <a:srgbClr val="003366"/>
                        </a:solidFill>
                        <a:latin typeface="Cambria Math" panose="02040503050406030204" pitchFamily="18" charset="0"/>
                      </a:rPr>
                      <m:t>=2.0</m:t>
                    </m:r>
                  </m:oMath>
                </a14:m>
                <a:r>
                  <a:rPr lang="en-US" sz="1600" dirty="0">
                    <a:solidFill>
                      <a:srgbClr val="003366"/>
                    </a:solidFill>
                    <a:latin typeface="Aptos Display" panose="020B0004020202020204" pitchFamily="34" charset="0"/>
                  </a:rPr>
                  <a:t>. Knowing </a:t>
                </a:r>
                <a14:m>
                  <m:oMath xmlns:m="http://schemas.openxmlformats.org/officeDocument/2006/math">
                    <m:r>
                      <a:rPr lang="en-US" sz="1600" i="1" dirty="0" smtClean="0">
                        <a:solidFill>
                          <a:srgbClr val="003366"/>
                        </a:solidFill>
                        <a:latin typeface="Cambria Math" panose="02040503050406030204" pitchFamily="18" charset="0"/>
                      </a:rPr>
                      <m:t>𝑤</m:t>
                    </m:r>
                    <m:r>
                      <a:rPr lang="en-US" sz="1600" i="0" dirty="0">
                        <a:solidFill>
                          <a:srgbClr val="003366"/>
                        </a:solidFill>
                        <a:latin typeface="Cambria Math" panose="02040503050406030204" pitchFamily="18" charset="0"/>
                      </a:rPr>
                      <m:t>=2.0</m:t>
                    </m:r>
                  </m:oMath>
                </a14:m>
                <a:r>
                  <a:rPr lang="en-US" sz="1600" dirty="0">
                    <a:solidFill>
                      <a:srgbClr val="003366"/>
                    </a:solidFill>
                    <a:latin typeface="Aptos Display" panose="020B0004020202020204" pitchFamily="34" charset="0"/>
                  </a:rPr>
                  <a:t> and </a:t>
                </a:r>
                <a14:m>
                  <m:oMath xmlns:m="http://schemas.openxmlformats.org/officeDocument/2006/math">
                    <m:r>
                      <a:rPr lang="en-US" sz="1600" i="1" dirty="0" smtClean="0">
                        <a:solidFill>
                          <a:srgbClr val="003366"/>
                        </a:solidFill>
                        <a:latin typeface="Cambria Math" panose="02040503050406030204" pitchFamily="18" charset="0"/>
                      </a:rPr>
                      <m:t>𝑦</m:t>
                    </m:r>
                    <m:r>
                      <a:rPr lang="en-US" sz="1600" i="0" dirty="0">
                        <a:solidFill>
                          <a:srgbClr val="003366"/>
                        </a:solidFill>
                        <a:latin typeface="Cambria Math" panose="02040503050406030204" pitchFamily="18" charset="0"/>
                      </a:rPr>
                      <m:t>=3.0</m:t>
                    </m:r>
                  </m:oMath>
                </a14:m>
                <a:r>
                  <a:rPr lang="en-US" sz="1600" dirty="0">
                    <a:solidFill>
                      <a:srgbClr val="003366"/>
                    </a:solidFill>
                    <a:latin typeface="Aptos Display" panose="020B0004020202020204" pitchFamily="34" charset="0"/>
                  </a:rPr>
                  <a:t>, the server constructs the quadratic equation: </a:t>
                </a:r>
              </a:p>
              <a:p>
                <a:endParaRPr lang="en-US" sz="1600" dirty="0">
                  <a:solidFill>
                    <a:srgbClr val="003366"/>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600" dirty="0">
                          <a:solidFill>
                            <a:srgbClr val="003366"/>
                          </a:solidFill>
                          <a:latin typeface="Cambria Math" panose="02040503050406030204" pitchFamily="18" charset="0"/>
                        </a:rPr>
                        <m:t>2.0</m:t>
                      </m:r>
                      <m:sSup>
                        <m:sSupPr>
                          <m:ctrlPr>
                            <a:rPr lang="en-US" sz="1600" i="1" dirty="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𝑥</m:t>
                          </m:r>
                        </m:e>
                        <m:sup>
                          <m:r>
                            <a:rPr lang="en-US" sz="1600" i="0" dirty="0">
                              <a:solidFill>
                                <a:srgbClr val="003366"/>
                              </a:solidFill>
                              <a:latin typeface="Cambria Math" panose="02040503050406030204" pitchFamily="18" charset="0"/>
                            </a:rPr>
                            <m:t>2</m:t>
                          </m:r>
                        </m:sup>
                      </m:sSup>
                      <m:r>
                        <a:rPr lang="en-US" sz="1600" i="0" dirty="0">
                          <a:solidFill>
                            <a:srgbClr val="003366"/>
                          </a:solidFill>
                          <a:latin typeface="Cambria Math" panose="02040503050406030204" pitchFamily="18" charset="0"/>
                        </a:rPr>
                        <m:t>−3.0</m:t>
                      </m:r>
                      <m:r>
                        <a:rPr lang="en-US" sz="1600" i="1" dirty="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−2.0=0</m:t>
                      </m:r>
                    </m:oMath>
                  </m:oMathPara>
                </a14:m>
                <a:endParaRPr lang="en-US" sz="1600" dirty="0">
                  <a:solidFill>
                    <a:srgbClr val="003366"/>
                  </a:solidFill>
                  <a:latin typeface="Aptos Display" panose="020B0004020202020204" pitchFamily="34" charset="0"/>
                </a:endParaRPr>
              </a:p>
              <a:p>
                <a:endParaRPr lang="en-US" sz="1600" dirty="0">
                  <a:solidFill>
                    <a:srgbClr val="003366"/>
                  </a:solidFill>
                  <a:latin typeface="Aptos Display" panose="020B0004020202020204" pitchFamily="34" charset="0"/>
                </a:endParaRPr>
              </a:p>
              <a:p>
                <a:r>
                  <a:rPr lang="en-US" sz="1600" u="sng" dirty="0">
                    <a:solidFill>
                      <a:srgbClr val="003366"/>
                    </a:solidFill>
                    <a:latin typeface="Aptos Display" panose="020B0004020202020204" pitchFamily="34" charset="0"/>
                  </a:rPr>
                  <a:t>Step 3: Solve for Private Input: </a:t>
                </a:r>
                <a:r>
                  <a:rPr lang="en-US" sz="1600" dirty="0">
                    <a:solidFill>
                      <a:srgbClr val="003366"/>
                    </a:solidFill>
                    <a:latin typeface="Aptos Display" panose="020B0004020202020204" pitchFamily="34" charset="0"/>
                  </a:rPr>
                  <a:t>Solve using the quadratic formula </a:t>
                </a:r>
                <a14:m>
                  <m:oMath xmlns:m="http://schemas.openxmlformats.org/officeDocument/2006/math">
                    <m:r>
                      <a:rPr lang="en-US" sz="1600" i="1" dirty="0" smtClean="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m:t>
                    </m:r>
                    <m:f>
                      <m:fPr>
                        <m:ctrlPr>
                          <a:rPr lang="en-US" sz="1600" i="1" dirty="0">
                            <a:solidFill>
                              <a:srgbClr val="003366"/>
                            </a:solidFill>
                            <a:latin typeface="Cambria Math" panose="02040503050406030204" pitchFamily="18" charset="0"/>
                          </a:rPr>
                        </m:ctrlPr>
                      </m:fPr>
                      <m:num>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𝑏</m:t>
                        </m:r>
                        <m:r>
                          <a:rPr lang="en-US" sz="1600" i="0" dirty="0">
                            <a:solidFill>
                              <a:srgbClr val="003366"/>
                            </a:solidFill>
                            <a:latin typeface="Cambria Math" panose="02040503050406030204" pitchFamily="18" charset="0"/>
                          </a:rPr>
                          <m:t>±</m:t>
                        </m:r>
                        <m:rad>
                          <m:radPr>
                            <m:degHide m:val="on"/>
                            <m:ctrlPr>
                              <a:rPr lang="en-US" sz="1600" i="1" dirty="0">
                                <a:solidFill>
                                  <a:srgbClr val="003366"/>
                                </a:solidFill>
                                <a:latin typeface="Cambria Math" panose="02040503050406030204" pitchFamily="18" charset="0"/>
                              </a:rPr>
                            </m:ctrlPr>
                          </m:radPr>
                          <m:deg/>
                          <m:e>
                            <m:sSup>
                              <m:sSupPr>
                                <m:ctrlPr>
                                  <a:rPr lang="en-US" sz="1600" i="1" dirty="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𝑏</m:t>
                                </m:r>
                              </m:e>
                              <m:sup>
                                <m:r>
                                  <a:rPr lang="en-US" sz="1600" i="0" dirty="0">
                                    <a:solidFill>
                                      <a:srgbClr val="003366"/>
                                    </a:solidFill>
                                    <a:latin typeface="Cambria Math" panose="02040503050406030204" pitchFamily="18" charset="0"/>
                                  </a:rPr>
                                  <m:t>2</m:t>
                                </m:r>
                              </m:sup>
                            </m:sSup>
                            <m:r>
                              <a:rPr lang="en-US" sz="1600" i="0" dirty="0">
                                <a:solidFill>
                                  <a:srgbClr val="003366"/>
                                </a:solidFill>
                                <a:latin typeface="Cambria Math" panose="02040503050406030204" pitchFamily="18" charset="0"/>
                              </a:rPr>
                              <m:t>−4</m:t>
                            </m:r>
                            <m:r>
                              <a:rPr lang="en-US" sz="1600" i="1" dirty="0">
                                <a:solidFill>
                                  <a:srgbClr val="003366"/>
                                </a:solidFill>
                                <a:latin typeface="Cambria Math" panose="02040503050406030204" pitchFamily="18" charset="0"/>
                              </a:rPr>
                              <m:t>𝑎𝑐</m:t>
                            </m:r>
                          </m:e>
                        </m:rad>
                      </m:num>
                      <m:den>
                        <m:r>
                          <a:rPr lang="en-US" sz="1600" i="0" dirty="0">
                            <a:solidFill>
                              <a:srgbClr val="003366"/>
                            </a:solidFill>
                            <a:latin typeface="Cambria Math" panose="02040503050406030204" pitchFamily="18" charset="0"/>
                          </a:rPr>
                          <m:t>2</m:t>
                        </m:r>
                        <m:r>
                          <a:rPr lang="en-US" sz="1600" i="1" dirty="0">
                            <a:solidFill>
                              <a:srgbClr val="003366"/>
                            </a:solidFill>
                            <a:latin typeface="Cambria Math" panose="02040503050406030204" pitchFamily="18" charset="0"/>
                          </a:rPr>
                          <m:t>𝑎</m:t>
                        </m:r>
                      </m:den>
                    </m:f>
                  </m:oMath>
                </a14:m>
                <a:r>
                  <a:rPr lang="en-US" sz="1600" dirty="0">
                    <a:solidFill>
                      <a:srgbClr val="003366"/>
                    </a:solidFill>
                    <a:latin typeface="Aptos Display" panose="020B0004020202020204" pitchFamily="34" charset="0"/>
                  </a:rPr>
                  <a:t>:</a:t>
                </a:r>
              </a:p>
              <a:p>
                <a:endParaRPr lang="en-US" sz="1600"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r>
                        <a:rPr lang="en-US" sz="1600" i="1" dirty="0" smtClean="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m:t>
                      </m:r>
                      <m:f>
                        <m:fPr>
                          <m:ctrlPr>
                            <a:rPr lang="en-US" sz="1600" i="1" dirty="0">
                              <a:solidFill>
                                <a:srgbClr val="003366"/>
                              </a:solidFill>
                              <a:latin typeface="Cambria Math" panose="02040503050406030204" pitchFamily="18" charset="0"/>
                            </a:rPr>
                          </m:ctrlPr>
                        </m:fPr>
                        <m:num>
                          <m:r>
                            <a:rPr lang="en-US" sz="1600" i="0" dirty="0">
                              <a:solidFill>
                                <a:srgbClr val="003366"/>
                              </a:solidFill>
                              <a:latin typeface="Cambria Math" panose="02040503050406030204" pitchFamily="18" charset="0"/>
                            </a:rPr>
                            <m:t>3±</m:t>
                          </m:r>
                          <m:rad>
                            <m:radPr>
                              <m:degHide m:val="on"/>
                              <m:ctrlPr>
                                <a:rPr lang="en-US" sz="1600" i="1" dirty="0">
                                  <a:solidFill>
                                    <a:srgbClr val="003366"/>
                                  </a:solidFill>
                                  <a:latin typeface="Cambria Math" panose="02040503050406030204" pitchFamily="18" charset="0"/>
                                </a:rPr>
                              </m:ctrlPr>
                            </m:radPr>
                            <m:deg/>
                            <m:e>
                              <m:sSup>
                                <m:sSupPr>
                                  <m:ctrlPr>
                                    <a:rPr lang="en-US" sz="1600" i="1" dirty="0">
                                      <a:solidFill>
                                        <a:srgbClr val="003366"/>
                                      </a:solidFill>
                                      <a:latin typeface="Cambria Math" panose="02040503050406030204" pitchFamily="18" charset="0"/>
                                    </a:rPr>
                                  </m:ctrlPr>
                                </m:sSupPr>
                                <m:e>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−3</m:t>
                                      </m:r>
                                    </m:e>
                                  </m:d>
                                </m:e>
                                <m:sup>
                                  <m:r>
                                    <a:rPr lang="en-US" sz="1600" i="0" dirty="0">
                                      <a:solidFill>
                                        <a:srgbClr val="003366"/>
                                      </a:solidFill>
                                      <a:latin typeface="Cambria Math" panose="02040503050406030204" pitchFamily="18" charset="0"/>
                                    </a:rPr>
                                    <m:t>2</m:t>
                                  </m:r>
                                </m:sup>
                              </m:sSup>
                              <m:r>
                                <a:rPr lang="en-US" sz="1600" i="0" dirty="0">
                                  <a:solidFill>
                                    <a:srgbClr val="003366"/>
                                  </a:solidFill>
                                  <a:latin typeface="Cambria Math" panose="02040503050406030204" pitchFamily="18" charset="0"/>
                                </a:rPr>
                                <m:t>−4</m:t>
                              </m:r>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2</m:t>
                                  </m:r>
                                </m:e>
                              </m:d>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−2</m:t>
                                  </m:r>
                                </m:e>
                              </m:d>
                            </m:e>
                          </m:rad>
                        </m:num>
                        <m:den>
                          <m:r>
                            <a:rPr lang="en-US" sz="1600" i="0" dirty="0">
                              <a:solidFill>
                                <a:srgbClr val="003366"/>
                              </a:solidFill>
                              <a:latin typeface="Cambria Math" panose="02040503050406030204" pitchFamily="18" charset="0"/>
                            </a:rPr>
                            <m:t>2</m:t>
                          </m:r>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2</m:t>
                              </m:r>
                            </m:e>
                          </m:d>
                        </m:den>
                      </m:f>
                      <m:r>
                        <a:rPr lang="en-US" sz="1600" i="0" dirty="0">
                          <a:solidFill>
                            <a:srgbClr val="003366"/>
                          </a:solidFill>
                          <a:latin typeface="Cambria Math" panose="02040503050406030204" pitchFamily="18" charset="0"/>
                        </a:rPr>
                        <m:t>=</m:t>
                      </m:r>
                      <m:f>
                        <m:fPr>
                          <m:ctrlPr>
                            <a:rPr lang="en-US" sz="1600" i="1" dirty="0">
                              <a:solidFill>
                                <a:srgbClr val="003366"/>
                              </a:solidFill>
                              <a:latin typeface="Cambria Math" panose="02040503050406030204" pitchFamily="18" charset="0"/>
                            </a:rPr>
                          </m:ctrlPr>
                        </m:fPr>
                        <m:num>
                          <m:r>
                            <a:rPr lang="en-US" sz="1600" i="0" dirty="0">
                              <a:solidFill>
                                <a:srgbClr val="003366"/>
                              </a:solidFill>
                              <a:latin typeface="Cambria Math" panose="02040503050406030204" pitchFamily="18" charset="0"/>
                            </a:rPr>
                            <m:t>3±</m:t>
                          </m:r>
                          <m:rad>
                            <m:radPr>
                              <m:degHide m:val="on"/>
                              <m:ctrlPr>
                                <a:rPr lang="en-US" sz="1600" i="1" dirty="0">
                                  <a:solidFill>
                                    <a:srgbClr val="003366"/>
                                  </a:solidFill>
                                  <a:latin typeface="Cambria Math" panose="02040503050406030204" pitchFamily="18" charset="0"/>
                                </a:rPr>
                              </m:ctrlPr>
                            </m:radPr>
                            <m:deg/>
                            <m:e>
                              <m:r>
                                <a:rPr lang="en-US" sz="1600" i="0" dirty="0">
                                  <a:solidFill>
                                    <a:srgbClr val="003366"/>
                                  </a:solidFill>
                                  <a:latin typeface="Cambria Math" panose="02040503050406030204" pitchFamily="18" charset="0"/>
                                </a:rPr>
                                <m:t>9+16</m:t>
                              </m:r>
                            </m:e>
                          </m:rad>
                        </m:num>
                        <m:den>
                          <m:r>
                            <a:rPr lang="en-US" sz="1600" i="0" dirty="0">
                              <a:solidFill>
                                <a:srgbClr val="003366"/>
                              </a:solidFill>
                              <a:latin typeface="Cambria Math" panose="02040503050406030204" pitchFamily="18" charset="0"/>
                            </a:rPr>
                            <m:t>4</m:t>
                          </m:r>
                        </m:den>
                      </m:f>
                      <m:r>
                        <a:rPr lang="en-US" sz="1600" i="0" dirty="0">
                          <a:solidFill>
                            <a:srgbClr val="003366"/>
                          </a:solidFill>
                          <a:latin typeface="Cambria Math" panose="02040503050406030204" pitchFamily="18" charset="0"/>
                        </a:rPr>
                        <m:t>=</m:t>
                      </m:r>
                      <m:f>
                        <m:fPr>
                          <m:ctrlPr>
                            <a:rPr lang="en-US" sz="1600" i="1" dirty="0">
                              <a:solidFill>
                                <a:srgbClr val="003366"/>
                              </a:solidFill>
                              <a:latin typeface="Cambria Math" panose="02040503050406030204" pitchFamily="18" charset="0"/>
                            </a:rPr>
                          </m:ctrlPr>
                        </m:fPr>
                        <m:num>
                          <m:r>
                            <a:rPr lang="en-US" sz="1600" i="0" dirty="0">
                              <a:solidFill>
                                <a:srgbClr val="003366"/>
                              </a:solidFill>
                              <a:latin typeface="Cambria Math" panose="02040503050406030204" pitchFamily="18" charset="0"/>
                            </a:rPr>
                            <m:t>3±5</m:t>
                          </m:r>
                        </m:num>
                        <m:den>
                          <m:r>
                            <a:rPr lang="en-US" sz="1600" i="0" dirty="0">
                              <a:solidFill>
                                <a:srgbClr val="003366"/>
                              </a:solidFill>
                              <a:latin typeface="Cambria Math" panose="02040503050406030204" pitchFamily="18" charset="0"/>
                            </a:rPr>
                            <m:t>4</m:t>
                          </m:r>
                        </m:den>
                      </m:f>
                    </m:oMath>
                  </m:oMathPara>
                </a14:m>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This yields two solutions: </a:t>
                </a:r>
                <a14:m>
                  <m:oMath xmlns:m="http://schemas.openxmlformats.org/officeDocument/2006/math">
                    <m:sSup>
                      <m:sSupPr>
                        <m:ctrlPr>
                          <a:rPr lang="en-US" sz="1600" i="1" dirty="0" smtClean="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𝑥</m:t>
                        </m:r>
                      </m:e>
                      <m:sup>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1</m:t>
                            </m:r>
                          </m:e>
                        </m:d>
                      </m:sup>
                    </m:sSup>
                    <m:r>
                      <a:rPr lang="en-US" sz="1600" i="0" dirty="0">
                        <a:solidFill>
                          <a:srgbClr val="003366"/>
                        </a:solidFill>
                        <a:latin typeface="Cambria Math" panose="02040503050406030204" pitchFamily="18" charset="0"/>
                      </a:rPr>
                      <m:t>=2.0</m:t>
                    </m:r>
                  </m:oMath>
                </a14:m>
                <a:r>
                  <a:rPr lang="en-US" sz="1600" dirty="0">
                    <a:solidFill>
                      <a:srgbClr val="003366"/>
                    </a:solidFill>
                    <a:latin typeface="Aptos Display" panose="020B0004020202020204" pitchFamily="34" charset="0"/>
                  </a:rPr>
                  <a:t> and </a:t>
                </a:r>
                <a14:m>
                  <m:oMath xmlns:m="http://schemas.openxmlformats.org/officeDocument/2006/math">
                    <m:sSup>
                      <m:sSupPr>
                        <m:ctrlPr>
                          <a:rPr lang="en-US" sz="1600" i="1" dirty="0" smtClean="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𝑥</m:t>
                        </m:r>
                      </m:e>
                      <m:sup>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2</m:t>
                            </m:r>
                          </m:e>
                        </m:d>
                      </m:sup>
                    </m:sSup>
                    <m:r>
                      <a:rPr lang="en-US" sz="1600" i="0" dirty="0">
                        <a:solidFill>
                          <a:srgbClr val="003366"/>
                        </a:solidFill>
                        <a:latin typeface="Cambria Math" panose="02040503050406030204" pitchFamily="18" charset="0"/>
                      </a:rPr>
                      <m:t>=−0.5</m:t>
                    </m:r>
                  </m:oMath>
                </a14:m>
                <a:r>
                  <a:rPr lang="en-US" sz="1600" dirty="0">
                    <a:solidFill>
                      <a:srgbClr val="003366"/>
                    </a:solidFill>
                    <a:latin typeface="Aptos Display" panose="020B0004020202020204" pitchFamily="34" charset="0"/>
                  </a:rPr>
                  <a:t>. Since input values (like image pixels) are positive, the server recovers the exact private training sample: </a:t>
                </a:r>
                <a14:m>
                  <m:oMath xmlns:m="http://schemas.openxmlformats.org/officeDocument/2006/math">
                    <m:r>
                      <a:rPr lang="en-US" sz="1600" i="1" dirty="0" smtClean="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=2.0</m:t>
                    </m:r>
                  </m:oMath>
                </a14:m>
                <a:r>
                  <a:rPr lang="en-US" sz="1600" dirty="0">
                    <a:solidFill>
                      <a:srgbClr val="003366"/>
                    </a:solidFill>
                    <a:latin typeface="Aptos Display" panose="020B0004020202020204" pitchFamily="34" charset="0"/>
                  </a:rPr>
                  <a:t>.</a:t>
                </a:r>
              </a:p>
            </p:txBody>
          </p:sp>
        </mc:Choice>
        <mc:Fallback xmlns="">
          <p:sp>
            <p:nvSpPr>
              <p:cNvPr id="5" name="Content Placeholder 4">
                <a:extLst>
                  <a:ext uri="{FF2B5EF4-FFF2-40B4-BE49-F238E27FC236}">
                    <a16:creationId xmlns:a16="http://schemas.microsoft.com/office/drawing/2014/main" id="{FA67FF86-4586-BA7C-60D5-4207773E44E4}"/>
                  </a:ext>
                </a:extLst>
              </p:cNvPr>
              <p:cNvSpPr>
                <a:spLocks noGrp="1" noRot="1" noChangeAspect="1" noMove="1" noResize="1" noEditPoints="1" noAdjustHandles="1" noChangeArrowheads="1" noChangeShapeType="1" noTextEdit="1"/>
              </p:cNvSpPr>
              <p:nvPr>
                <p:ph idx="1"/>
              </p:nvPr>
            </p:nvSpPr>
            <p:spPr>
              <a:xfrm>
                <a:off x="374774" y="980728"/>
                <a:ext cx="8424556" cy="5616624"/>
              </a:xfrm>
              <a:blipFill>
                <a:blip r:embed="rId3"/>
                <a:stretch>
                  <a:fillRect l="-1506" t="-1129" r="-1355"/>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BB9D3941-0F72-475B-D3C4-DB682CDF9232}"/>
              </a:ext>
            </a:extLst>
          </p:cNvPr>
          <p:cNvSpPr>
            <a:spLocks noGrp="1"/>
          </p:cNvSpPr>
          <p:nvPr>
            <p:ph type="sldNum" sz="quarter" idx="10"/>
          </p:nvPr>
        </p:nvSpPr>
        <p:spPr/>
        <p:txBody>
          <a:bodyPr/>
          <a:lstStyle/>
          <a:p>
            <a:pPr>
              <a:defRPr/>
            </a:pPr>
            <a:fld id="{FE5AEF74-5102-4921-8DBA-649C609AF6D1}" type="slidenum">
              <a:rPr lang="it-IT" smtClean="0"/>
              <a:pPr>
                <a:defRPr/>
              </a:pPr>
              <a:t>33</a:t>
            </a:fld>
            <a:endParaRPr lang="it-IT"/>
          </a:p>
        </p:txBody>
      </p:sp>
      <p:sp>
        <p:nvSpPr>
          <p:cNvPr id="4" name="Round Diagonal Corner Rectangle 3">
            <a:extLst>
              <a:ext uri="{FF2B5EF4-FFF2-40B4-BE49-F238E27FC236}">
                <a16:creationId xmlns:a16="http://schemas.microsoft.com/office/drawing/2014/main" id="{58070D99-F656-85C7-A5AE-81941D0B1038}"/>
              </a:ext>
            </a:extLst>
          </p:cNvPr>
          <p:cNvSpPr/>
          <p:nvPr/>
        </p:nvSpPr>
        <p:spPr>
          <a:xfrm>
            <a:off x="211605" y="1412776"/>
            <a:ext cx="8587725" cy="1296145"/>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 Diagonal Corner Rectangle 5">
            <a:extLst>
              <a:ext uri="{FF2B5EF4-FFF2-40B4-BE49-F238E27FC236}">
                <a16:creationId xmlns:a16="http://schemas.microsoft.com/office/drawing/2014/main" id="{A3F242A2-0B8E-FF1A-60E4-E6936A00C431}"/>
              </a:ext>
            </a:extLst>
          </p:cNvPr>
          <p:cNvSpPr/>
          <p:nvPr/>
        </p:nvSpPr>
        <p:spPr>
          <a:xfrm>
            <a:off x="211605" y="2852935"/>
            <a:ext cx="8587725" cy="1296145"/>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ound Diagonal Corner Rectangle 6">
            <a:extLst>
              <a:ext uri="{FF2B5EF4-FFF2-40B4-BE49-F238E27FC236}">
                <a16:creationId xmlns:a16="http://schemas.microsoft.com/office/drawing/2014/main" id="{0CCC67D5-84CF-F1D4-3D11-9072E4247662}"/>
              </a:ext>
            </a:extLst>
          </p:cNvPr>
          <p:cNvSpPr/>
          <p:nvPr/>
        </p:nvSpPr>
        <p:spPr>
          <a:xfrm>
            <a:off x="211605" y="4293094"/>
            <a:ext cx="8587725" cy="2160242"/>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4009268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34D91-4522-DB96-9FDB-10E45A28E4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6E430-ABD2-3D68-93AA-71A68800F055}"/>
              </a:ext>
            </a:extLst>
          </p:cNvPr>
          <p:cNvSpPr>
            <a:spLocks noGrp="1"/>
          </p:cNvSpPr>
          <p:nvPr>
            <p:ph type="title"/>
          </p:nvPr>
        </p:nvSpPr>
        <p:spPr>
          <a:xfrm>
            <a:off x="719138" y="286544"/>
            <a:ext cx="7165230" cy="838200"/>
          </a:xfrm>
        </p:spPr>
        <p:txBody>
          <a:bodyPr/>
          <a:lstStyle/>
          <a:p>
            <a:r>
              <a:rPr lang="en-CA" sz="2800" i="1" dirty="0">
                <a:latin typeface="Cambria"/>
              </a:rPr>
              <a:t>G</a:t>
            </a:r>
            <a:r>
              <a:rPr lang="en-CA" sz="2600" i="1" dirty="0">
                <a:latin typeface="Cambria"/>
              </a:rPr>
              <a:t>RADIENT </a:t>
            </a:r>
            <a:r>
              <a:rPr lang="en-CA" sz="2800" i="1" dirty="0">
                <a:latin typeface="Cambria"/>
              </a:rPr>
              <a:t>E</a:t>
            </a:r>
            <a:r>
              <a:rPr lang="en-CA" sz="2600" i="1" dirty="0">
                <a:latin typeface="Cambria"/>
              </a:rPr>
              <a:t>STIMATION (</a:t>
            </a:r>
            <a:r>
              <a:rPr lang="en-CA" sz="2800" i="1" dirty="0">
                <a:latin typeface="Cambria"/>
              </a:rPr>
              <a:t>F</a:t>
            </a:r>
            <a:r>
              <a:rPr lang="en-CA" sz="2600" i="1" dirty="0">
                <a:latin typeface="Cambria"/>
              </a:rPr>
              <a:t>INITE </a:t>
            </a:r>
            <a:r>
              <a:rPr lang="en-CA" sz="2800" i="1" dirty="0">
                <a:latin typeface="Cambria"/>
              </a:rPr>
              <a:t>D</a:t>
            </a:r>
            <a:r>
              <a:rPr lang="en-CA" sz="2600" i="1" dirty="0">
                <a:latin typeface="Cambria"/>
              </a:rPr>
              <a:t>IFFERENCE)</a:t>
            </a:r>
            <a:endParaRPr lang="en-CA" sz="2600" b="1" i="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E802A2E-9038-F8DD-A37F-7E56631869CA}"/>
                  </a:ext>
                </a:extLst>
              </p:cNvPr>
              <p:cNvSpPr>
                <a:spLocks noGrp="1"/>
              </p:cNvSpPr>
              <p:nvPr>
                <p:ph idx="1"/>
              </p:nvPr>
            </p:nvSpPr>
            <p:spPr>
              <a:xfrm>
                <a:off x="521333" y="996840"/>
                <a:ext cx="8101334" cy="5456496"/>
              </a:xfrm>
            </p:spPr>
            <p:txBody>
              <a:bodyPr/>
              <a:lstStyle/>
              <a:p>
                <a:r>
                  <a:rPr lang="en-US" sz="1600" dirty="0">
                    <a:solidFill>
                      <a:srgbClr val="003366"/>
                    </a:solidFill>
                    <a:latin typeface="Aptos Display" panose="020B0004020202020204" pitchFamily="34" charset="0"/>
                  </a:rPr>
                  <a:t>If a model outputs soft probabilities, an attacker can estimate the gradient of a prediction function with respect to the input features. This is done using the concept of </a:t>
                </a:r>
                <a:r>
                  <a:rPr lang="en-US" sz="1600" b="1" dirty="0">
                    <a:solidFill>
                      <a:srgbClr val="003366"/>
                    </a:solidFill>
                    <a:latin typeface="Aptos Display" panose="020B0004020202020204" pitchFamily="34" charset="0"/>
                  </a:rPr>
                  <a:t>finite differences</a:t>
                </a:r>
                <a:r>
                  <a:rPr lang="en-US" sz="1600" dirty="0">
                    <a:solidFill>
                      <a:srgbClr val="003366"/>
                    </a:solidFill>
                    <a:latin typeface="Aptos Display" panose="020B0004020202020204" pitchFamily="34" charset="0"/>
                  </a:rPr>
                  <a:t> from calculus. By modifying one input feature by a tiny step size </a:t>
                </a:r>
                <a14:m>
                  <m:oMath xmlns:m="http://schemas.openxmlformats.org/officeDocument/2006/math">
                    <m:r>
                      <a:rPr lang="en-US" sz="1600" i="1" dirty="0" smtClean="0">
                        <a:solidFill>
                          <a:srgbClr val="003366"/>
                        </a:solidFill>
                        <a:latin typeface="Cambria Math" panose="02040503050406030204" pitchFamily="18" charset="0"/>
                      </a:rPr>
                      <m:t>h</m:t>
                    </m:r>
                  </m:oMath>
                </a14:m>
                <a:r>
                  <a:rPr lang="en-US" sz="1600" dirty="0">
                    <a:solidFill>
                      <a:srgbClr val="003366"/>
                    </a:solidFill>
                    <a:latin typeface="Aptos Display" panose="020B0004020202020204" pitchFamily="34" charset="0"/>
                  </a:rPr>
                  <a:t> while keeping the other features constant, the attacker approximates the partial derivative for that feature.</a:t>
                </a:r>
              </a:p>
              <a:p>
                <a:endParaRPr lang="en-US" sz="1600" dirty="0">
                  <a:solidFill>
                    <a:srgbClr val="003366"/>
                  </a:solidFill>
                  <a:latin typeface="Aptos Display" panose="020B0004020202020204" pitchFamily="34" charset="0"/>
                </a:endParaRPr>
              </a:p>
              <a:p>
                <a:r>
                  <a:rPr lang="en-US" sz="1600" b="1" u="sng" dirty="0">
                    <a:solidFill>
                      <a:srgbClr val="003366"/>
                    </a:solidFill>
                    <a:latin typeface="Aptos Display" panose="020B0004020202020204" pitchFamily="34" charset="0"/>
                  </a:rPr>
                  <a:t>Mathematical Formulation:</a:t>
                </a:r>
              </a:p>
              <a:p>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Let </a:t>
                </a:r>
                <a14:m>
                  <m:oMath xmlns:m="http://schemas.openxmlformats.org/officeDocument/2006/math">
                    <m:r>
                      <a:rPr lang="en-US" sz="1600" i="1" dirty="0" smtClean="0">
                        <a:solidFill>
                          <a:srgbClr val="003366"/>
                        </a:solidFill>
                        <a:latin typeface="Cambria Math" panose="02040503050406030204" pitchFamily="18" charset="0"/>
                      </a:rPr>
                      <m:t>𝑓</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e>
                    </m:d>
                  </m:oMath>
                </a14:m>
                <a:r>
                  <a:rPr lang="en-US" sz="1600" dirty="0">
                    <a:solidFill>
                      <a:srgbClr val="003366"/>
                    </a:solidFill>
                    <a:latin typeface="Aptos Display" panose="020B0004020202020204" pitchFamily="34" charset="0"/>
                  </a:rPr>
                  <a:t> be the probability of a target class for input vector </a:t>
                </a:r>
                <a14:m>
                  <m:oMath xmlns:m="http://schemas.openxmlformats.org/officeDocument/2006/math">
                    <m:r>
                      <a:rPr lang="en-US" sz="1600" i="1" dirty="0" smtClean="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0" dirty="0">
                                    <a:solidFill>
                                      <a:srgbClr val="003366"/>
                                    </a:solidFill>
                                    <a:latin typeface="Cambria Math" panose="02040503050406030204" pitchFamily="18" charset="0"/>
                                  </a:rPr>
                                  <m:t>1</m:t>
                                </m:r>
                              </m:sub>
                            </m:sSub>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1" dirty="0">
                                    <a:solidFill>
                                      <a:srgbClr val="003366"/>
                                    </a:solidFill>
                                    <a:latin typeface="Cambria Math" panose="02040503050406030204" pitchFamily="18" charset="0"/>
                                  </a:rPr>
                                  <m:t>𝑑</m:t>
                                </m:r>
                              </m:sub>
                            </m:sSub>
                          </m:e>
                        </m:d>
                      </m:e>
                      <m:sup>
                        <m:r>
                          <a:rPr lang="en-US" sz="1600" i="1" dirty="0">
                            <a:solidFill>
                              <a:srgbClr val="003366"/>
                            </a:solidFill>
                            <a:latin typeface="Cambria Math" panose="02040503050406030204" pitchFamily="18" charset="0"/>
                          </a:rPr>
                          <m:t>𝑇</m:t>
                        </m:r>
                      </m:sup>
                    </m:sSup>
                  </m:oMath>
                </a14:m>
                <a:r>
                  <a:rPr lang="en-US" sz="1600" dirty="0">
                    <a:solidFill>
                      <a:srgbClr val="003366"/>
                    </a:solidFill>
                    <a:latin typeface="Aptos Display" panose="020B0004020202020204" pitchFamily="34" charset="0"/>
                  </a:rPr>
                  <a:t>. The partial derivative of the model's output with respect to the </a:t>
                </a:r>
                <a14:m>
                  <m:oMath xmlns:m="http://schemas.openxmlformats.org/officeDocument/2006/math">
                    <m:r>
                      <a:rPr lang="en-US" sz="1600" i="1" dirty="0" smtClean="0">
                        <a:solidFill>
                          <a:srgbClr val="003366"/>
                        </a:solidFill>
                        <a:latin typeface="Cambria Math" panose="02040503050406030204" pitchFamily="18" charset="0"/>
                      </a:rPr>
                      <m:t>𝑗</m:t>
                    </m:r>
                  </m:oMath>
                </a14:m>
                <a:r>
                  <a:rPr lang="en-US" sz="1600" dirty="0">
                    <a:solidFill>
                      <a:srgbClr val="003366"/>
                    </a:solidFill>
                    <a:latin typeface="Aptos Display" panose="020B0004020202020204" pitchFamily="34" charset="0"/>
                  </a:rPr>
                  <a:t>-</a:t>
                </a:r>
                <a:r>
                  <a:rPr lang="en-US" sz="1600" dirty="0" err="1">
                    <a:solidFill>
                      <a:srgbClr val="003366"/>
                    </a:solidFill>
                    <a:latin typeface="Aptos Display" panose="020B0004020202020204" pitchFamily="34" charset="0"/>
                  </a:rPr>
                  <a:t>th</a:t>
                </a:r>
                <a:r>
                  <a:rPr lang="en-US" sz="1600" dirty="0">
                    <a:solidFill>
                      <a:srgbClr val="003366"/>
                    </a:solidFill>
                    <a:latin typeface="Aptos Display" panose="020B0004020202020204" pitchFamily="34" charset="0"/>
                  </a:rPr>
                  <a:t> input feature is approximated as:</a:t>
                </a:r>
              </a:p>
              <a:p>
                <a:endParaRPr lang="en-US" sz="1600"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f>
                      <m:fPr>
                        <m:ctrlPr>
                          <a:rPr lang="en-US" sz="1600" i="1" dirty="0" smtClean="0">
                            <a:solidFill>
                              <a:srgbClr val="003366"/>
                            </a:solidFill>
                            <a:latin typeface="Cambria Math" panose="02040503050406030204" pitchFamily="18" charset="0"/>
                          </a:rPr>
                        </m:ctrlPr>
                      </m:fPr>
                      <m:num>
                        <m:r>
                          <a:rPr lang="en-US" sz="1600" i="1"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𝑓</m:t>
                        </m:r>
                      </m:num>
                      <m:den>
                        <m:r>
                          <a:rPr lang="en-US" sz="1600" i="1" dirty="0" smtClean="0">
                            <a:solidFill>
                              <a:srgbClr val="003366"/>
                            </a:solidFill>
                            <a:latin typeface="Cambria Math" panose="02040503050406030204" pitchFamily="18" charset="0"/>
                          </a:rPr>
                          <m:t>𝜕</m:t>
                        </m:r>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𝑥</m:t>
                            </m:r>
                          </m:e>
                          <m:sub>
                            <m:r>
                              <a:rPr lang="en-US" sz="1600" i="1" dirty="0" smtClean="0">
                                <a:solidFill>
                                  <a:srgbClr val="003366"/>
                                </a:solidFill>
                                <a:latin typeface="Cambria Math" panose="02040503050406030204" pitchFamily="18" charset="0"/>
                              </a:rPr>
                              <m:t>𝑗</m:t>
                            </m:r>
                          </m:sub>
                        </m:sSub>
                      </m:den>
                    </m:f>
                    <m:r>
                      <a:rPr lang="en-US" sz="1600" i="0" dirty="0" smtClean="0">
                        <a:solidFill>
                          <a:srgbClr val="003366"/>
                        </a:solidFill>
                        <a:latin typeface="Cambria Math" panose="02040503050406030204" pitchFamily="18" charset="0"/>
                      </a:rPr>
                      <m:t>≈</m:t>
                    </m:r>
                    <m:f>
                      <m:fPr>
                        <m:ctrlPr>
                          <a:rPr lang="en-US" sz="1600" i="1" dirty="0" smtClean="0">
                            <a:solidFill>
                              <a:srgbClr val="003366"/>
                            </a:solidFill>
                            <a:latin typeface="Cambria Math" panose="02040503050406030204" pitchFamily="18" charset="0"/>
                          </a:rPr>
                        </m:ctrlPr>
                      </m:fPr>
                      <m:num>
                        <m:r>
                          <a:rPr lang="en-US" sz="1600" i="1" dirty="0" smtClean="0">
                            <a:solidFill>
                              <a:srgbClr val="003366"/>
                            </a:solidFill>
                            <a:latin typeface="Cambria Math" panose="02040503050406030204" pitchFamily="18" charset="0"/>
                          </a:rPr>
                          <m:t>𝑓</m:t>
                        </m:r>
                        <m:d>
                          <m:dPr>
                            <m:ctrlPr>
                              <a:rPr lang="en-US" sz="1600" i="1" dirty="0" smtClean="0">
                                <a:solidFill>
                                  <a:srgbClr val="003366"/>
                                </a:solidFill>
                                <a:latin typeface="Cambria Math" panose="02040503050406030204" pitchFamily="18" charset="0"/>
                              </a:rPr>
                            </m:ctrlPr>
                          </m:dPr>
                          <m:e>
                            <m:r>
                              <a:rPr lang="en-US" sz="1600" i="1" dirty="0" smtClean="0">
                                <a:solidFill>
                                  <a:srgbClr val="003366"/>
                                </a:solidFill>
                                <a:latin typeface="Cambria Math" panose="02040503050406030204" pitchFamily="18" charset="0"/>
                              </a:rPr>
                              <m:t>𝑥</m:t>
                            </m:r>
                            <m:r>
                              <a:rPr lang="en-US" sz="1600" i="0"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h</m:t>
                            </m:r>
                            <m:r>
                              <a:rPr lang="en-US" sz="1600" i="0" dirty="0" smtClean="0">
                                <a:solidFill>
                                  <a:srgbClr val="003366"/>
                                </a:solidFill>
                                <a:latin typeface="Cambria Math" panose="02040503050406030204" pitchFamily="18" charset="0"/>
                              </a:rPr>
                              <m:t>⋅</m:t>
                            </m:r>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𝑒</m:t>
                                </m:r>
                              </m:e>
                              <m:sub>
                                <m:r>
                                  <a:rPr lang="en-US" sz="1600" i="1" dirty="0" smtClean="0">
                                    <a:solidFill>
                                      <a:srgbClr val="003366"/>
                                    </a:solidFill>
                                    <a:latin typeface="Cambria Math" panose="02040503050406030204" pitchFamily="18" charset="0"/>
                                  </a:rPr>
                                  <m:t>𝑗</m:t>
                                </m:r>
                              </m:sub>
                            </m:sSub>
                          </m:e>
                        </m:d>
                        <m:r>
                          <a:rPr lang="en-US" sz="1600" i="0"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𝑓</m:t>
                        </m:r>
                        <m:d>
                          <m:dPr>
                            <m:ctrlPr>
                              <a:rPr lang="en-US" sz="1600" i="1" dirty="0" smtClean="0">
                                <a:solidFill>
                                  <a:srgbClr val="003366"/>
                                </a:solidFill>
                                <a:latin typeface="Cambria Math" panose="02040503050406030204" pitchFamily="18" charset="0"/>
                              </a:rPr>
                            </m:ctrlPr>
                          </m:dPr>
                          <m:e>
                            <m:r>
                              <a:rPr lang="en-US" sz="1600" i="1" dirty="0" smtClean="0">
                                <a:solidFill>
                                  <a:srgbClr val="003366"/>
                                </a:solidFill>
                                <a:latin typeface="Cambria Math" panose="02040503050406030204" pitchFamily="18" charset="0"/>
                              </a:rPr>
                              <m:t>𝑥</m:t>
                            </m:r>
                          </m:e>
                        </m:d>
                      </m:num>
                      <m:den>
                        <m:r>
                          <a:rPr lang="en-US" sz="1600" i="1" dirty="0" smtClean="0">
                            <a:solidFill>
                              <a:srgbClr val="003366"/>
                            </a:solidFill>
                            <a:latin typeface="Cambria Math" panose="02040503050406030204" pitchFamily="18" charset="0"/>
                          </a:rPr>
                          <m:t>h</m:t>
                        </m:r>
                      </m:den>
                    </m:f>
                  </m:oMath>
                </a14:m>
                <a:endParaRPr lang="en-US" sz="1600" dirty="0">
                  <a:solidFill>
                    <a:srgbClr val="003366"/>
                  </a:solidFill>
                  <a:latin typeface="Aptos Display" panose="020B0004020202020204" pitchFamily="34" charset="0"/>
                </a:endParaRPr>
              </a:p>
              <a:p>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where </a:t>
                </a:r>
                <a14:m>
                  <m:oMath xmlns:m="http://schemas.openxmlformats.org/officeDocument/2006/math">
                    <m:r>
                      <a:rPr lang="en-US" sz="1600" i="1" dirty="0" smtClean="0">
                        <a:solidFill>
                          <a:srgbClr val="003366"/>
                        </a:solidFill>
                        <a:latin typeface="Cambria Math" panose="02040503050406030204" pitchFamily="18" charset="0"/>
                      </a:rPr>
                      <m:t>h</m:t>
                    </m:r>
                  </m:oMath>
                </a14:m>
                <a:r>
                  <a:rPr lang="en-US" sz="1600" dirty="0">
                    <a:solidFill>
                      <a:srgbClr val="003366"/>
                    </a:solidFill>
                    <a:latin typeface="Aptos Display" panose="020B0004020202020204" pitchFamily="34" charset="0"/>
                  </a:rPr>
                  <a:t>is a small step size, and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𝑒</m:t>
                        </m:r>
                      </m:e>
                      <m:sub>
                        <m:r>
                          <a:rPr lang="en-US" sz="1600" i="1" dirty="0">
                            <a:solidFill>
                              <a:srgbClr val="003366"/>
                            </a:solidFill>
                            <a:latin typeface="Cambria Math" panose="02040503050406030204" pitchFamily="18" charset="0"/>
                          </a:rPr>
                          <m:t>𝑗</m:t>
                        </m:r>
                      </m:sub>
                    </m:sSub>
                  </m:oMath>
                </a14:m>
                <a:r>
                  <a:rPr lang="en-US" sz="1600" dirty="0">
                    <a:solidFill>
                      <a:srgbClr val="003366"/>
                    </a:solidFill>
                    <a:latin typeface="Aptos Display" panose="020B0004020202020204" pitchFamily="34" charset="0"/>
                  </a:rPr>
                  <a:t> is the unit vector with a 1 in the </a:t>
                </a:r>
                <a14:m>
                  <m:oMath xmlns:m="http://schemas.openxmlformats.org/officeDocument/2006/math">
                    <m:r>
                      <a:rPr lang="en-US" sz="1600" i="1" dirty="0" smtClean="0">
                        <a:solidFill>
                          <a:srgbClr val="003366"/>
                        </a:solidFill>
                        <a:latin typeface="Cambria Math" panose="02040503050406030204" pitchFamily="18" charset="0"/>
                      </a:rPr>
                      <m:t>𝑗</m:t>
                    </m:r>
                  </m:oMath>
                </a14:m>
                <a:r>
                  <a:rPr lang="en-US" sz="1600" dirty="0">
                    <a:solidFill>
                      <a:srgbClr val="003366"/>
                    </a:solidFill>
                    <a:latin typeface="Aptos Display" panose="020B0004020202020204" pitchFamily="34" charset="0"/>
                  </a:rPr>
                  <a:t>-</a:t>
                </a:r>
                <a:r>
                  <a:rPr lang="en-US" sz="1600" dirty="0" err="1">
                    <a:solidFill>
                      <a:srgbClr val="003366"/>
                    </a:solidFill>
                    <a:latin typeface="Aptos Display" panose="020B0004020202020204" pitchFamily="34" charset="0"/>
                  </a:rPr>
                  <a:t>th</a:t>
                </a:r>
                <a:r>
                  <a:rPr lang="en-US" sz="1600" dirty="0">
                    <a:solidFill>
                      <a:srgbClr val="003366"/>
                    </a:solidFill>
                    <a:latin typeface="Aptos Display" panose="020B0004020202020204" pitchFamily="34" charset="0"/>
                  </a:rPr>
                  <a:t> coordinate and 0 elsewhere.</a:t>
                </a:r>
              </a:p>
              <a:p>
                <a:r>
                  <a:rPr lang="en-US" sz="1600" dirty="0">
                    <a:solidFill>
                      <a:srgbClr val="003366"/>
                    </a:solidFill>
                    <a:latin typeface="Aptos Display" panose="020B0004020202020204" pitchFamily="34" charset="0"/>
                  </a:rPr>
                  <a:t>The complete estimated gradient vector is:</a:t>
                </a:r>
              </a:p>
              <a:p>
                <a:endParaRPr lang="en-US" sz="1600"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m:t>
                        </m:r>
                      </m:e>
                      <m:sub>
                        <m:r>
                          <a:rPr lang="en-US" sz="1600" i="1" dirty="0" smtClean="0">
                            <a:solidFill>
                              <a:srgbClr val="003366"/>
                            </a:solidFill>
                            <a:latin typeface="Cambria Math" panose="02040503050406030204" pitchFamily="18" charset="0"/>
                          </a:rPr>
                          <m:t>𝑥</m:t>
                        </m:r>
                      </m:sub>
                    </m:sSub>
                    <m:r>
                      <a:rPr lang="en-US" sz="1600" i="1" dirty="0" smtClean="0">
                        <a:solidFill>
                          <a:srgbClr val="003366"/>
                        </a:solidFill>
                        <a:latin typeface="Cambria Math" panose="02040503050406030204" pitchFamily="18" charset="0"/>
                      </a:rPr>
                      <m:t>𝑓</m:t>
                    </m:r>
                    <m:d>
                      <m:dPr>
                        <m:ctrlPr>
                          <a:rPr lang="en-US" sz="1600" i="1" dirty="0" smtClean="0">
                            <a:solidFill>
                              <a:srgbClr val="003366"/>
                            </a:solidFill>
                            <a:latin typeface="Cambria Math" panose="02040503050406030204" pitchFamily="18" charset="0"/>
                          </a:rPr>
                        </m:ctrlPr>
                      </m:dPr>
                      <m:e>
                        <m:r>
                          <a:rPr lang="en-US" sz="1600" i="1" dirty="0" smtClean="0">
                            <a:solidFill>
                              <a:srgbClr val="003366"/>
                            </a:solidFill>
                            <a:latin typeface="Cambria Math" panose="02040503050406030204" pitchFamily="18" charset="0"/>
                          </a:rPr>
                          <m:t>𝑥</m:t>
                        </m:r>
                      </m:e>
                    </m:d>
                    <m:r>
                      <a:rPr lang="en-US" sz="1600" i="0" dirty="0" smtClean="0">
                        <a:solidFill>
                          <a:srgbClr val="003366"/>
                        </a:solidFill>
                        <a:latin typeface="Cambria Math" panose="02040503050406030204" pitchFamily="18" charset="0"/>
                      </a:rPr>
                      <m:t>≈</m:t>
                    </m:r>
                    <m:sSup>
                      <m:sSupPr>
                        <m:ctrlPr>
                          <a:rPr lang="en-US" sz="1600" i="1" dirty="0" smtClean="0">
                            <a:solidFill>
                              <a:srgbClr val="003366"/>
                            </a:solidFill>
                            <a:latin typeface="Cambria Math" panose="02040503050406030204" pitchFamily="18" charset="0"/>
                          </a:rPr>
                        </m:ctrlPr>
                      </m:sSupPr>
                      <m:e>
                        <m:d>
                          <m:dPr>
                            <m:begChr m:val="["/>
                            <m:endChr m:val="]"/>
                            <m:ctrlPr>
                              <a:rPr lang="en-US" sz="1600" i="1" dirty="0" smtClean="0">
                                <a:solidFill>
                                  <a:srgbClr val="003366"/>
                                </a:solidFill>
                                <a:latin typeface="Cambria Math" panose="02040503050406030204" pitchFamily="18" charset="0"/>
                              </a:rPr>
                            </m:ctrlPr>
                          </m:dPr>
                          <m:e>
                            <m:f>
                              <m:fPr>
                                <m:ctrlPr>
                                  <a:rPr lang="en-US" sz="1600" i="1" dirty="0" smtClean="0">
                                    <a:solidFill>
                                      <a:srgbClr val="003366"/>
                                    </a:solidFill>
                                    <a:latin typeface="Cambria Math" panose="02040503050406030204" pitchFamily="18" charset="0"/>
                                  </a:rPr>
                                </m:ctrlPr>
                              </m:fPr>
                              <m:num>
                                <m:r>
                                  <a:rPr lang="en-US" sz="1600" i="1"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𝑓</m:t>
                                </m:r>
                              </m:num>
                              <m:den>
                                <m:r>
                                  <a:rPr lang="en-US" sz="1600" i="1" dirty="0" smtClean="0">
                                    <a:solidFill>
                                      <a:srgbClr val="003366"/>
                                    </a:solidFill>
                                    <a:latin typeface="Cambria Math" panose="02040503050406030204" pitchFamily="18" charset="0"/>
                                  </a:rPr>
                                  <m:t>𝜕</m:t>
                                </m:r>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𝑥</m:t>
                                    </m:r>
                                  </m:e>
                                  <m:sub>
                                    <m:r>
                                      <a:rPr lang="en-US" sz="1600" i="0" dirty="0" smtClean="0">
                                        <a:solidFill>
                                          <a:srgbClr val="003366"/>
                                        </a:solidFill>
                                        <a:latin typeface="Cambria Math" panose="02040503050406030204" pitchFamily="18" charset="0"/>
                                      </a:rPr>
                                      <m:t>1</m:t>
                                    </m:r>
                                  </m:sub>
                                </m:sSub>
                              </m:den>
                            </m:f>
                            <m:r>
                              <a:rPr lang="en-US" sz="1600" i="0" dirty="0" smtClean="0">
                                <a:solidFill>
                                  <a:srgbClr val="003366"/>
                                </a:solidFill>
                                <a:latin typeface="Cambria Math" panose="02040503050406030204" pitchFamily="18" charset="0"/>
                              </a:rPr>
                              <m:t>, …, </m:t>
                            </m:r>
                            <m:f>
                              <m:fPr>
                                <m:ctrlPr>
                                  <a:rPr lang="en-US" sz="1600" i="1" dirty="0" smtClean="0">
                                    <a:solidFill>
                                      <a:srgbClr val="003366"/>
                                    </a:solidFill>
                                    <a:latin typeface="Cambria Math" panose="02040503050406030204" pitchFamily="18" charset="0"/>
                                  </a:rPr>
                                </m:ctrlPr>
                              </m:fPr>
                              <m:num>
                                <m:r>
                                  <a:rPr lang="en-US" sz="1600" i="1"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𝑓</m:t>
                                </m:r>
                              </m:num>
                              <m:den>
                                <m:r>
                                  <a:rPr lang="en-US" sz="1600" i="1" dirty="0" smtClean="0">
                                    <a:solidFill>
                                      <a:srgbClr val="003366"/>
                                    </a:solidFill>
                                    <a:latin typeface="Cambria Math" panose="02040503050406030204" pitchFamily="18" charset="0"/>
                                  </a:rPr>
                                  <m:t>𝜕</m:t>
                                </m:r>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𝑥</m:t>
                                    </m:r>
                                  </m:e>
                                  <m:sub>
                                    <m:r>
                                      <a:rPr lang="en-US" sz="1600" i="1" dirty="0" smtClean="0">
                                        <a:solidFill>
                                          <a:srgbClr val="003366"/>
                                        </a:solidFill>
                                        <a:latin typeface="Cambria Math" panose="02040503050406030204" pitchFamily="18" charset="0"/>
                                      </a:rPr>
                                      <m:t>𝑑</m:t>
                                    </m:r>
                                  </m:sub>
                                </m:sSub>
                              </m:den>
                            </m:f>
                          </m:e>
                        </m:d>
                      </m:e>
                      <m:sup>
                        <m:r>
                          <a:rPr lang="en-US" sz="1600" i="1" dirty="0" smtClean="0">
                            <a:solidFill>
                              <a:srgbClr val="003366"/>
                            </a:solidFill>
                            <a:latin typeface="Cambria Math" panose="02040503050406030204" pitchFamily="18" charset="0"/>
                          </a:rPr>
                          <m:t>𝑇</m:t>
                        </m:r>
                      </m:sup>
                    </m:sSup>
                  </m:oMath>
                </a14:m>
                <a:endParaRPr lang="en-US" sz="1600" dirty="0">
                  <a:solidFill>
                    <a:srgbClr val="003366"/>
                  </a:solidFill>
                  <a:latin typeface="Aptos Display" panose="020B0004020202020204" pitchFamily="34" charset="0"/>
                </a:endParaRPr>
              </a:p>
            </p:txBody>
          </p:sp>
        </mc:Choice>
        <mc:Fallback xmlns="">
          <p:sp>
            <p:nvSpPr>
              <p:cNvPr id="5" name="Content Placeholder 4">
                <a:extLst>
                  <a:ext uri="{FF2B5EF4-FFF2-40B4-BE49-F238E27FC236}">
                    <a16:creationId xmlns:a16="http://schemas.microsoft.com/office/drawing/2014/main" id="{0E802A2E-9038-F8DD-A37F-7E56631869CA}"/>
                  </a:ext>
                </a:extLst>
              </p:cNvPr>
              <p:cNvSpPr>
                <a:spLocks noGrp="1" noRot="1" noChangeAspect="1" noMove="1" noResize="1" noEditPoints="1" noAdjustHandles="1" noChangeArrowheads="1" noChangeShapeType="1" noTextEdit="1"/>
              </p:cNvSpPr>
              <p:nvPr>
                <p:ph idx="1"/>
              </p:nvPr>
            </p:nvSpPr>
            <p:spPr>
              <a:xfrm>
                <a:off x="521333" y="996840"/>
                <a:ext cx="8101334" cy="5456496"/>
              </a:xfrm>
              <a:blipFill>
                <a:blip r:embed="rId3"/>
                <a:stretch>
                  <a:fillRect l="-1567" t="-1160" r="-1254"/>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B843F6BC-FEA7-086C-6BA6-26E7D93BA7B5}"/>
              </a:ext>
            </a:extLst>
          </p:cNvPr>
          <p:cNvSpPr>
            <a:spLocks noGrp="1"/>
          </p:cNvSpPr>
          <p:nvPr>
            <p:ph type="sldNum" sz="quarter" idx="10"/>
          </p:nvPr>
        </p:nvSpPr>
        <p:spPr/>
        <p:txBody>
          <a:bodyPr/>
          <a:lstStyle/>
          <a:p>
            <a:pPr>
              <a:defRPr/>
            </a:pPr>
            <a:fld id="{FE5AEF74-5102-4921-8DBA-649C609AF6D1}" type="slidenum">
              <a:rPr lang="it-IT" smtClean="0"/>
              <a:pPr>
                <a:defRPr/>
              </a:pPr>
              <a:t>34</a:t>
            </a:fld>
            <a:endParaRPr lang="it-IT"/>
          </a:p>
        </p:txBody>
      </p:sp>
    </p:spTree>
    <p:extLst>
      <p:ext uri="{BB962C8B-B14F-4D97-AF65-F5344CB8AC3E}">
        <p14:creationId xmlns:p14="http://schemas.microsoft.com/office/powerpoint/2010/main" val="28453892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B9448-949C-A134-366F-E6AF84A9CD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A5B61C-DA1D-4ED9-3FCE-EB65E7676394}"/>
              </a:ext>
            </a:extLst>
          </p:cNvPr>
          <p:cNvSpPr>
            <a:spLocks noGrp="1"/>
          </p:cNvSpPr>
          <p:nvPr>
            <p:ph type="title"/>
          </p:nvPr>
        </p:nvSpPr>
        <p:spPr>
          <a:xfrm>
            <a:off x="719138" y="286544"/>
            <a:ext cx="7165230" cy="838200"/>
          </a:xfrm>
        </p:spPr>
        <p:txBody>
          <a:bodyPr/>
          <a:lstStyle/>
          <a:p>
            <a:r>
              <a:rPr lang="en-CA" sz="2800" i="1" dirty="0">
                <a:latin typeface="Cambria"/>
              </a:rPr>
              <a:t>G</a:t>
            </a:r>
            <a:r>
              <a:rPr lang="en-CA" sz="2600" i="1" dirty="0">
                <a:latin typeface="Cambria"/>
              </a:rPr>
              <a:t>RADIENT </a:t>
            </a:r>
            <a:r>
              <a:rPr lang="en-CA" sz="2800" i="1" dirty="0">
                <a:latin typeface="Cambria"/>
              </a:rPr>
              <a:t>E</a:t>
            </a:r>
            <a:r>
              <a:rPr lang="en-CA" sz="2600" i="1" dirty="0">
                <a:latin typeface="Cambria"/>
              </a:rPr>
              <a:t>STIMATION (</a:t>
            </a:r>
            <a:r>
              <a:rPr lang="en-CA" sz="2800" i="1" dirty="0">
                <a:latin typeface="Cambria"/>
              </a:rPr>
              <a:t>F</a:t>
            </a:r>
            <a:r>
              <a:rPr lang="en-CA" sz="2600" i="1" dirty="0">
                <a:latin typeface="Cambria"/>
              </a:rPr>
              <a:t>INITE </a:t>
            </a:r>
            <a:r>
              <a:rPr lang="en-CA" sz="2800" i="1" dirty="0">
                <a:latin typeface="Cambria"/>
              </a:rPr>
              <a:t>D</a:t>
            </a:r>
            <a:r>
              <a:rPr lang="en-CA" sz="2600" i="1" dirty="0">
                <a:latin typeface="Cambria"/>
              </a:rPr>
              <a:t>IFFERENCE)</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79BF617-3873-0851-335E-5800C30F49C7}"/>
                  </a:ext>
                </a:extLst>
              </p:cNvPr>
              <p:cNvSpPr>
                <a:spLocks noGrp="1"/>
              </p:cNvSpPr>
              <p:nvPr>
                <p:ph idx="1"/>
              </p:nvPr>
            </p:nvSpPr>
            <p:spPr>
              <a:xfrm>
                <a:off x="412072" y="980728"/>
                <a:ext cx="8352928" cy="5400601"/>
              </a:xfrm>
            </p:spPr>
            <p:txBody>
              <a:bodyPr/>
              <a:lstStyle/>
              <a:p>
                <a:r>
                  <a:rPr lang="en-US" sz="1600" dirty="0">
                    <a:solidFill>
                      <a:srgbClr val="003366"/>
                    </a:solidFill>
                    <a:latin typeface="Aptos Display" panose="020B0004020202020204" pitchFamily="34" charset="0"/>
                  </a:rPr>
                  <a:t>Consider a model with a 2D input </a:t>
                </a:r>
                <a14:m>
                  <m:oMath xmlns:m="http://schemas.openxmlformats.org/officeDocument/2006/math">
                    <m:r>
                      <a:rPr lang="en-US" sz="1600" i="1" dirty="0" smtClean="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0" dirty="0">
                                    <a:solidFill>
                                      <a:srgbClr val="003366"/>
                                    </a:solidFill>
                                    <a:latin typeface="Cambria Math" panose="02040503050406030204" pitchFamily="18" charset="0"/>
                                  </a:rPr>
                                  <m:t>1</m:t>
                                </m:r>
                              </m:sub>
                            </m:sSub>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0" dirty="0">
                                    <a:solidFill>
                                      <a:srgbClr val="003366"/>
                                    </a:solidFill>
                                    <a:latin typeface="Cambria Math" panose="02040503050406030204" pitchFamily="18" charset="0"/>
                                  </a:rPr>
                                  <m:t>2</m:t>
                                </m:r>
                              </m:sub>
                            </m:sSub>
                          </m:e>
                        </m:d>
                      </m:e>
                      <m:sup>
                        <m:r>
                          <a:rPr lang="en-US" sz="1600" i="1" dirty="0">
                            <a:solidFill>
                              <a:srgbClr val="003366"/>
                            </a:solidFill>
                            <a:latin typeface="Cambria Math" panose="02040503050406030204" pitchFamily="18" charset="0"/>
                          </a:rPr>
                          <m:t>𝑇</m:t>
                        </m:r>
                      </m:sup>
                    </m:sSup>
                  </m:oMath>
                </a14:m>
                <a:r>
                  <a:rPr lang="en-US" sz="1600" dirty="0">
                    <a:solidFill>
                      <a:srgbClr val="003366"/>
                    </a:solidFill>
                    <a:latin typeface="Aptos Display" panose="020B0004020202020204" pitchFamily="34" charset="0"/>
                  </a:rPr>
                  <a:t> and </a:t>
                </a:r>
                <a14:m>
                  <m:oMath xmlns:m="http://schemas.openxmlformats.org/officeDocument/2006/math">
                    <m:r>
                      <a:rPr lang="en-US" sz="1600" dirty="0" smtClean="0">
                        <a:solidFill>
                          <a:srgbClr val="003366"/>
                        </a:solidFill>
                        <a:latin typeface="Cambria Math" panose="02040503050406030204" pitchFamily="18" charset="0"/>
                      </a:rPr>
                      <m:t>1</m:t>
                    </m:r>
                  </m:oMath>
                </a14:m>
                <a:r>
                  <a:rPr lang="en-US" sz="1600" dirty="0">
                    <a:solidFill>
                      <a:srgbClr val="003366"/>
                    </a:solidFill>
                    <a:latin typeface="Aptos Display" panose="020B0004020202020204" pitchFamily="34" charset="0"/>
                  </a:rPr>
                  <a:t> output class probability. We want to estimate the gradient of this probability at the base point </a:t>
                </a:r>
                <a14:m>
                  <m:oMath xmlns:m="http://schemas.openxmlformats.org/officeDocument/2006/math">
                    <m:r>
                      <a:rPr lang="en-US" sz="1600" i="1" dirty="0" smtClean="0">
                        <a:solidFill>
                          <a:srgbClr val="003366"/>
                        </a:solidFill>
                        <a:latin typeface="Cambria Math" panose="02040503050406030204" pitchFamily="18" charset="0"/>
                      </a:rPr>
                      <m:t>𝑥</m:t>
                    </m:r>
                    <m:r>
                      <a:rPr lang="en-US" sz="1600" i="0" dirty="0" smtClean="0">
                        <a:solidFill>
                          <a:srgbClr val="003366"/>
                        </a:solidFill>
                        <a:latin typeface="Cambria Math" panose="02040503050406030204" pitchFamily="18" charset="0"/>
                      </a:rPr>
                      <m:t>=</m:t>
                    </m:r>
                    <m:sSup>
                      <m:sSupPr>
                        <m:ctrlPr>
                          <a:rPr lang="en-US" sz="1600" i="1" dirty="0" smtClean="0">
                            <a:solidFill>
                              <a:srgbClr val="003366"/>
                            </a:solidFill>
                            <a:latin typeface="Cambria Math" panose="02040503050406030204" pitchFamily="18" charset="0"/>
                          </a:rPr>
                        </m:ctrlPr>
                      </m:sSupPr>
                      <m:e>
                        <m:d>
                          <m:dPr>
                            <m:begChr m:val="["/>
                            <m:endChr m:val="]"/>
                            <m:ctrlPr>
                              <a:rPr lang="en-US" sz="1600" i="1" dirty="0" smtClean="0">
                                <a:solidFill>
                                  <a:srgbClr val="003366"/>
                                </a:solidFill>
                                <a:latin typeface="Cambria Math" panose="02040503050406030204" pitchFamily="18" charset="0"/>
                              </a:rPr>
                            </m:ctrlPr>
                          </m:dPr>
                          <m:e>
                            <m:r>
                              <a:rPr lang="en-US" sz="1600" i="0" dirty="0" smtClean="0">
                                <a:solidFill>
                                  <a:srgbClr val="003366"/>
                                </a:solidFill>
                                <a:latin typeface="Cambria Math" panose="02040503050406030204" pitchFamily="18" charset="0"/>
                              </a:rPr>
                              <m:t>3.0,4.0</m:t>
                            </m:r>
                          </m:e>
                        </m:d>
                      </m:e>
                      <m:sup>
                        <m:r>
                          <a:rPr lang="en-US" sz="1600" i="1" dirty="0" smtClean="0">
                            <a:solidFill>
                              <a:srgbClr val="003366"/>
                            </a:solidFill>
                            <a:latin typeface="Cambria Math" panose="02040503050406030204" pitchFamily="18" charset="0"/>
                          </a:rPr>
                          <m:t>𝑇</m:t>
                        </m:r>
                      </m:sup>
                    </m:sSup>
                  </m:oMath>
                </a14:m>
                <a:r>
                  <a:rPr lang="en-US" sz="1600" dirty="0">
                    <a:solidFill>
                      <a:srgbClr val="003366"/>
                    </a:solidFill>
                    <a:latin typeface="Aptos Display" panose="020B0004020202020204" pitchFamily="34" charset="0"/>
                  </a:rPr>
                  <a:t> using step size </a:t>
                </a:r>
                <a14:m>
                  <m:oMath xmlns:m="http://schemas.openxmlformats.org/officeDocument/2006/math">
                    <m:r>
                      <a:rPr lang="en-US" sz="1600" i="1" dirty="0" smtClean="0">
                        <a:solidFill>
                          <a:srgbClr val="003366"/>
                        </a:solidFill>
                        <a:latin typeface="Cambria Math" panose="02040503050406030204" pitchFamily="18" charset="0"/>
                      </a:rPr>
                      <m:t>h</m:t>
                    </m:r>
                    <m:r>
                      <a:rPr lang="en-US" sz="1600" i="0" dirty="0">
                        <a:solidFill>
                          <a:srgbClr val="003366"/>
                        </a:solidFill>
                        <a:latin typeface="Cambria Math" panose="02040503050406030204" pitchFamily="18" charset="0"/>
                      </a:rPr>
                      <m:t>=0.1</m:t>
                    </m:r>
                  </m:oMath>
                </a14:m>
                <a:r>
                  <a:rPr lang="en-US" sz="1600" dirty="0">
                    <a:solidFill>
                      <a:srgbClr val="003366"/>
                    </a:solidFill>
                    <a:latin typeface="Aptos Display" panose="020B0004020202020204" pitchFamily="34" charset="0"/>
                  </a:rPr>
                  <a:t>.</a:t>
                </a:r>
              </a:p>
              <a:p>
                <a:endParaRPr lang="en-US" sz="1600" dirty="0">
                  <a:solidFill>
                    <a:srgbClr val="003366"/>
                  </a:solidFill>
                  <a:latin typeface="Aptos Display" panose="020B0004020202020204" pitchFamily="34" charset="0"/>
                </a:endParaRPr>
              </a:p>
              <a:p>
                <a:r>
                  <a:rPr lang="en-US" sz="1600" u="sng" dirty="0">
                    <a:solidFill>
                      <a:srgbClr val="003366"/>
                    </a:solidFill>
                    <a:latin typeface="Aptos Display" panose="020B0004020202020204" pitchFamily="34" charset="0"/>
                  </a:rPr>
                  <a:t>Step 1: Query API at Perturbed Inputs: </a:t>
                </a:r>
                <a:r>
                  <a:rPr lang="en-US" sz="1600" dirty="0">
                    <a:solidFill>
                      <a:srgbClr val="003366"/>
                    </a:solidFill>
                    <a:latin typeface="Aptos Display" panose="020B0004020202020204" pitchFamily="34" charset="0"/>
                  </a:rPr>
                  <a:t>We query the API at three points:</a:t>
                </a:r>
              </a:p>
              <a:p>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Base point: </a:t>
                </a:r>
                <a14:m>
                  <m:oMath xmlns:m="http://schemas.openxmlformats.org/officeDocument/2006/math">
                    <m:r>
                      <a:rPr lang="en-US" sz="1600" i="1" dirty="0" smtClean="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3.0,4.0</m:t>
                            </m:r>
                          </m:e>
                        </m:d>
                      </m:e>
                      <m:sup>
                        <m:r>
                          <a:rPr lang="en-US" sz="1600" i="1" dirty="0">
                            <a:solidFill>
                              <a:srgbClr val="003366"/>
                            </a:solidFill>
                            <a:latin typeface="Cambria Math" panose="02040503050406030204" pitchFamily="18" charset="0"/>
                          </a:rPr>
                          <m:t>𝑇</m:t>
                        </m:r>
                      </m:sup>
                    </m:sSup>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𝑓</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e>
                    </m:d>
                    <m:r>
                      <a:rPr lang="en-US" sz="1600" i="0" dirty="0">
                        <a:solidFill>
                          <a:srgbClr val="003366"/>
                        </a:solidFill>
                        <a:latin typeface="Cambria Math" panose="02040503050406030204" pitchFamily="18" charset="0"/>
                      </a:rPr>
                      <m:t>=0.65</m:t>
                    </m:r>
                  </m:oMath>
                </a14:m>
                <a:r>
                  <a:rPr lang="en-US" sz="1600" dirty="0">
                    <a:solidFill>
                      <a:srgbClr val="003366"/>
                    </a:solidFill>
                    <a:latin typeface="Aptos Display" panose="020B0004020202020204" pitchFamily="34" charset="0"/>
                  </a:rPr>
                  <a:t>        </a:t>
                </a:r>
              </a:p>
              <a:p>
                <a:r>
                  <a:rPr lang="en-US" sz="1600" dirty="0">
                    <a:solidFill>
                      <a:srgbClr val="003366"/>
                    </a:solidFill>
                    <a:latin typeface="Aptos Display" panose="020B0004020202020204" pitchFamily="34" charset="0"/>
                  </a:rPr>
                  <a:t>Perturbed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0" dirty="0">
                            <a:solidFill>
                              <a:srgbClr val="003366"/>
                            </a:solidFill>
                            <a:latin typeface="Cambria Math" panose="02040503050406030204" pitchFamily="18" charset="0"/>
                          </a:rPr>
                          <m:t>1</m:t>
                        </m:r>
                      </m:sub>
                    </m:sSub>
                  </m:oMath>
                </a14:m>
                <a:r>
                  <a:rPr lang="en-US" sz="1600" dirty="0">
                    <a:solidFill>
                      <a:srgbClr val="003366"/>
                    </a:solidFill>
                    <a:latin typeface="Aptos Display" panose="020B0004020202020204" pitchFamily="34" charset="0"/>
                  </a:rPr>
                  <a:t>: </a:t>
                </a:r>
                <a14:m>
                  <m:oMath xmlns:m="http://schemas.openxmlformats.org/officeDocument/2006/math">
                    <m:r>
                      <a:rPr lang="en-US" sz="1600" i="1" dirty="0" smtClean="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h</m:t>
                    </m:r>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𝑒</m:t>
                        </m:r>
                      </m:e>
                      <m:sub>
                        <m:r>
                          <a:rPr lang="en-US" sz="1600" i="0" dirty="0">
                            <a:solidFill>
                              <a:srgbClr val="003366"/>
                            </a:solidFill>
                            <a:latin typeface="Cambria Math" panose="02040503050406030204" pitchFamily="18" charset="0"/>
                          </a:rPr>
                          <m:t>1</m:t>
                        </m:r>
                      </m:sub>
                    </m:sSub>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3.1,4.0</m:t>
                            </m:r>
                          </m:e>
                        </m:d>
                      </m:e>
                      <m:sup>
                        <m:r>
                          <a:rPr lang="en-US" sz="1600" i="1" dirty="0">
                            <a:solidFill>
                              <a:srgbClr val="003366"/>
                            </a:solidFill>
                            <a:latin typeface="Cambria Math" panose="02040503050406030204" pitchFamily="18" charset="0"/>
                          </a:rPr>
                          <m:t>𝑇</m:t>
                        </m:r>
                      </m:sup>
                    </m:sSup>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𝑓</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h</m:t>
                        </m:r>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𝑒</m:t>
                            </m:r>
                          </m:e>
                          <m:sub>
                            <m:r>
                              <a:rPr lang="en-US" sz="1600" i="0" dirty="0">
                                <a:solidFill>
                                  <a:srgbClr val="003366"/>
                                </a:solidFill>
                                <a:latin typeface="Cambria Math" panose="02040503050406030204" pitchFamily="18" charset="0"/>
                              </a:rPr>
                              <m:t>1</m:t>
                            </m:r>
                          </m:sub>
                        </m:sSub>
                      </m:e>
                    </m:d>
                    <m:r>
                      <a:rPr lang="en-US" sz="1600" i="0" dirty="0">
                        <a:solidFill>
                          <a:srgbClr val="003366"/>
                        </a:solidFill>
                        <a:latin typeface="Cambria Math" panose="02040503050406030204" pitchFamily="18" charset="0"/>
                      </a:rPr>
                      <m:t>=0.68</m:t>
                    </m:r>
                  </m:oMath>
                </a14:m>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Perturbed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0" dirty="0">
                            <a:solidFill>
                              <a:srgbClr val="003366"/>
                            </a:solidFill>
                            <a:latin typeface="Cambria Math" panose="02040503050406030204" pitchFamily="18" charset="0"/>
                          </a:rPr>
                          <m:t>2</m:t>
                        </m:r>
                      </m:sub>
                    </m:sSub>
                  </m:oMath>
                </a14:m>
                <a:r>
                  <a:rPr lang="en-US" sz="1600" dirty="0">
                    <a:solidFill>
                      <a:srgbClr val="003366"/>
                    </a:solidFill>
                    <a:latin typeface="Aptos Display" panose="020B0004020202020204" pitchFamily="34" charset="0"/>
                  </a:rPr>
                  <a:t>: </a:t>
                </a:r>
                <a14:m>
                  <m:oMath xmlns:m="http://schemas.openxmlformats.org/officeDocument/2006/math">
                    <m:r>
                      <a:rPr lang="en-US" sz="1600" i="1" dirty="0" smtClean="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h</m:t>
                    </m:r>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𝑒</m:t>
                        </m:r>
                      </m:e>
                      <m:sub>
                        <m:r>
                          <a:rPr lang="en-US" sz="1600" i="0" dirty="0">
                            <a:solidFill>
                              <a:srgbClr val="003366"/>
                            </a:solidFill>
                            <a:latin typeface="Cambria Math" panose="02040503050406030204" pitchFamily="18" charset="0"/>
                          </a:rPr>
                          <m:t>2</m:t>
                        </m:r>
                      </m:sub>
                    </m:sSub>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3.0,4.1</m:t>
                            </m:r>
                          </m:e>
                        </m:d>
                      </m:e>
                      <m:sup>
                        <m:r>
                          <a:rPr lang="en-US" sz="1600" i="1" dirty="0">
                            <a:solidFill>
                              <a:srgbClr val="003366"/>
                            </a:solidFill>
                            <a:latin typeface="Cambria Math" panose="02040503050406030204" pitchFamily="18" charset="0"/>
                          </a:rPr>
                          <m:t>𝑇</m:t>
                        </m:r>
                      </m:sup>
                    </m:sSup>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𝑓</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h</m:t>
                        </m:r>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𝑒</m:t>
                            </m:r>
                          </m:e>
                          <m:sub>
                            <m:r>
                              <a:rPr lang="en-US" sz="1600" i="0" dirty="0">
                                <a:solidFill>
                                  <a:srgbClr val="003366"/>
                                </a:solidFill>
                                <a:latin typeface="Cambria Math" panose="02040503050406030204" pitchFamily="18" charset="0"/>
                              </a:rPr>
                              <m:t>2</m:t>
                            </m:r>
                          </m:sub>
                        </m:sSub>
                      </m:e>
                    </m:d>
                    <m:r>
                      <a:rPr lang="en-US" sz="1600" i="0" dirty="0">
                        <a:solidFill>
                          <a:srgbClr val="003366"/>
                        </a:solidFill>
                        <a:latin typeface="Cambria Math" panose="02040503050406030204" pitchFamily="18" charset="0"/>
                      </a:rPr>
                      <m:t>=0.63</m:t>
                    </m:r>
                  </m:oMath>
                </a14:m>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    </a:t>
                </a:r>
              </a:p>
              <a:p>
                <a:r>
                  <a:rPr lang="en-US" sz="1600" u="sng" dirty="0">
                    <a:solidFill>
                      <a:srgbClr val="003366"/>
                    </a:solidFill>
                    <a:latin typeface="Aptos Display" panose="020B0004020202020204" pitchFamily="34" charset="0"/>
                  </a:rPr>
                  <a:t>Step 2: Calculate Partial Derivatives:</a:t>
                </a:r>
              </a:p>
              <a:p>
                <a:endParaRPr lang="en-US" sz="1600"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eqArr>
                        <m:eqArrPr>
                          <m:ctrlPr>
                            <a:rPr lang="en-US" sz="1600" i="1" dirty="0" smtClean="0">
                              <a:solidFill>
                                <a:srgbClr val="003366"/>
                              </a:solidFill>
                              <a:latin typeface="Cambria Math" panose="02040503050406030204" pitchFamily="18" charset="0"/>
                            </a:rPr>
                          </m:ctrlPr>
                        </m:eqArrPr>
                        <m:e>
                          <m:f>
                            <m:fPr>
                              <m:ctrlPr>
                                <a:rPr lang="en-US" sz="1600" i="1" dirty="0" smtClean="0">
                                  <a:solidFill>
                                    <a:srgbClr val="003366"/>
                                  </a:solidFill>
                                  <a:latin typeface="Cambria Math" panose="02040503050406030204" pitchFamily="18" charset="0"/>
                                </a:rPr>
                              </m:ctrlPr>
                            </m:fPr>
                            <m:num>
                              <m:r>
                                <a:rPr lang="en-US" sz="1600" i="1"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𝑓</m:t>
                              </m:r>
                            </m:num>
                            <m:den>
                              <m:r>
                                <a:rPr lang="en-US" sz="1600" i="1" dirty="0" smtClean="0">
                                  <a:solidFill>
                                    <a:srgbClr val="003366"/>
                                  </a:solidFill>
                                  <a:latin typeface="Cambria Math" panose="02040503050406030204" pitchFamily="18" charset="0"/>
                                </a:rPr>
                                <m:t>𝜕</m:t>
                              </m:r>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𝑥</m:t>
                                  </m:r>
                                </m:e>
                                <m:sub>
                                  <m:r>
                                    <a:rPr lang="en-US" sz="1600" i="0" dirty="0" smtClean="0">
                                      <a:solidFill>
                                        <a:srgbClr val="003366"/>
                                      </a:solidFill>
                                      <a:latin typeface="Cambria Math" panose="02040503050406030204" pitchFamily="18" charset="0"/>
                                    </a:rPr>
                                    <m:t>1</m:t>
                                  </m:r>
                                </m:sub>
                              </m:sSub>
                            </m:den>
                          </m:f>
                          <m:r>
                            <m:rPr>
                              <m:aln/>
                            </m:rPr>
                            <a:rPr lang="en-US" sz="1600" i="0" dirty="0" smtClean="0">
                              <a:solidFill>
                                <a:srgbClr val="003366"/>
                              </a:solidFill>
                              <a:latin typeface="Cambria Math" panose="02040503050406030204" pitchFamily="18" charset="0"/>
                            </a:rPr>
                            <m:t>&amp;</m:t>
                          </m:r>
                          <m:r>
                            <a:rPr lang="en-US" sz="1600" i="0" dirty="0" smtClean="0">
                              <a:solidFill>
                                <a:srgbClr val="003366"/>
                              </a:solidFill>
                              <a:latin typeface="Cambria Math" panose="02040503050406030204" pitchFamily="18" charset="0"/>
                            </a:rPr>
                            <m:t>≈</m:t>
                          </m:r>
                          <m:f>
                            <m:fPr>
                              <m:ctrlPr>
                                <a:rPr lang="en-US" sz="1600" i="1" dirty="0" smtClean="0">
                                  <a:solidFill>
                                    <a:srgbClr val="003366"/>
                                  </a:solidFill>
                                  <a:latin typeface="Cambria Math" panose="02040503050406030204" pitchFamily="18" charset="0"/>
                                </a:rPr>
                              </m:ctrlPr>
                            </m:fPr>
                            <m:num>
                              <m:r>
                                <a:rPr lang="en-US" sz="1600" i="0" dirty="0" smtClean="0">
                                  <a:solidFill>
                                    <a:srgbClr val="003366"/>
                                  </a:solidFill>
                                  <a:latin typeface="Cambria Math" panose="02040503050406030204" pitchFamily="18" charset="0"/>
                                </a:rPr>
                                <m:t>0.68−0.65</m:t>
                              </m:r>
                            </m:num>
                            <m:den>
                              <m:r>
                                <a:rPr lang="en-US" sz="1600" i="0" dirty="0" smtClean="0">
                                  <a:solidFill>
                                    <a:srgbClr val="003366"/>
                                  </a:solidFill>
                                  <a:latin typeface="Cambria Math" panose="02040503050406030204" pitchFamily="18" charset="0"/>
                                </a:rPr>
                                <m:t>0.1</m:t>
                              </m:r>
                            </m:den>
                          </m:f>
                          <m:r>
                            <a:rPr lang="en-US" sz="1600" i="0" dirty="0" smtClean="0">
                              <a:solidFill>
                                <a:srgbClr val="003366"/>
                              </a:solidFill>
                              <a:latin typeface="Cambria Math" panose="02040503050406030204" pitchFamily="18" charset="0"/>
                            </a:rPr>
                            <m:t>=</m:t>
                          </m:r>
                          <m:f>
                            <m:fPr>
                              <m:ctrlPr>
                                <a:rPr lang="en-US" sz="1600" i="1" dirty="0" smtClean="0">
                                  <a:solidFill>
                                    <a:srgbClr val="003366"/>
                                  </a:solidFill>
                                  <a:latin typeface="Cambria Math" panose="02040503050406030204" pitchFamily="18" charset="0"/>
                                </a:rPr>
                              </m:ctrlPr>
                            </m:fPr>
                            <m:num>
                              <m:r>
                                <a:rPr lang="en-US" sz="1600" i="0" dirty="0" smtClean="0">
                                  <a:solidFill>
                                    <a:srgbClr val="003366"/>
                                  </a:solidFill>
                                  <a:latin typeface="Cambria Math" panose="02040503050406030204" pitchFamily="18" charset="0"/>
                                </a:rPr>
                                <m:t>0.03</m:t>
                              </m:r>
                            </m:num>
                            <m:den>
                              <m:r>
                                <a:rPr lang="en-US" sz="1600" i="0" dirty="0" smtClean="0">
                                  <a:solidFill>
                                    <a:srgbClr val="003366"/>
                                  </a:solidFill>
                                  <a:latin typeface="Cambria Math" panose="02040503050406030204" pitchFamily="18" charset="0"/>
                                </a:rPr>
                                <m:t>0.1</m:t>
                              </m:r>
                            </m:den>
                          </m:f>
                          <m:r>
                            <a:rPr lang="en-US" sz="1600" i="0" dirty="0" smtClean="0">
                              <a:solidFill>
                                <a:srgbClr val="003366"/>
                              </a:solidFill>
                              <a:latin typeface="Cambria Math" panose="02040503050406030204" pitchFamily="18" charset="0"/>
                            </a:rPr>
                            <m:t>=0.30</m:t>
                          </m:r>
                        </m:e>
                        <m:e>
                          <m:f>
                            <m:fPr>
                              <m:ctrlPr>
                                <a:rPr lang="en-US" sz="1600" i="1" dirty="0" smtClean="0">
                                  <a:solidFill>
                                    <a:srgbClr val="003366"/>
                                  </a:solidFill>
                                  <a:latin typeface="Cambria Math" panose="02040503050406030204" pitchFamily="18" charset="0"/>
                                </a:rPr>
                              </m:ctrlPr>
                            </m:fPr>
                            <m:num>
                              <m:r>
                                <a:rPr lang="en-US" sz="1600" i="1"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𝑓</m:t>
                              </m:r>
                            </m:num>
                            <m:den>
                              <m:r>
                                <a:rPr lang="en-US" sz="1600" i="1" dirty="0" smtClean="0">
                                  <a:solidFill>
                                    <a:srgbClr val="003366"/>
                                  </a:solidFill>
                                  <a:latin typeface="Cambria Math" panose="02040503050406030204" pitchFamily="18" charset="0"/>
                                </a:rPr>
                                <m:t>𝜕</m:t>
                              </m:r>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𝑥</m:t>
                                  </m:r>
                                </m:e>
                                <m:sub>
                                  <m:r>
                                    <a:rPr lang="en-US" sz="1600" i="0" dirty="0" smtClean="0">
                                      <a:solidFill>
                                        <a:srgbClr val="003366"/>
                                      </a:solidFill>
                                      <a:latin typeface="Cambria Math" panose="02040503050406030204" pitchFamily="18" charset="0"/>
                                    </a:rPr>
                                    <m:t>2</m:t>
                                  </m:r>
                                </m:sub>
                              </m:sSub>
                            </m:den>
                          </m:f>
                          <m:r>
                            <m:rPr>
                              <m:aln/>
                            </m:rPr>
                            <a:rPr lang="en-US" sz="1600" i="0" dirty="0" smtClean="0">
                              <a:solidFill>
                                <a:srgbClr val="003366"/>
                              </a:solidFill>
                              <a:latin typeface="Cambria Math" panose="02040503050406030204" pitchFamily="18" charset="0"/>
                            </a:rPr>
                            <m:t>&amp;</m:t>
                          </m:r>
                          <m:r>
                            <a:rPr lang="en-US" sz="1600" i="0" dirty="0" smtClean="0">
                              <a:solidFill>
                                <a:srgbClr val="003366"/>
                              </a:solidFill>
                              <a:latin typeface="Cambria Math" panose="02040503050406030204" pitchFamily="18" charset="0"/>
                            </a:rPr>
                            <m:t>≈</m:t>
                          </m:r>
                          <m:f>
                            <m:fPr>
                              <m:ctrlPr>
                                <a:rPr lang="en-US" sz="1600" i="1" dirty="0" smtClean="0">
                                  <a:solidFill>
                                    <a:srgbClr val="003366"/>
                                  </a:solidFill>
                                  <a:latin typeface="Cambria Math" panose="02040503050406030204" pitchFamily="18" charset="0"/>
                                </a:rPr>
                              </m:ctrlPr>
                            </m:fPr>
                            <m:num>
                              <m:r>
                                <a:rPr lang="en-US" sz="1600" i="0" dirty="0" smtClean="0">
                                  <a:solidFill>
                                    <a:srgbClr val="003366"/>
                                  </a:solidFill>
                                  <a:latin typeface="Cambria Math" panose="02040503050406030204" pitchFamily="18" charset="0"/>
                                </a:rPr>
                                <m:t>0.63−0.65</m:t>
                              </m:r>
                            </m:num>
                            <m:den>
                              <m:r>
                                <a:rPr lang="en-US" sz="1600" i="0" dirty="0" smtClean="0">
                                  <a:solidFill>
                                    <a:srgbClr val="003366"/>
                                  </a:solidFill>
                                  <a:latin typeface="Cambria Math" panose="02040503050406030204" pitchFamily="18" charset="0"/>
                                </a:rPr>
                                <m:t>0.1</m:t>
                              </m:r>
                            </m:den>
                          </m:f>
                          <m:r>
                            <a:rPr lang="en-US" sz="1600" i="0" dirty="0" smtClean="0">
                              <a:solidFill>
                                <a:srgbClr val="003366"/>
                              </a:solidFill>
                              <a:latin typeface="Cambria Math" panose="02040503050406030204" pitchFamily="18" charset="0"/>
                            </a:rPr>
                            <m:t>=</m:t>
                          </m:r>
                          <m:f>
                            <m:fPr>
                              <m:ctrlPr>
                                <a:rPr lang="en-US" sz="1600" i="1" dirty="0" smtClean="0">
                                  <a:solidFill>
                                    <a:srgbClr val="003366"/>
                                  </a:solidFill>
                                  <a:latin typeface="Cambria Math" panose="02040503050406030204" pitchFamily="18" charset="0"/>
                                </a:rPr>
                              </m:ctrlPr>
                            </m:fPr>
                            <m:num>
                              <m:r>
                                <a:rPr lang="en-US" sz="1600" i="0" dirty="0" smtClean="0">
                                  <a:solidFill>
                                    <a:srgbClr val="003366"/>
                                  </a:solidFill>
                                  <a:latin typeface="Cambria Math" panose="02040503050406030204" pitchFamily="18" charset="0"/>
                                </a:rPr>
                                <m:t>−0.02</m:t>
                              </m:r>
                            </m:num>
                            <m:den>
                              <m:r>
                                <a:rPr lang="en-US" sz="1600" i="0" dirty="0" smtClean="0">
                                  <a:solidFill>
                                    <a:srgbClr val="003366"/>
                                  </a:solidFill>
                                  <a:latin typeface="Cambria Math" panose="02040503050406030204" pitchFamily="18" charset="0"/>
                                </a:rPr>
                                <m:t>0.1</m:t>
                              </m:r>
                            </m:den>
                          </m:f>
                          <m:r>
                            <a:rPr lang="en-US" sz="1600" i="0" dirty="0" smtClean="0">
                              <a:solidFill>
                                <a:srgbClr val="003366"/>
                              </a:solidFill>
                              <a:latin typeface="Cambria Math" panose="02040503050406030204" pitchFamily="18" charset="0"/>
                            </a:rPr>
                            <m:t>=−0.20</m:t>
                          </m:r>
                        </m:e>
                        <m:e/>
                      </m:eqArr>
                    </m:oMath>
                  </m:oMathPara>
                </a14:m>
                <a:endParaRPr lang="en-US" sz="1600" dirty="0">
                  <a:solidFill>
                    <a:srgbClr val="003366"/>
                  </a:solidFill>
                  <a:latin typeface="Aptos Display" panose="020B0004020202020204" pitchFamily="34" charset="0"/>
                </a:endParaRPr>
              </a:p>
              <a:p>
                <a:r>
                  <a:rPr lang="en-US" sz="1600" u="sng" dirty="0">
                    <a:solidFill>
                      <a:srgbClr val="003366"/>
                    </a:solidFill>
                    <a:latin typeface="Aptos Display" panose="020B0004020202020204" pitchFamily="34" charset="0"/>
                  </a:rPr>
                  <a:t>Step 3: Assemble Gradient Vector: </a:t>
                </a:r>
                <a:r>
                  <a:rPr lang="en-US" sz="1600" dirty="0">
                    <a:solidFill>
                      <a:srgbClr val="003366"/>
                    </a:solidFill>
                    <a:latin typeface="Aptos Display" panose="020B0004020202020204" pitchFamily="34" charset="0"/>
                  </a:rPr>
                  <a:t>Combined, the estimated gradient is:</a:t>
                </a:r>
              </a:p>
              <a:p>
                <a:endParaRPr lang="en-US" sz="1600" dirty="0">
                  <a:solidFill>
                    <a:srgbClr val="003366"/>
                  </a:solidFill>
                  <a:latin typeface="Cambria Math" panose="02040503050406030204" pitchFamily="18" charset="0"/>
                </a:endParaRPr>
              </a:p>
              <a:p>
                <a:pPr>
                  <a:buFont typeface="Arial" panose="020B0604020202020204" pitchFamily="34" charset="0"/>
                  <a:buChar char="•"/>
                </a:pPr>
                <a14:m>
                  <m:oMath xmlns:m="http://schemas.openxmlformats.org/officeDocument/2006/math">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m:t>
                        </m:r>
                      </m:e>
                      <m:sub>
                        <m:r>
                          <a:rPr lang="en-US" sz="1600" i="1" dirty="0">
                            <a:solidFill>
                              <a:srgbClr val="003366"/>
                            </a:solidFill>
                            <a:latin typeface="Cambria Math" panose="02040503050406030204" pitchFamily="18" charset="0"/>
                          </a:rPr>
                          <m:t>𝑥</m:t>
                        </m:r>
                      </m:sub>
                    </m:sSub>
                    <m:r>
                      <a:rPr lang="en-US" sz="1600" i="1" dirty="0">
                        <a:solidFill>
                          <a:srgbClr val="003366"/>
                        </a:solidFill>
                        <a:latin typeface="Cambria Math" panose="02040503050406030204" pitchFamily="18" charset="0"/>
                      </a:rPr>
                      <m:t>𝑓</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e>
                    </m:d>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0.30,−0.20</m:t>
                            </m:r>
                          </m:e>
                        </m:d>
                      </m:e>
                      <m:sup>
                        <m:r>
                          <a:rPr lang="en-US" sz="1600" i="1" dirty="0">
                            <a:solidFill>
                              <a:srgbClr val="003366"/>
                            </a:solidFill>
                            <a:latin typeface="Cambria Math" panose="02040503050406030204" pitchFamily="18" charset="0"/>
                          </a:rPr>
                          <m:t>𝑇</m:t>
                        </m:r>
                      </m:sup>
                    </m:sSup>
                  </m:oMath>
                </a14:m>
                <a:endParaRPr lang="en-US" sz="1600" dirty="0">
                  <a:solidFill>
                    <a:srgbClr val="003366"/>
                  </a:solidFill>
                  <a:latin typeface="Aptos Display" panose="020B0004020202020204" pitchFamily="34" charset="0"/>
                </a:endParaRPr>
              </a:p>
              <a:p>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    </a:t>
                </a:r>
              </a:p>
            </p:txBody>
          </p:sp>
        </mc:Choice>
        <mc:Fallback xmlns="">
          <p:sp>
            <p:nvSpPr>
              <p:cNvPr id="5" name="Content Placeholder 4">
                <a:extLst>
                  <a:ext uri="{FF2B5EF4-FFF2-40B4-BE49-F238E27FC236}">
                    <a16:creationId xmlns:a16="http://schemas.microsoft.com/office/drawing/2014/main" id="{479BF617-3873-0851-335E-5800C30F49C7}"/>
                  </a:ext>
                </a:extLst>
              </p:cNvPr>
              <p:cNvSpPr>
                <a:spLocks noGrp="1" noRot="1" noChangeAspect="1" noMove="1" noResize="1" noEditPoints="1" noAdjustHandles="1" noChangeArrowheads="1" noChangeShapeType="1" noTextEdit="1"/>
              </p:cNvSpPr>
              <p:nvPr>
                <p:ph idx="1"/>
              </p:nvPr>
            </p:nvSpPr>
            <p:spPr>
              <a:xfrm>
                <a:off x="412072" y="980728"/>
                <a:ext cx="8352928" cy="5400601"/>
              </a:xfrm>
              <a:blipFill>
                <a:blip r:embed="rId3"/>
                <a:stretch>
                  <a:fillRect l="-1517" t="-1174"/>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6CC82783-8C5D-F3D1-52EF-5ADA21BDC208}"/>
              </a:ext>
            </a:extLst>
          </p:cNvPr>
          <p:cNvSpPr>
            <a:spLocks noGrp="1"/>
          </p:cNvSpPr>
          <p:nvPr>
            <p:ph type="sldNum" sz="quarter" idx="10"/>
          </p:nvPr>
        </p:nvSpPr>
        <p:spPr/>
        <p:txBody>
          <a:bodyPr/>
          <a:lstStyle/>
          <a:p>
            <a:pPr>
              <a:defRPr/>
            </a:pPr>
            <a:fld id="{FE5AEF74-5102-4921-8DBA-649C609AF6D1}" type="slidenum">
              <a:rPr lang="it-IT" smtClean="0"/>
              <a:pPr>
                <a:defRPr/>
              </a:pPr>
              <a:t>35</a:t>
            </a:fld>
            <a:endParaRPr lang="it-IT"/>
          </a:p>
        </p:txBody>
      </p:sp>
      <p:sp>
        <p:nvSpPr>
          <p:cNvPr id="4" name="Round Diagonal Corner Rectangle 3">
            <a:extLst>
              <a:ext uri="{FF2B5EF4-FFF2-40B4-BE49-F238E27FC236}">
                <a16:creationId xmlns:a16="http://schemas.microsoft.com/office/drawing/2014/main" id="{30EC116D-F539-AF95-51E4-515913A91DD8}"/>
              </a:ext>
            </a:extLst>
          </p:cNvPr>
          <p:cNvSpPr/>
          <p:nvPr/>
        </p:nvSpPr>
        <p:spPr>
          <a:xfrm>
            <a:off x="278137" y="1700808"/>
            <a:ext cx="8587725" cy="1584176"/>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 Diagonal Corner Rectangle 5">
            <a:extLst>
              <a:ext uri="{FF2B5EF4-FFF2-40B4-BE49-F238E27FC236}">
                <a16:creationId xmlns:a16="http://schemas.microsoft.com/office/drawing/2014/main" id="{5881D831-7EDC-EB01-0619-AC205CFF28BE}"/>
              </a:ext>
            </a:extLst>
          </p:cNvPr>
          <p:cNvSpPr/>
          <p:nvPr/>
        </p:nvSpPr>
        <p:spPr>
          <a:xfrm>
            <a:off x="278136" y="3439696"/>
            <a:ext cx="8587725" cy="1789504"/>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ound Diagonal Corner Rectangle 6">
            <a:extLst>
              <a:ext uri="{FF2B5EF4-FFF2-40B4-BE49-F238E27FC236}">
                <a16:creationId xmlns:a16="http://schemas.microsoft.com/office/drawing/2014/main" id="{153D44C9-7883-2787-1A9D-4ABD1B88D29A}"/>
              </a:ext>
            </a:extLst>
          </p:cNvPr>
          <p:cNvSpPr/>
          <p:nvPr/>
        </p:nvSpPr>
        <p:spPr>
          <a:xfrm>
            <a:off x="278135" y="5383912"/>
            <a:ext cx="8587725" cy="997417"/>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1796026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802A6-8ACD-0E21-F8A9-8178296AC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68AA0F-8A39-58EC-DEBD-2712B536E2A3}"/>
              </a:ext>
            </a:extLst>
          </p:cNvPr>
          <p:cNvSpPr>
            <a:spLocks noGrp="1"/>
          </p:cNvSpPr>
          <p:nvPr>
            <p:ph type="title"/>
          </p:nvPr>
        </p:nvSpPr>
        <p:spPr>
          <a:xfrm>
            <a:off x="719138" y="286544"/>
            <a:ext cx="4212902" cy="838200"/>
          </a:xfrm>
        </p:spPr>
        <p:txBody>
          <a:bodyPr/>
          <a:lstStyle/>
          <a:p>
            <a:r>
              <a:rPr lang="en-CA" sz="2800" i="1" dirty="0">
                <a:latin typeface="Cambria"/>
              </a:rPr>
              <a:t>A</a:t>
            </a:r>
            <a:r>
              <a:rPr lang="en-CA" sz="2600" i="1" dirty="0">
                <a:latin typeface="Cambria"/>
              </a:rPr>
              <a:t>TTACKS </a:t>
            </a:r>
            <a:r>
              <a:rPr lang="en-CA" sz="2800" i="1" dirty="0">
                <a:latin typeface="Cambria"/>
              </a:rPr>
              <a:t>O</a:t>
            </a:r>
            <a:r>
              <a:rPr lang="en-CA" sz="2600" i="1" dirty="0">
                <a:latin typeface="Cambria"/>
              </a:rPr>
              <a:t>N </a:t>
            </a:r>
            <a:r>
              <a:rPr lang="en-CA" sz="2800" i="1" dirty="0">
                <a:latin typeface="Cambria"/>
              </a:rPr>
              <a:t>T</a:t>
            </a:r>
            <a:r>
              <a:rPr lang="en-CA" sz="2600" i="1" dirty="0">
                <a:latin typeface="Cambria"/>
              </a:rPr>
              <a:t>EXT </a:t>
            </a:r>
            <a:r>
              <a:rPr lang="en-CA" sz="2800" i="1" dirty="0">
                <a:latin typeface="Cambria"/>
              </a:rPr>
              <a:t>M</a:t>
            </a:r>
            <a:r>
              <a:rPr lang="en-CA" sz="2600" i="1" dirty="0">
                <a:latin typeface="Cambria"/>
              </a:rPr>
              <a:t>ODEL</a:t>
            </a:r>
            <a:endParaRPr lang="en-CA" sz="2600" b="1" i="1" dirty="0">
              <a:solidFill>
                <a:srgbClr val="003F6E"/>
              </a:solidFill>
              <a:latin typeface="Cambria"/>
            </a:endParaRPr>
          </a:p>
        </p:txBody>
      </p:sp>
      <p:sp>
        <p:nvSpPr>
          <p:cNvPr id="5" name="Content Placeholder 4">
            <a:extLst>
              <a:ext uri="{FF2B5EF4-FFF2-40B4-BE49-F238E27FC236}">
                <a16:creationId xmlns:a16="http://schemas.microsoft.com/office/drawing/2014/main" id="{DCC8F4A4-606C-7755-FDEA-8AB743FB7703}"/>
              </a:ext>
            </a:extLst>
          </p:cNvPr>
          <p:cNvSpPr>
            <a:spLocks noGrp="1"/>
          </p:cNvSpPr>
          <p:nvPr>
            <p:ph idx="1"/>
          </p:nvPr>
        </p:nvSpPr>
        <p:spPr>
          <a:xfrm>
            <a:off x="323528" y="908719"/>
            <a:ext cx="8820472" cy="5914355"/>
          </a:xfrm>
        </p:spPr>
        <p:txBody>
          <a:bodyPr/>
          <a:lstStyle/>
          <a:p>
            <a:r>
              <a:rPr lang="en-US" dirty="0">
                <a:solidFill>
                  <a:srgbClr val="003366"/>
                </a:solidFill>
                <a:latin typeface="Aptos Display" panose="020B0004020202020204" pitchFamily="34" charset="0"/>
              </a:rPr>
              <a:t>Text model extraction targets sequential natural language processors, such as BERT classifiers, question-answering systems, or Large Language Models (LLMs). Because both the attacker and the victim typically fine-tune their classifiers on top of the same pre-trained language model (e.g. BERT or </a:t>
            </a:r>
            <a:r>
              <a:rPr lang="en-US" dirty="0" err="1">
                <a:solidFill>
                  <a:srgbClr val="003366"/>
                </a:solidFill>
                <a:latin typeface="Aptos Display" panose="020B0004020202020204" pitchFamily="34" charset="0"/>
              </a:rPr>
              <a:t>RoBERTa</a:t>
            </a:r>
            <a:r>
              <a:rPr lang="en-US" dirty="0">
                <a:solidFill>
                  <a:srgbClr val="003366"/>
                </a:solidFill>
                <a:latin typeface="Aptos Display" panose="020B0004020202020204" pitchFamily="34" charset="0"/>
              </a:rPr>
              <a:t>), they already share a matching syntactic and semantic understanding of language. </a:t>
            </a:r>
          </a:p>
        </p:txBody>
      </p:sp>
      <p:sp>
        <p:nvSpPr>
          <p:cNvPr id="3" name="Slide Number Placeholder 2">
            <a:extLst>
              <a:ext uri="{FF2B5EF4-FFF2-40B4-BE49-F238E27FC236}">
                <a16:creationId xmlns:a16="http://schemas.microsoft.com/office/drawing/2014/main" id="{50D5271D-FCA1-A74C-4947-9E1D88079D15}"/>
              </a:ext>
            </a:extLst>
          </p:cNvPr>
          <p:cNvSpPr>
            <a:spLocks noGrp="1"/>
          </p:cNvSpPr>
          <p:nvPr>
            <p:ph type="sldNum" sz="quarter" idx="10"/>
          </p:nvPr>
        </p:nvSpPr>
        <p:spPr/>
        <p:txBody>
          <a:bodyPr/>
          <a:lstStyle/>
          <a:p>
            <a:pPr>
              <a:defRPr/>
            </a:pPr>
            <a:fld id="{FE5AEF74-5102-4921-8DBA-649C609AF6D1}" type="slidenum">
              <a:rPr lang="it-IT" smtClean="0"/>
              <a:pPr>
                <a:defRPr/>
              </a:pPr>
              <a:t>36</a:t>
            </a:fld>
            <a:endParaRPr lang="it-IT"/>
          </a:p>
        </p:txBody>
      </p:sp>
      <p:pic>
        <p:nvPicPr>
          <p:cNvPr id="4" name="Picture 3">
            <a:extLst>
              <a:ext uri="{FF2B5EF4-FFF2-40B4-BE49-F238E27FC236}">
                <a16:creationId xmlns:a16="http://schemas.microsoft.com/office/drawing/2014/main" id="{36C5E314-B629-BDD2-6BB0-B4E8D3674CA6}"/>
              </a:ext>
            </a:extLst>
          </p:cNvPr>
          <p:cNvPicPr>
            <a:picLocks noChangeAspect="1"/>
          </p:cNvPicPr>
          <p:nvPr/>
        </p:nvPicPr>
        <p:blipFill>
          <a:blip r:embed="rId3"/>
          <a:stretch>
            <a:fillRect/>
          </a:stretch>
        </p:blipFill>
        <p:spPr>
          <a:xfrm>
            <a:off x="0" y="2457626"/>
            <a:ext cx="9144000" cy="4081086"/>
          </a:xfrm>
          <a:prstGeom prst="rect">
            <a:avLst/>
          </a:prstGeom>
        </p:spPr>
      </p:pic>
    </p:spTree>
    <p:extLst>
      <p:ext uri="{BB962C8B-B14F-4D97-AF65-F5344CB8AC3E}">
        <p14:creationId xmlns:p14="http://schemas.microsoft.com/office/powerpoint/2010/main" val="30256060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47455-B445-8224-5EEA-D5B8D0B1E0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8133E3-1278-095C-21A8-626070F9D14F}"/>
              </a:ext>
            </a:extLst>
          </p:cNvPr>
          <p:cNvSpPr>
            <a:spLocks noGrp="1"/>
          </p:cNvSpPr>
          <p:nvPr>
            <p:ph type="title"/>
          </p:nvPr>
        </p:nvSpPr>
        <p:spPr>
          <a:xfrm>
            <a:off x="719138" y="286544"/>
            <a:ext cx="4284910" cy="838200"/>
          </a:xfrm>
        </p:spPr>
        <p:txBody>
          <a:bodyPr/>
          <a:lstStyle/>
          <a:p>
            <a:r>
              <a:rPr lang="en-CA" sz="2800" i="1" dirty="0">
                <a:latin typeface="Cambria"/>
              </a:rPr>
              <a:t>A</a:t>
            </a:r>
            <a:r>
              <a:rPr lang="en-CA" sz="2600" i="1" dirty="0">
                <a:latin typeface="Cambria"/>
              </a:rPr>
              <a:t>TTACKS </a:t>
            </a:r>
            <a:r>
              <a:rPr lang="en-CA" sz="2800" i="1" dirty="0">
                <a:latin typeface="Cambria"/>
              </a:rPr>
              <a:t>O</a:t>
            </a:r>
            <a:r>
              <a:rPr lang="en-CA" sz="2600" i="1" dirty="0">
                <a:latin typeface="Cambria"/>
              </a:rPr>
              <a:t>N </a:t>
            </a:r>
            <a:r>
              <a:rPr lang="en-CA" sz="2800" i="1" dirty="0">
                <a:latin typeface="Cambria"/>
              </a:rPr>
              <a:t>T</a:t>
            </a:r>
            <a:r>
              <a:rPr lang="en-CA" sz="2600" i="1" dirty="0">
                <a:latin typeface="Cambria"/>
              </a:rPr>
              <a:t>EXT </a:t>
            </a:r>
            <a:r>
              <a:rPr lang="en-CA" sz="2800" i="1" dirty="0">
                <a:latin typeface="Cambria"/>
              </a:rPr>
              <a:t>M</a:t>
            </a:r>
            <a:r>
              <a:rPr lang="en-CA" sz="2600" i="1" dirty="0">
                <a:latin typeface="Cambria"/>
              </a:rPr>
              <a:t>ODEL</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4" name="Content Placeholder 4">
                <a:extLst>
                  <a:ext uri="{FF2B5EF4-FFF2-40B4-BE49-F238E27FC236}">
                    <a16:creationId xmlns:a16="http://schemas.microsoft.com/office/drawing/2014/main" id="{16F63A67-6C29-80CD-9BA2-DA4030A920AC}"/>
                  </a:ext>
                </a:extLst>
              </p:cNvPr>
              <p:cNvSpPr>
                <a:spLocks noGrp="1"/>
              </p:cNvSpPr>
              <p:nvPr>
                <p:ph idx="1"/>
              </p:nvPr>
            </p:nvSpPr>
            <p:spPr>
              <a:xfrm>
                <a:off x="161764" y="943645"/>
                <a:ext cx="8820472" cy="5365675"/>
              </a:xfrm>
            </p:spPr>
            <p:txBody>
              <a:bodyPr/>
              <a:lstStyle/>
              <a:p>
                <a:r>
                  <a:rPr lang="en-US" sz="1800" dirty="0">
                    <a:solidFill>
                      <a:srgbClr val="003366"/>
                    </a:solidFill>
                    <a:latin typeface="Aptos Display" panose="020B0004020202020204" pitchFamily="34" charset="0"/>
                  </a:rPr>
                  <a:t>To extract a text classifier, the attacker queries the target model with a set of sentences. When the target API returns soft probabilities for each class, the attacker updates their local clone model by minimizing the Cross-Entropy loss between the clone's predictions and the target API's probabilities.</a:t>
                </a:r>
              </a:p>
              <a:p>
                <a:endParaRPr lang="en-US" sz="1800" dirty="0">
                  <a:solidFill>
                    <a:srgbClr val="003366"/>
                  </a:solidFill>
                  <a:latin typeface="Aptos Display" panose="020B0004020202020204" pitchFamily="34" charset="0"/>
                </a:endParaRPr>
              </a:p>
              <a:p>
                <a:r>
                  <a:rPr lang="en-US" sz="1800" b="1" u="sng" dirty="0">
                    <a:solidFill>
                      <a:srgbClr val="003366"/>
                    </a:solidFill>
                    <a:latin typeface="Aptos Display" panose="020B0004020202020204" pitchFamily="34" charset="0"/>
                  </a:rPr>
                  <a:t>Mathematical Formulation:</a:t>
                </a:r>
              </a:p>
              <a:p>
                <a:endParaRPr lang="en-US" sz="1800" b="1"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Let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𝑞</m:t>
                        </m:r>
                      </m:e>
                      <m:sub>
                        <m:r>
                          <a:rPr lang="en-US" sz="1800" i="1" dirty="0">
                            <a:solidFill>
                              <a:srgbClr val="003366"/>
                            </a:solidFill>
                            <a:latin typeface="Cambria Math" panose="02040503050406030204" pitchFamily="18" charset="0"/>
                          </a:rPr>
                          <m:t>𝑐</m:t>
                        </m:r>
                      </m:sub>
                    </m:sSub>
                  </m:oMath>
                </a14:m>
                <a:r>
                  <a:rPr lang="en-US" sz="1800" dirty="0">
                    <a:solidFill>
                      <a:srgbClr val="003366"/>
                    </a:solidFill>
                    <a:latin typeface="Aptos Display" panose="020B0004020202020204" pitchFamily="34" charset="0"/>
                  </a:rPr>
                  <a:t> be the victim model's output probability for class </a:t>
                </a:r>
                <a14:m>
                  <m:oMath xmlns:m="http://schemas.openxmlformats.org/officeDocument/2006/math">
                    <m:r>
                      <a:rPr lang="en-US" sz="1800" i="1" dirty="0" smtClean="0">
                        <a:solidFill>
                          <a:srgbClr val="003366"/>
                        </a:solidFill>
                        <a:latin typeface="Cambria Math" panose="02040503050406030204" pitchFamily="18" charset="0"/>
                      </a:rPr>
                      <m:t>𝑐</m:t>
                    </m:r>
                  </m:oMath>
                </a14:m>
                <a:r>
                  <a:rPr lang="en-US" sz="1800" dirty="0">
                    <a:solidFill>
                      <a:srgbClr val="003366"/>
                    </a:solidFill>
                    <a:latin typeface="Aptos Display" panose="020B0004020202020204" pitchFamily="34" charset="0"/>
                  </a:rPr>
                  <a:t>, and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𝑝</m:t>
                        </m:r>
                      </m:e>
                      <m:sub>
                        <m:r>
                          <a:rPr lang="en-US" sz="1800" i="1" dirty="0">
                            <a:solidFill>
                              <a:srgbClr val="003366"/>
                            </a:solidFill>
                            <a:latin typeface="Cambria Math" panose="02040503050406030204" pitchFamily="18" charset="0"/>
                          </a:rPr>
                          <m:t>𝑐</m:t>
                        </m:r>
                      </m:sub>
                    </m:sSub>
                  </m:oMath>
                </a14:m>
                <a:r>
                  <a:rPr lang="en-US" sz="1800" dirty="0">
                    <a:solidFill>
                      <a:srgbClr val="003366"/>
                    </a:solidFill>
                    <a:latin typeface="Aptos Display" panose="020B0004020202020204" pitchFamily="34" charset="0"/>
                  </a:rPr>
                  <a:t> be the clone model's output probability for class </a:t>
                </a:r>
                <a14:m>
                  <m:oMath xmlns:m="http://schemas.openxmlformats.org/officeDocument/2006/math">
                    <m:r>
                      <a:rPr lang="en-US" sz="1800" i="1" dirty="0" smtClean="0">
                        <a:solidFill>
                          <a:srgbClr val="003366"/>
                        </a:solidFill>
                        <a:latin typeface="Cambria Math" panose="02040503050406030204" pitchFamily="18" charset="0"/>
                      </a:rPr>
                      <m:t>𝑐</m:t>
                    </m:r>
                  </m:oMath>
                </a14:m>
                <a:r>
                  <a:rPr lang="en-US" sz="1800" dirty="0">
                    <a:solidFill>
                      <a:srgbClr val="003366"/>
                    </a:solidFill>
                    <a:latin typeface="Aptos Display" panose="020B0004020202020204" pitchFamily="34" charset="0"/>
                  </a:rPr>
                  <a:t>. The Cross-Entropy loss for </a:t>
                </a:r>
                <a14:m>
                  <m:oMath xmlns:m="http://schemas.openxmlformats.org/officeDocument/2006/math">
                    <m:r>
                      <a:rPr lang="en-US" sz="1800" i="1" dirty="0" smtClean="0">
                        <a:solidFill>
                          <a:srgbClr val="003366"/>
                        </a:solidFill>
                        <a:latin typeface="Cambria Math" panose="02040503050406030204" pitchFamily="18" charset="0"/>
                      </a:rPr>
                      <m:t>𝐶</m:t>
                    </m:r>
                  </m:oMath>
                </a14:m>
                <a:r>
                  <a:rPr lang="en-US" sz="1800" dirty="0">
                    <a:solidFill>
                      <a:srgbClr val="003366"/>
                    </a:solidFill>
                    <a:latin typeface="Aptos Display" panose="020B0004020202020204" pitchFamily="34" charset="0"/>
                  </a:rPr>
                  <a:t> classes is:</a:t>
                </a:r>
              </a:p>
              <a:p>
                <a:endParaRPr lang="en-US" sz="1800"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𝐿</m:t>
                          </m:r>
                        </m:e>
                        <m:sub>
                          <m:r>
                            <m:rPr>
                              <m:nor/>
                            </m:rPr>
                            <a:rPr lang="en-US" sz="1800" i="0" dirty="0" smtClean="0">
                              <a:solidFill>
                                <a:srgbClr val="003366"/>
                              </a:solidFill>
                              <a:latin typeface="Cambria Math" panose="02040503050406030204" pitchFamily="18" charset="0"/>
                            </a:rPr>
                            <m:t>CE</m:t>
                          </m:r>
                        </m:sub>
                      </m:sSub>
                      <m:r>
                        <a:rPr lang="en-US" sz="1800" i="0" dirty="0" smtClean="0">
                          <a:solidFill>
                            <a:srgbClr val="003366"/>
                          </a:solidFill>
                          <a:latin typeface="Cambria Math" panose="02040503050406030204" pitchFamily="18" charset="0"/>
                        </a:rPr>
                        <m:t>=−</m:t>
                      </m:r>
                      <m:nary>
                        <m:naryPr>
                          <m:chr m:val="∑"/>
                          <m:limLoc m:val="undOvr"/>
                          <m:ctrlPr>
                            <a:rPr lang="en-US" sz="1800" i="1" dirty="0" smtClean="0">
                              <a:solidFill>
                                <a:srgbClr val="003366"/>
                              </a:solidFill>
                              <a:latin typeface="Cambria Math" panose="02040503050406030204" pitchFamily="18" charset="0"/>
                            </a:rPr>
                          </m:ctrlPr>
                        </m:naryPr>
                        <m:sub>
                          <m:r>
                            <a:rPr lang="en-US" sz="1800" i="1" dirty="0" smtClean="0">
                              <a:solidFill>
                                <a:srgbClr val="003366"/>
                              </a:solidFill>
                              <a:latin typeface="Cambria Math" panose="02040503050406030204" pitchFamily="18" charset="0"/>
                            </a:rPr>
                            <m:t>𝑐</m:t>
                          </m:r>
                          <m:r>
                            <a:rPr lang="en-US" sz="1800" i="0" dirty="0" smtClean="0">
                              <a:solidFill>
                                <a:srgbClr val="003366"/>
                              </a:solidFill>
                              <a:latin typeface="Cambria Math" panose="02040503050406030204" pitchFamily="18" charset="0"/>
                            </a:rPr>
                            <m:t>=1</m:t>
                          </m:r>
                        </m:sub>
                        <m:sup>
                          <m:r>
                            <a:rPr lang="en-US" sz="1800" i="1" dirty="0" smtClean="0">
                              <a:solidFill>
                                <a:srgbClr val="003366"/>
                              </a:solidFill>
                              <a:latin typeface="Cambria Math" panose="02040503050406030204" pitchFamily="18" charset="0"/>
                            </a:rPr>
                            <m:t>𝐶</m:t>
                          </m:r>
                        </m:sup>
                        <m:e>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𝑞</m:t>
                              </m:r>
                            </m:e>
                            <m:sub>
                              <m:r>
                                <a:rPr lang="en-US" sz="1800" i="1" dirty="0" smtClean="0">
                                  <a:solidFill>
                                    <a:srgbClr val="003366"/>
                                  </a:solidFill>
                                  <a:latin typeface="Cambria Math" panose="02040503050406030204" pitchFamily="18" charset="0"/>
                                </a:rPr>
                                <m:t>𝑐</m:t>
                              </m:r>
                            </m:sub>
                          </m:sSub>
                        </m:e>
                      </m:nary>
                      <m:func>
                        <m:funcPr>
                          <m:ctrlPr>
                            <a:rPr lang="en-US" sz="1800" i="1" dirty="0" smtClean="0">
                              <a:solidFill>
                                <a:srgbClr val="003366"/>
                              </a:solidFill>
                              <a:latin typeface="Cambria Math" panose="02040503050406030204" pitchFamily="18" charset="0"/>
                            </a:rPr>
                          </m:ctrlPr>
                        </m:funcPr>
                        <m:fName>
                          <m:r>
                            <m:rPr>
                              <m:sty m:val="p"/>
                            </m:rPr>
                            <a:rPr lang="en-US" sz="1800" i="0" dirty="0" smtClean="0">
                              <a:solidFill>
                                <a:srgbClr val="003366"/>
                              </a:solidFill>
                              <a:latin typeface="Cambria Math" panose="02040503050406030204" pitchFamily="18" charset="0"/>
                            </a:rPr>
                            <m:t>ln</m:t>
                          </m:r>
                        </m:fName>
                        <m:e>
                          <m:d>
                            <m:dPr>
                              <m:ctrlPr>
                                <a:rPr lang="en-US" sz="1800" i="1" dirty="0" smtClean="0">
                                  <a:solidFill>
                                    <a:srgbClr val="003366"/>
                                  </a:solidFill>
                                  <a:latin typeface="Cambria Math" panose="02040503050406030204" pitchFamily="18" charset="0"/>
                                </a:rPr>
                              </m:ctrlPr>
                            </m:dPr>
                            <m:e>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𝑝</m:t>
                                  </m:r>
                                </m:e>
                                <m:sub>
                                  <m:r>
                                    <a:rPr lang="en-US" sz="1800" i="1" dirty="0" smtClean="0">
                                      <a:solidFill>
                                        <a:srgbClr val="003366"/>
                                      </a:solidFill>
                                      <a:latin typeface="Cambria Math" panose="02040503050406030204" pitchFamily="18" charset="0"/>
                                    </a:rPr>
                                    <m:t>𝑐</m:t>
                                  </m:r>
                                </m:sub>
                              </m:sSub>
                            </m:e>
                          </m:d>
                        </m:e>
                      </m:func>
                    </m:oMath>
                  </m:oMathPara>
                </a14:m>
                <a:endParaRPr lang="en-US" sz="1800" dirty="0">
                  <a:solidFill>
                    <a:srgbClr val="003366"/>
                  </a:solidFill>
                  <a:latin typeface="Aptos Display" panose="020B0004020202020204" pitchFamily="34" charset="0"/>
                </a:endParaRPr>
              </a:p>
            </p:txBody>
          </p:sp>
        </mc:Choice>
        <mc:Fallback xmlns="">
          <p:sp>
            <p:nvSpPr>
              <p:cNvPr id="4" name="Content Placeholder 4">
                <a:extLst>
                  <a:ext uri="{FF2B5EF4-FFF2-40B4-BE49-F238E27FC236}">
                    <a16:creationId xmlns:a16="http://schemas.microsoft.com/office/drawing/2014/main" id="{16F63A67-6C29-80CD-9BA2-DA4030A920AC}"/>
                  </a:ext>
                </a:extLst>
              </p:cNvPr>
              <p:cNvSpPr>
                <a:spLocks noGrp="1" noRot="1" noChangeAspect="1" noMove="1" noResize="1" noEditPoints="1" noAdjustHandles="1" noChangeArrowheads="1" noChangeShapeType="1" noTextEdit="1"/>
              </p:cNvSpPr>
              <p:nvPr>
                <p:ph idx="1"/>
              </p:nvPr>
            </p:nvSpPr>
            <p:spPr>
              <a:xfrm>
                <a:off x="161764" y="943645"/>
                <a:ext cx="8820472" cy="5365675"/>
              </a:xfrm>
              <a:blipFill>
                <a:blip r:embed="rId3"/>
                <a:stretch>
                  <a:fillRect l="-1580" t="-1418" r="-114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053DFE09-17C1-1F26-3A6C-39F5ADA7862A}"/>
              </a:ext>
            </a:extLst>
          </p:cNvPr>
          <p:cNvSpPr>
            <a:spLocks noGrp="1"/>
          </p:cNvSpPr>
          <p:nvPr>
            <p:ph type="sldNum" sz="quarter" idx="10"/>
          </p:nvPr>
        </p:nvSpPr>
        <p:spPr/>
        <p:txBody>
          <a:bodyPr/>
          <a:lstStyle/>
          <a:p>
            <a:pPr>
              <a:defRPr/>
            </a:pPr>
            <a:fld id="{FE5AEF74-5102-4921-8DBA-649C609AF6D1}" type="slidenum">
              <a:rPr lang="it-IT" smtClean="0"/>
              <a:pPr>
                <a:defRPr/>
              </a:pPr>
              <a:t>37</a:t>
            </a:fld>
            <a:endParaRPr lang="it-IT"/>
          </a:p>
        </p:txBody>
      </p:sp>
    </p:spTree>
    <p:extLst>
      <p:ext uri="{BB962C8B-B14F-4D97-AF65-F5344CB8AC3E}">
        <p14:creationId xmlns:p14="http://schemas.microsoft.com/office/powerpoint/2010/main" val="5706298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C70B0-4892-CD0B-7504-396FDB13A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74A2CD-C481-518F-C3B3-9A1FCE909A29}"/>
              </a:ext>
            </a:extLst>
          </p:cNvPr>
          <p:cNvSpPr>
            <a:spLocks noGrp="1"/>
          </p:cNvSpPr>
          <p:nvPr>
            <p:ph type="title"/>
          </p:nvPr>
        </p:nvSpPr>
        <p:spPr>
          <a:xfrm>
            <a:off x="719138" y="286544"/>
            <a:ext cx="4284910" cy="838200"/>
          </a:xfrm>
        </p:spPr>
        <p:txBody>
          <a:bodyPr/>
          <a:lstStyle/>
          <a:p>
            <a:r>
              <a:rPr lang="en-CA" sz="2800" i="1" dirty="0">
                <a:latin typeface="Cambria"/>
              </a:rPr>
              <a:t>A</a:t>
            </a:r>
            <a:r>
              <a:rPr lang="en-CA" sz="2600" i="1" dirty="0">
                <a:latin typeface="Cambria"/>
              </a:rPr>
              <a:t>TTACKS </a:t>
            </a:r>
            <a:r>
              <a:rPr lang="en-CA" sz="2800" i="1" dirty="0">
                <a:latin typeface="Cambria"/>
              </a:rPr>
              <a:t>O</a:t>
            </a:r>
            <a:r>
              <a:rPr lang="en-CA" sz="2600" i="1" dirty="0">
                <a:latin typeface="Cambria"/>
              </a:rPr>
              <a:t>N </a:t>
            </a:r>
            <a:r>
              <a:rPr lang="en-CA" sz="2800" i="1" dirty="0">
                <a:latin typeface="Cambria"/>
              </a:rPr>
              <a:t>T</a:t>
            </a:r>
            <a:r>
              <a:rPr lang="en-CA" sz="2600" i="1" dirty="0">
                <a:latin typeface="Cambria"/>
              </a:rPr>
              <a:t>EXT </a:t>
            </a:r>
            <a:r>
              <a:rPr lang="en-CA" sz="2800" i="1" dirty="0">
                <a:latin typeface="Cambria"/>
              </a:rPr>
              <a:t>M</a:t>
            </a:r>
            <a:r>
              <a:rPr lang="en-CA" sz="2600" i="1" dirty="0">
                <a:latin typeface="Cambria"/>
              </a:rPr>
              <a:t>ODEL</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CE7969ED-FBF3-20EB-1CED-68CF4B9E7F09}"/>
                  </a:ext>
                </a:extLst>
              </p:cNvPr>
              <p:cNvSpPr>
                <a:spLocks noGrp="1"/>
              </p:cNvSpPr>
              <p:nvPr>
                <p:ph idx="1"/>
              </p:nvPr>
            </p:nvSpPr>
            <p:spPr>
              <a:xfrm>
                <a:off x="323528" y="908719"/>
                <a:ext cx="8496944" cy="5472609"/>
              </a:xfrm>
            </p:spPr>
            <p:txBody>
              <a:bodyPr/>
              <a:lstStyle/>
              <a:p>
                <a:r>
                  <a:rPr lang="en-US" sz="1800" dirty="0">
                    <a:solidFill>
                      <a:srgbClr val="003366"/>
                    </a:solidFill>
                    <a:latin typeface="Aptos Display" panose="020B0004020202020204" pitchFamily="34" charset="0"/>
                  </a:rPr>
                  <a:t>Consider a 2-class sentiment classifier (Positive vs. Negative). We query the API with the sentence </a:t>
                </a:r>
                <a14:m>
                  <m:oMath xmlns:m="http://schemas.openxmlformats.org/officeDocument/2006/math">
                    <m:r>
                      <a:rPr lang="en-US" sz="1800" i="1" dirty="0" smtClean="0">
                        <a:solidFill>
                          <a:srgbClr val="003366"/>
                        </a:solidFill>
                        <a:latin typeface="Cambria Math" panose="02040503050406030204" pitchFamily="18" charset="0"/>
                      </a:rPr>
                      <m:t>𝑥</m:t>
                    </m:r>
                    <m:r>
                      <a:rPr lang="en-US" sz="1800" i="0" dirty="0">
                        <a:solidFill>
                          <a:srgbClr val="003366"/>
                        </a:solidFill>
                        <a:latin typeface="Cambria Math" panose="02040503050406030204" pitchFamily="18" charset="0"/>
                      </a:rPr>
                      <m:t>=</m:t>
                    </m:r>
                    <m:r>
                      <a:rPr lang="en-CA" sz="1800" b="0" i="1" dirty="0" smtClean="0">
                        <a:solidFill>
                          <a:srgbClr val="003366"/>
                        </a:solidFill>
                        <a:latin typeface="Cambria Math" panose="02040503050406030204" pitchFamily="18" charset="0"/>
                      </a:rPr>
                      <m:t>“</m:t>
                    </m:r>
                    <m:r>
                      <m:rPr>
                        <m:nor/>
                      </m:rPr>
                      <a:rPr lang="en-US" sz="1800" i="0" dirty="0">
                        <a:solidFill>
                          <a:srgbClr val="003366"/>
                        </a:solidFill>
                        <a:latin typeface="Cambria Math" panose="02040503050406030204" pitchFamily="18" charset="0"/>
                      </a:rPr>
                      <m:t>very</m:t>
                    </m:r>
                    <m:r>
                      <m:rPr>
                        <m:nor/>
                      </m:rPr>
                      <a:rPr lang="en-US" sz="1800" i="0" dirty="0">
                        <a:solidFill>
                          <a:srgbClr val="003366"/>
                        </a:solidFill>
                        <a:latin typeface="Cambria Math" panose="02040503050406030204" pitchFamily="18" charset="0"/>
                      </a:rPr>
                      <m:t> </m:t>
                    </m:r>
                    <m:r>
                      <m:rPr>
                        <m:nor/>
                      </m:rPr>
                      <a:rPr lang="en-US" sz="1800" i="0" dirty="0">
                        <a:solidFill>
                          <a:srgbClr val="003366"/>
                        </a:solidFill>
                        <a:latin typeface="Cambria Math" panose="02040503050406030204" pitchFamily="18" charset="0"/>
                      </a:rPr>
                      <m:t>good</m:t>
                    </m:r>
                    <m:r>
                      <a:rPr lang="en-CA" sz="1800" b="0" i="1" dirty="0" smtClean="0">
                        <a:solidFill>
                          <a:srgbClr val="003366"/>
                        </a:solidFill>
                        <a:latin typeface="Cambria Math" panose="02040503050406030204" pitchFamily="18" charset="0"/>
                      </a:rPr>
                      <m:t>”</m:t>
                    </m:r>
                  </m:oMath>
                </a14:m>
                <a:r>
                  <a:rPr lang="en-US" sz="1800" dirty="0">
                    <a:solidFill>
                      <a:srgbClr val="003366"/>
                    </a:solidFill>
                    <a:latin typeface="Aptos Display" panose="020B0004020202020204" pitchFamily="34" charset="0"/>
                  </a:rPr>
                  <a:t>.</a:t>
                </a:r>
              </a:p>
              <a:p>
                <a:endParaRPr lang="en-US" sz="1800" dirty="0">
                  <a:solidFill>
                    <a:srgbClr val="003366"/>
                  </a:solidFill>
                  <a:latin typeface="Aptos Display" panose="020B0004020202020204" pitchFamily="34" charset="0"/>
                </a:endParaRPr>
              </a:p>
              <a:p>
                <a:r>
                  <a:rPr lang="en-US" sz="1800" u="sng" dirty="0">
                    <a:solidFill>
                      <a:srgbClr val="003366"/>
                    </a:solidFill>
                    <a:latin typeface="Aptos Display" panose="020B0004020202020204" pitchFamily="34" charset="0"/>
                  </a:rPr>
                  <a:t>Step 1: Get Model Predictions:</a:t>
                </a:r>
              </a:p>
              <a:p>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Target model outputs: </a:t>
                </a:r>
                <a14:m>
                  <m:oMath xmlns:m="http://schemas.openxmlformats.org/officeDocument/2006/math">
                    <m:r>
                      <a:rPr lang="en-US" sz="1800" i="1" dirty="0" smtClean="0">
                        <a:solidFill>
                          <a:srgbClr val="003366"/>
                        </a:solidFill>
                        <a:latin typeface="Cambria Math" panose="02040503050406030204" pitchFamily="18" charset="0"/>
                      </a:rPr>
                      <m:t>𝑞</m:t>
                    </m:r>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0.90,0.10</m:t>
                            </m:r>
                          </m:e>
                        </m:d>
                      </m:e>
                      <m:sup>
                        <m:r>
                          <a:rPr lang="en-US" sz="1800" i="1" dirty="0">
                            <a:solidFill>
                              <a:srgbClr val="003366"/>
                            </a:solidFill>
                            <a:latin typeface="Cambria Math" panose="02040503050406030204" pitchFamily="18" charset="0"/>
                          </a:rPr>
                          <m:t>𝑇</m:t>
                        </m:r>
                      </m:sup>
                    </m:sSup>
                  </m:oMath>
                </a14:m>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Local clone predicts: </a:t>
                </a:r>
                <a14:m>
                  <m:oMath xmlns:m="http://schemas.openxmlformats.org/officeDocument/2006/math">
                    <m:r>
                      <a:rPr lang="en-US" sz="1800" i="1" dirty="0" smtClean="0">
                        <a:solidFill>
                          <a:srgbClr val="003366"/>
                        </a:solidFill>
                        <a:latin typeface="Cambria Math" panose="02040503050406030204" pitchFamily="18" charset="0"/>
                      </a:rPr>
                      <m:t>𝑝</m:t>
                    </m:r>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0.70,0.30</m:t>
                            </m:r>
                          </m:e>
                        </m:d>
                      </m:e>
                      <m:sup>
                        <m:r>
                          <a:rPr lang="en-US" sz="1800" i="1" dirty="0">
                            <a:solidFill>
                              <a:srgbClr val="003366"/>
                            </a:solidFill>
                            <a:latin typeface="Cambria Math" panose="02040503050406030204" pitchFamily="18" charset="0"/>
                          </a:rPr>
                          <m:t>𝑇</m:t>
                        </m:r>
                      </m:sup>
                    </m:sSup>
                  </m:oMath>
                </a14:m>
                <a:endParaRPr lang="en-US" sz="1800" dirty="0">
                  <a:solidFill>
                    <a:srgbClr val="003366"/>
                  </a:solidFill>
                  <a:latin typeface="Aptos Display" panose="020B0004020202020204" pitchFamily="34" charset="0"/>
                </a:endParaRPr>
              </a:p>
              <a:p>
                <a:endParaRPr lang="en-US" sz="1800" dirty="0">
                  <a:solidFill>
                    <a:srgbClr val="003366"/>
                  </a:solidFill>
                  <a:latin typeface="Aptos Display" panose="020B0004020202020204" pitchFamily="34" charset="0"/>
                </a:endParaRPr>
              </a:p>
              <a:p>
                <a:r>
                  <a:rPr lang="en-US" sz="1800" u="sng" dirty="0">
                    <a:solidFill>
                      <a:srgbClr val="003366"/>
                    </a:solidFill>
                    <a:latin typeface="Aptos Display" panose="020B0004020202020204" pitchFamily="34" charset="0"/>
                  </a:rPr>
                  <a:t>Step 2: Calculate Cross-Entropy Loss:</a:t>
                </a:r>
              </a:p>
              <a:p>
                <a14:m>
                  <m:oMath xmlns:m="http://schemas.openxmlformats.org/officeDocument/2006/math">
                    <m:eqArr>
                      <m:eqArrPr>
                        <m:ctrlPr>
                          <a:rPr lang="en-US" sz="1800" i="1" dirty="0" smtClean="0">
                            <a:solidFill>
                              <a:srgbClr val="003366"/>
                            </a:solidFill>
                            <a:latin typeface="Cambria Math" panose="02040503050406030204" pitchFamily="18" charset="0"/>
                          </a:rPr>
                        </m:ctrlPr>
                      </m:eqArrPr>
                      <m:e>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𝐿</m:t>
                            </m:r>
                          </m:e>
                          <m:sub>
                            <m:r>
                              <m:rPr>
                                <m:nor/>
                              </m:rPr>
                              <a:rPr lang="en-US" sz="1800" i="0" dirty="0" smtClean="0">
                                <a:solidFill>
                                  <a:srgbClr val="003366"/>
                                </a:solidFill>
                                <a:latin typeface="Cambria Math" panose="02040503050406030204" pitchFamily="18" charset="0"/>
                              </a:rPr>
                              <m:t>CE</m:t>
                            </m:r>
                          </m:sub>
                        </m:sSub>
                        <m:r>
                          <m:rPr>
                            <m:aln/>
                          </m:rPr>
                          <a:rPr lang="en-US" sz="1800" i="0" dirty="0" smtClean="0">
                            <a:solidFill>
                              <a:srgbClr val="003366"/>
                            </a:solidFill>
                            <a:latin typeface="Cambria Math" panose="02040503050406030204" pitchFamily="18" charset="0"/>
                          </a:rPr>
                          <m:t>&amp;</m:t>
                        </m:r>
                        <m:r>
                          <a:rPr lang="en-US" sz="1800" i="0" dirty="0" smtClean="0">
                            <a:solidFill>
                              <a:srgbClr val="003366"/>
                            </a:solidFill>
                            <a:latin typeface="Cambria Math" panose="02040503050406030204" pitchFamily="18" charset="0"/>
                          </a:rPr>
                          <m:t>=−</m:t>
                        </m:r>
                        <m:d>
                          <m:dPr>
                            <m:begChr m:val="["/>
                            <m:endChr m:val="]"/>
                            <m:ctrlPr>
                              <a:rPr lang="en-US" sz="1800" i="1" dirty="0" smtClean="0">
                                <a:solidFill>
                                  <a:srgbClr val="003366"/>
                                </a:solidFill>
                                <a:latin typeface="Cambria Math" panose="02040503050406030204" pitchFamily="18" charset="0"/>
                              </a:rPr>
                            </m:ctrlPr>
                          </m:dPr>
                          <m:e>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𝑞</m:t>
                                </m:r>
                              </m:e>
                              <m:sub>
                                <m:r>
                                  <a:rPr lang="en-US" sz="1800" i="0" dirty="0" smtClean="0">
                                    <a:solidFill>
                                      <a:srgbClr val="003366"/>
                                    </a:solidFill>
                                    <a:latin typeface="Cambria Math" panose="02040503050406030204" pitchFamily="18" charset="0"/>
                                  </a:rPr>
                                  <m:t>1</m:t>
                                </m:r>
                              </m:sub>
                            </m:sSub>
                            <m:func>
                              <m:funcPr>
                                <m:ctrlPr>
                                  <a:rPr lang="en-US" sz="1800" i="1" dirty="0" smtClean="0">
                                    <a:solidFill>
                                      <a:srgbClr val="003366"/>
                                    </a:solidFill>
                                    <a:latin typeface="Cambria Math" panose="02040503050406030204" pitchFamily="18" charset="0"/>
                                  </a:rPr>
                                </m:ctrlPr>
                              </m:funcPr>
                              <m:fName>
                                <m:r>
                                  <m:rPr>
                                    <m:sty m:val="p"/>
                                  </m:rPr>
                                  <a:rPr lang="en-US" sz="1800" i="0" dirty="0" smtClean="0">
                                    <a:solidFill>
                                      <a:srgbClr val="003366"/>
                                    </a:solidFill>
                                    <a:latin typeface="Cambria Math" panose="02040503050406030204" pitchFamily="18" charset="0"/>
                                  </a:rPr>
                                  <m:t>ln</m:t>
                                </m:r>
                              </m:fName>
                              <m:e>
                                <m:d>
                                  <m:dPr>
                                    <m:ctrlPr>
                                      <a:rPr lang="en-US" sz="1800" i="1" dirty="0" smtClean="0">
                                        <a:solidFill>
                                          <a:srgbClr val="003366"/>
                                        </a:solidFill>
                                        <a:latin typeface="Cambria Math" panose="02040503050406030204" pitchFamily="18" charset="0"/>
                                      </a:rPr>
                                    </m:ctrlPr>
                                  </m:dPr>
                                  <m:e>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𝑝</m:t>
                                        </m:r>
                                      </m:e>
                                      <m:sub>
                                        <m:r>
                                          <a:rPr lang="en-US" sz="1800" i="0" dirty="0" smtClean="0">
                                            <a:solidFill>
                                              <a:srgbClr val="003366"/>
                                            </a:solidFill>
                                            <a:latin typeface="Cambria Math" panose="02040503050406030204" pitchFamily="18" charset="0"/>
                                          </a:rPr>
                                          <m:t>1</m:t>
                                        </m:r>
                                      </m:sub>
                                    </m:sSub>
                                  </m:e>
                                </m:d>
                              </m:e>
                            </m:func>
                            <m:r>
                              <a:rPr lang="en-US" sz="1800" i="0" dirty="0" smtClean="0">
                                <a:solidFill>
                                  <a:srgbClr val="003366"/>
                                </a:solidFill>
                                <a:latin typeface="Cambria Math" panose="02040503050406030204" pitchFamily="18" charset="0"/>
                              </a:rPr>
                              <m:t>+</m:t>
                            </m:r>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𝑞</m:t>
                                </m:r>
                              </m:e>
                              <m:sub>
                                <m:r>
                                  <a:rPr lang="en-US" sz="1800" i="0" dirty="0" smtClean="0">
                                    <a:solidFill>
                                      <a:srgbClr val="003366"/>
                                    </a:solidFill>
                                    <a:latin typeface="Cambria Math" panose="02040503050406030204" pitchFamily="18" charset="0"/>
                                  </a:rPr>
                                  <m:t>2</m:t>
                                </m:r>
                              </m:sub>
                            </m:sSub>
                            <m:func>
                              <m:funcPr>
                                <m:ctrlPr>
                                  <a:rPr lang="en-US" sz="1800" i="1" dirty="0" smtClean="0">
                                    <a:solidFill>
                                      <a:srgbClr val="003366"/>
                                    </a:solidFill>
                                    <a:latin typeface="Cambria Math" panose="02040503050406030204" pitchFamily="18" charset="0"/>
                                  </a:rPr>
                                </m:ctrlPr>
                              </m:funcPr>
                              <m:fName>
                                <m:r>
                                  <m:rPr>
                                    <m:sty m:val="p"/>
                                  </m:rPr>
                                  <a:rPr lang="en-US" sz="1800" i="0" dirty="0" smtClean="0">
                                    <a:solidFill>
                                      <a:srgbClr val="003366"/>
                                    </a:solidFill>
                                    <a:latin typeface="Cambria Math" panose="02040503050406030204" pitchFamily="18" charset="0"/>
                                  </a:rPr>
                                  <m:t>ln</m:t>
                                </m:r>
                              </m:fName>
                              <m:e>
                                <m:d>
                                  <m:dPr>
                                    <m:ctrlPr>
                                      <a:rPr lang="en-US" sz="1800" i="1" dirty="0" smtClean="0">
                                        <a:solidFill>
                                          <a:srgbClr val="003366"/>
                                        </a:solidFill>
                                        <a:latin typeface="Cambria Math" panose="02040503050406030204" pitchFamily="18" charset="0"/>
                                      </a:rPr>
                                    </m:ctrlPr>
                                  </m:dPr>
                                  <m:e>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𝑝</m:t>
                                        </m:r>
                                      </m:e>
                                      <m:sub>
                                        <m:r>
                                          <a:rPr lang="en-US" sz="1800" i="0" dirty="0" smtClean="0">
                                            <a:solidFill>
                                              <a:srgbClr val="003366"/>
                                            </a:solidFill>
                                            <a:latin typeface="Cambria Math" panose="02040503050406030204" pitchFamily="18" charset="0"/>
                                          </a:rPr>
                                          <m:t>2</m:t>
                                        </m:r>
                                      </m:sub>
                                    </m:sSub>
                                  </m:e>
                                </m:d>
                              </m:e>
                            </m:func>
                          </m:e>
                        </m:d>
                      </m:e>
                      <m:e>
                        <m:r>
                          <m:rPr>
                            <m:aln/>
                          </m:rPr>
                          <a:rPr lang="en-US" sz="1800" i="0" dirty="0" smtClean="0">
                            <a:solidFill>
                              <a:srgbClr val="003366"/>
                            </a:solidFill>
                            <a:latin typeface="Cambria Math" panose="02040503050406030204" pitchFamily="18" charset="0"/>
                          </a:rPr>
                          <m:t>&amp;</m:t>
                        </m:r>
                        <m:r>
                          <a:rPr lang="en-US" sz="1800" i="0" dirty="0" smtClean="0">
                            <a:solidFill>
                              <a:srgbClr val="003366"/>
                            </a:solidFill>
                            <a:latin typeface="Cambria Math" panose="02040503050406030204" pitchFamily="18" charset="0"/>
                          </a:rPr>
                          <m:t>=−</m:t>
                        </m:r>
                        <m:d>
                          <m:dPr>
                            <m:begChr m:val="["/>
                            <m:endChr m:val="]"/>
                            <m:ctrlPr>
                              <a:rPr lang="en-US" sz="1800" i="1" dirty="0" smtClean="0">
                                <a:solidFill>
                                  <a:srgbClr val="003366"/>
                                </a:solidFill>
                                <a:latin typeface="Cambria Math" panose="02040503050406030204" pitchFamily="18" charset="0"/>
                              </a:rPr>
                            </m:ctrlPr>
                          </m:dPr>
                          <m:e>
                            <m:r>
                              <a:rPr lang="en-US" sz="1800" i="0" dirty="0" smtClean="0">
                                <a:solidFill>
                                  <a:srgbClr val="003366"/>
                                </a:solidFill>
                                <a:latin typeface="Cambria Math" panose="02040503050406030204" pitchFamily="18" charset="0"/>
                              </a:rPr>
                              <m:t>0.90</m:t>
                            </m:r>
                            <m:func>
                              <m:funcPr>
                                <m:ctrlPr>
                                  <a:rPr lang="en-US" sz="1800" i="1" dirty="0" smtClean="0">
                                    <a:solidFill>
                                      <a:srgbClr val="003366"/>
                                    </a:solidFill>
                                    <a:latin typeface="Cambria Math" panose="02040503050406030204" pitchFamily="18" charset="0"/>
                                  </a:rPr>
                                </m:ctrlPr>
                              </m:funcPr>
                              <m:fName>
                                <m:r>
                                  <m:rPr>
                                    <m:sty m:val="p"/>
                                  </m:rPr>
                                  <a:rPr lang="en-US" sz="1800" i="0" dirty="0" smtClean="0">
                                    <a:solidFill>
                                      <a:srgbClr val="003366"/>
                                    </a:solidFill>
                                    <a:latin typeface="Cambria Math" panose="02040503050406030204" pitchFamily="18" charset="0"/>
                                  </a:rPr>
                                  <m:t>ln</m:t>
                                </m:r>
                              </m:fName>
                              <m:e>
                                <m:d>
                                  <m:dPr>
                                    <m:ctrlPr>
                                      <a:rPr lang="en-US" sz="1800" i="1" dirty="0" smtClean="0">
                                        <a:solidFill>
                                          <a:srgbClr val="003366"/>
                                        </a:solidFill>
                                        <a:latin typeface="Cambria Math" panose="02040503050406030204" pitchFamily="18" charset="0"/>
                                      </a:rPr>
                                    </m:ctrlPr>
                                  </m:dPr>
                                  <m:e>
                                    <m:r>
                                      <a:rPr lang="en-US" sz="1800" i="0" dirty="0" smtClean="0">
                                        <a:solidFill>
                                          <a:srgbClr val="003366"/>
                                        </a:solidFill>
                                        <a:latin typeface="Cambria Math" panose="02040503050406030204" pitchFamily="18" charset="0"/>
                                      </a:rPr>
                                      <m:t>0.70</m:t>
                                    </m:r>
                                  </m:e>
                                </m:d>
                              </m:e>
                            </m:func>
                            <m:r>
                              <a:rPr lang="en-US" sz="1800" i="0" dirty="0" smtClean="0">
                                <a:solidFill>
                                  <a:srgbClr val="003366"/>
                                </a:solidFill>
                                <a:latin typeface="Cambria Math" panose="02040503050406030204" pitchFamily="18" charset="0"/>
                              </a:rPr>
                              <m:t>+0.10</m:t>
                            </m:r>
                            <m:func>
                              <m:funcPr>
                                <m:ctrlPr>
                                  <a:rPr lang="en-US" sz="1800" i="1" dirty="0" smtClean="0">
                                    <a:solidFill>
                                      <a:srgbClr val="003366"/>
                                    </a:solidFill>
                                    <a:latin typeface="Cambria Math" panose="02040503050406030204" pitchFamily="18" charset="0"/>
                                  </a:rPr>
                                </m:ctrlPr>
                              </m:funcPr>
                              <m:fName>
                                <m:r>
                                  <m:rPr>
                                    <m:sty m:val="p"/>
                                  </m:rPr>
                                  <a:rPr lang="en-US" sz="1800" i="0" dirty="0" smtClean="0">
                                    <a:solidFill>
                                      <a:srgbClr val="003366"/>
                                    </a:solidFill>
                                    <a:latin typeface="Cambria Math" panose="02040503050406030204" pitchFamily="18" charset="0"/>
                                  </a:rPr>
                                  <m:t>ln</m:t>
                                </m:r>
                              </m:fName>
                              <m:e>
                                <m:d>
                                  <m:dPr>
                                    <m:ctrlPr>
                                      <a:rPr lang="en-US" sz="1800" i="1" dirty="0" smtClean="0">
                                        <a:solidFill>
                                          <a:srgbClr val="003366"/>
                                        </a:solidFill>
                                        <a:latin typeface="Cambria Math" panose="02040503050406030204" pitchFamily="18" charset="0"/>
                                      </a:rPr>
                                    </m:ctrlPr>
                                  </m:dPr>
                                  <m:e>
                                    <m:r>
                                      <a:rPr lang="en-US" sz="1800" i="0" dirty="0" smtClean="0">
                                        <a:solidFill>
                                          <a:srgbClr val="003366"/>
                                        </a:solidFill>
                                        <a:latin typeface="Cambria Math" panose="02040503050406030204" pitchFamily="18" charset="0"/>
                                      </a:rPr>
                                      <m:t>0.30</m:t>
                                    </m:r>
                                  </m:e>
                                </m:d>
                              </m:e>
                            </m:func>
                          </m:e>
                        </m:d>
                      </m:e>
                      <m:e>
                        <m:r>
                          <m:rPr>
                            <m:aln/>
                          </m:rPr>
                          <a:rPr lang="en-US" sz="1800" i="0" dirty="0" smtClean="0">
                            <a:solidFill>
                              <a:srgbClr val="003366"/>
                            </a:solidFill>
                            <a:latin typeface="Cambria Math" panose="02040503050406030204" pitchFamily="18" charset="0"/>
                          </a:rPr>
                          <m:t>&amp;</m:t>
                        </m:r>
                        <m:r>
                          <a:rPr lang="en-US" sz="1800" i="0" dirty="0" smtClean="0">
                            <a:solidFill>
                              <a:srgbClr val="003366"/>
                            </a:solidFill>
                            <a:latin typeface="Cambria Math" panose="02040503050406030204" pitchFamily="18" charset="0"/>
                          </a:rPr>
                          <m:t>≈−</m:t>
                        </m:r>
                        <m:d>
                          <m:dPr>
                            <m:begChr m:val="["/>
                            <m:endChr m:val="]"/>
                            <m:ctrlPr>
                              <a:rPr lang="en-US" sz="1800" i="1" dirty="0" smtClean="0">
                                <a:solidFill>
                                  <a:srgbClr val="003366"/>
                                </a:solidFill>
                                <a:latin typeface="Cambria Math" panose="02040503050406030204" pitchFamily="18" charset="0"/>
                              </a:rPr>
                            </m:ctrlPr>
                          </m:dPr>
                          <m:e>
                            <m:r>
                              <a:rPr lang="en-US" sz="1800" i="0" dirty="0" smtClean="0">
                                <a:solidFill>
                                  <a:srgbClr val="003366"/>
                                </a:solidFill>
                                <a:latin typeface="Cambria Math" panose="02040503050406030204" pitchFamily="18" charset="0"/>
                              </a:rPr>
                              <m:t>0.90</m:t>
                            </m:r>
                            <m:d>
                              <m:dPr>
                                <m:ctrlPr>
                                  <a:rPr lang="en-US" sz="1800" i="1" dirty="0" smtClean="0">
                                    <a:solidFill>
                                      <a:srgbClr val="003366"/>
                                    </a:solidFill>
                                    <a:latin typeface="Cambria Math" panose="02040503050406030204" pitchFamily="18" charset="0"/>
                                  </a:rPr>
                                </m:ctrlPr>
                              </m:dPr>
                              <m:e>
                                <m:r>
                                  <a:rPr lang="en-US" sz="1800" i="0" dirty="0" smtClean="0">
                                    <a:solidFill>
                                      <a:srgbClr val="003366"/>
                                    </a:solidFill>
                                    <a:latin typeface="Cambria Math" panose="02040503050406030204" pitchFamily="18" charset="0"/>
                                  </a:rPr>
                                  <m:t>−0.357</m:t>
                                </m:r>
                              </m:e>
                            </m:d>
                            <m:r>
                              <a:rPr lang="en-US" sz="1800" i="0" dirty="0" smtClean="0">
                                <a:solidFill>
                                  <a:srgbClr val="003366"/>
                                </a:solidFill>
                                <a:latin typeface="Cambria Math" panose="02040503050406030204" pitchFamily="18" charset="0"/>
                              </a:rPr>
                              <m:t>+0.10</m:t>
                            </m:r>
                            <m:d>
                              <m:dPr>
                                <m:ctrlPr>
                                  <a:rPr lang="en-US" sz="1800" i="1" dirty="0" smtClean="0">
                                    <a:solidFill>
                                      <a:srgbClr val="003366"/>
                                    </a:solidFill>
                                    <a:latin typeface="Cambria Math" panose="02040503050406030204" pitchFamily="18" charset="0"/>
                                  </a:rPr>
                                </m:ctrlPr>
                              </m:dPr>
                              <m:e>
                                <m:r>
                                  <a:rPr lang="en-US" sz="1800" i="0" dirty="0" smtClean="0">
                                    <a:solidFill>
                                      <a:srgbClr val="003366"/>
                                    </a:solidFill>
                                    <a:latin typeface="Cambria Math" panose="02040503050406030204" pitchFamily="18" charset="0"/>
                                  </a:rPr>
                                  <m:t>−1.204</m:t>
                                </m:r>
                              </m:e>
                            </m:d>
                          </m:e>
                        </m:d>
                      </m:e>
                      <m:e>
                        <m:r>
                          <m:rPr>
                            <m:aln/>
                          </m:rPr>
                          <a:rPr lang="en-US" sz="1800" i="0" dirty="0" smtClean="0">
                            <a:solidFill>
                              <a:srgbClr val="003366"/>
                            </a:solidFill>
                            <a:latin typeface="Cambria Math" panose="02040503050406030204" pitchFamily="18" charset="0"/>
                          </a:rPr>
                          <m:t>&amp;</m:t>
                        </m:r>
                        <m:r>
                          <a:rPr lang="en-US" sz="1800" i="0" dirty="0" smtClean="0">
                            <a:solidFill>
                              <a:srgbClr val="003366"/>
                            </a:solidFill>
                            <a:latin typeface="Cambria Math" panose="02040503050406030204" pitchFamily="18" charset="0"/>
                          </a:rPr>
                          <m:t>=−</m:t>
                        </m:r>
                        <m:d>
                          <m:dPr>
                            <m:begChr m:val="["/>
                            <m:endChr m:val="]"/>
                            <m:ctrlPr>
                              <a:rPr lang="en-US" sz="1800" i="1" dirty="0" smtClean="0">
                                <a:solidFill>
                                  <a:srgbClr val="003366"/>
                                </a:solidFill>
                                <a:latin typeface="Cambria Math" panose="02040503050406030204" pitchFamily="18" charset="0"/>
                              </a:rPr>
                            </m:ctrlPr>
                          </m:dPr>
                          <m:e>
                            <m:r>
                              <a:rPr lang="en-US" sz="1800" i="0" dirty="0" smtClean="0">
                                <a:solidFill>
                                  <a:srgbClr val="003366"/>
                                </a:solidFill>
                                <a:latin typeface="Cambria Math" panose="02040503050406030204" pitchFamily="18" charset="0"/>
                              </a:rPr>
                              <m:t>−0.321−0.120</m:t>
                            </m:r>
                          </m:e>
                        </m:d>
                        <m:r>
                          <a:rPr lang="en-US" sz="1800" i="0" dirty="0" smtClean="0">
                            <a:solidFill>
                              <a:srgbClr val="003366"/>
                            </a:solidFill>
                            <a:latin typeface="Cambria Math" panose="02040503050406030204" pitchFamily="18" charset="0"/>
                          </a:rPr>
                          <m:t>=0.441</m:t>
                        </m:r>
                      </m:e>
                    </m:eqArr>
                  </m:oMath>
                </a14:m>
                <a:r>
                  <a:rPr lang="en-US" sz="1800" dirty="0">
                    <a:solidFill>
                      <a:srgbClr val="003366"/>
                    </a:solidFill>
                    <a:latin typeface="Aptos Display" panose="020B0004020202020204" pitchFamily="34" charset="0"/>
                  </a:rPr>
                  <a:t>    </a:t>
                </a:r>
              </a:p>
              <a:p>
                <a:endParaRPr lang="en-US" sz="1800" dirty="0">
                  <a:solidFill>
                    <a:srgbClr val="003366"/>
                  </a:solidFill>
                  <a:latin typeface="Aptos Display" panose="020B0004020202020204" pitchFamily="34" charset="0"/>
                </a:endParaRPr>
              </a:p>
              <a:p>
                <a:r>
                  <a:rPr lang="en-US" sz="1800" u="sng" dirty="0">
                    <a:solidFill>
                      <a:srgbClr val="003366"/>
                    </a:solidFill>
                    <a:latin typeface="Aptos Display" panose="020B0004020202020204" pitchFamily="34" charset="0"/>
                  </a:rPr>
                  <a:t>Step 3: Update Step: </a:t>
                </a:r>
                <a:r>
                  <a:rPr lang="en-US" sz="1800" dirty="0">
                    <a:solidFill>
                      <a:srgbClr val="003366"/>
                    </a:solidFill>
                    <a:latin typeface="Aptos Display" panose="020B0004020202020204" pitchFamily="34" charset="0"/>
                  </a:rPr>
                  <a:t>The clone model performs backpropagation to minimize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𝐿</m:t>
                        </m:r>
                      </m:e>
                      <m:sub>
                        <m:r>
                          <m:rPr>
                            <m:nor/>
                          </m:rPr>
                          <a:rPr lang="en-US" sz="1800" i="0" dirty="0">
                            <a:solidFill>
                              <a:srgbClr val="003366"/>
                            </a:solidFill>
                            <a:latin typeface="Cambria Math" panose="02040503050406030204" pitchFamily="18" charset="0"/>
                          </a:rPr>
                          <m:t>CE</m:t>
                        </m:r>
                      </m:sub>
                    </m:sSub>
                    <m:r>
                      <a:rPr lang="en-US" sz="1800" i="0" dirty="0">
                        <a:solidFill>
                          <a:srgbClr val="003366"/>
                        </a:solidFill>
                        <a:latin typeface="Cambria Math" panose="02040503050406030204" pitchFamily="18" charset="0"/>
                      </a:rPr>
                      <m:t>=0.441</m:t>
                    </m:r>
                  </m:oMath>
                </a14:m>
                <a:r>
                  <a:rPr lang="en-US" sz="1800" dirty="0">
                    <a:solidFill>
                      <a:srgbClr val="003366"/>
                    </a:solidFill>
                    <a:latin typeface="Aptos Display" panose="020B0004020202020204" pitchFamily="34" charset="0"/>
                  </a:rPr>
                  <a:t>, shifting its parameters to make its output for ``very good'' closer to the target model's </a:t>
                </a:r>
                <a14:m>
                  <m:oMath xmlns:m="http://schemas.openxmlformats.org/officeDocument/2006/math">
                    <m:sSup>
                      <m:sSupPr>
                        <m:ctrlPr>
                          <a:rPr lang="en-US" sz="1800" i="1" dirty="0" smtClean="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0.90,0.10</m:t>
                            </m:r>
                          </m:e>
                        </m:d>
                      </m:e>
                      <m:sup>
                        <m:r>
                          <a:rPr lang="en-US" sz="1800" i="1" dirty="0">
                            <a:solidFill>
                              <a:srgbClr val="003366"/>
                            </a:solidFill>
                            <a:latin typeface="Cambria Math" panose="02040503050406030204" pitchFamily="18" charset="0"/>
                          </a:rPr>
                          <m:t>𝑇</m:t>
                        </m:r>
                      </m:sup>
                    </m:sSup>
                  </m:oMath>
                </a14:m>
                <a:r>
                  <a:rPr lang="en-US" sz="1800" dirty="0">
                    <a:solidFill>
                      <a:srgbClr val="003366"/>
                    </a:solidFill>
                    <a:latin typeface="Aptos Display" panose="020B0004020202020204" pitchFamily="34" charset="0"/>
                  </a:rPr>
                  <a:t>.</a:t>
                </a:r>
              </a:p>
            </p:txBody>
          </p:sp>
        </mc:Choice>
        <mc:Fallback xmlns="">
          <p:sp>
            <p:nvSpPr>
              <p:cNvPr id="5" name="Content Placeholder 4">
                <a:extLst>
                  <a:ext uri="{FF2B5EF4-FFF2-40B4-BE49-F238E27FC236}">
                    <a16:creationId xmlns:a16="http://schemas.microsoft.com/office/drawing/2014/main" id="{CE7969ED-FBF3-20EB-1CED-68CF4B9E7F09}"/>
                  </a:ext>
                </a:extLst>
              </p:cNvPr>
              <p:cNvSpPr>
                <a:spLocks noGrp="1" noRot="1" noChangeAspect="1" noMove="1" noResize="1" noEditPoints="1" noAdjustHandles="1" noChangeArrowheads="1" noChangeShapeType="1" noTextEdit="1"/>
              </p:cNvSpPr>
              <p:nvPr>
                <p:ph idx="1"/>
              </p:nvPr>
            </p:nvSpPr>
            <p:spPr>
              <a:xfrm>
                <a:off x="323528" y="908719"/>
                <a:ext cx="8496944" cy="5472609"/>
              </a:xfrm>
              <a:blipFill>
                <a:blip r:embed="rId3"/>
                <a:stretch>
                  <a:fillRect l="-1642" t="-1389" r="-1194" b="-1852"/>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77A99548-E0DE-281F-7B7D-2D0B854C3D86}"/>
              </a:ext>
            </a:extLst>
          </p:cNvPr>
          <p:cNvSpPr>
            <a:spLocks noGrp="1"/>
          </p:cNvSpPr>
          <p:nvPr>
            <p:ph type="sldNum" sz="quarter" idx="10"/>
          </p:nvPr>
        </p:nvSpPr>
        <p:spPr/>
        <p:txBody>
          <a:bodyPr/>
          <a:lstStyle/>
          <a:p>
            <a:pPr>
              <a:defRPr/>
            </a:pPr>
            <a:fld id="{FE5AEF74-5102-4921-8DBA-649C609AF6D1}" type="slidenum">
              <a:rPr lang="it-IT" smtClean="0"/>
              <a:pPr>
                <a:defRPr/>
              </a:pPr>
              <a:t>38</a:t>
            </a:fld>
            <a:endParaRPr lang="it-IT"/>
          </a:p>
        </p:txBody>
      </p:sp>
      <p:sp>
        <p:nvSpPr>
          <p:cNvPr id="4" name="Round Diagonal Corner Rectangle 3">
            <a:extLst>
              <a:ext uri="{FF2B5EF4-FFF2-40B4-BE49-F238E27FC236}">
                <a16:creationId xmlns:a16="http://schemas.microsoft.com/office/drawing/2014/main" id="{4CF844BB-4631-3BFE-A9B6-372A2EB3A9CC}"/>
              </a:ext>
            </a:extLst>
          </p:cNvPr>
          <p:cNvSpPr/>
          <p:nvPr/>
        </p:nvSpPr>
        <p:spPr>
          <a:xfrm>
            <a:off x="213331" y="1628800"/>
            <a:ext cx="8587725" cy="1584176"/>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 Diagonal Corner Rectangle 5">
            <a:extLst>
              <a:ext uri="{FF2B5EF4-FFF2-40B4-BE49-F238E27FC236}">
                <a16:creationId xmlns:a16="http://schemas.microsoft.com/office/drawing/2014/main" id="{64C5A275-10F7-034C-31B7-446281ED0D02}"/>
              </a:ext>
            </a:extLst>
          </p:cNvPr>
          <p:cNvSpPr/>
          <p:nvPr/>
        </p:nvSpPr>
        <p:spPr>
          <a:xfrm>
            <a:off x="213330" y="3398544"/>
            <a:ext cx="8587725" cy="1758648"/>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ound Diagonal Corner Rectangle 6">
            <a:extLst>
              <a:ext uri="{FF2B5EF4-FFF2-40B4-BE49-F238E27FC236}">
                <a16:creationId xmlns:a16="http://schemas.microsoft.com/office/drawing/2014/main" id="{DD7F8FFD-ABD5-2740-F1FC-9E228B86A031}"/>
              </a:ext>
            </a:extLst>
          </p:cNvPr>
          <p:cNvSpPr/>
          <p:nvPr/>
        </p:nvSpPr>
        <p:spPr>
          <a:xfrm>
            <a:off x="213329" y="5273824"/>
            <a:ext cx="8587725" cy="1107504"/>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4943210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1373C-53B1-2FF1-6B95-762CAE3079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06B666-6DBF-F7B6-72D3-B589B0C54C8B}"/>
              </a:ext>
            </a:extLst>
          </p:cNvPr>
          <p:cNvSpPr>
            <a:spLocks noGrp="1"/>
          </p:cNvSpPr>
          <p:nvPr>
            <p:ph type="title"/>
          </p:nvPr>
        </p:nvSpPr>
        <p:spPr>
          <a:xfrm>
            <a:off x="719138" y="286544"/>
            <a:ext cx="4428926" cy="838200"/>
          </a:xfrm>
        </p:spPr>
        <p:txBody>
          <a:bodyPr/>
          <a:lstStyle/>
          <a:p>
            <a:r>
              <a:rPr lang="en-CA" sz="2800" i="1" dirty="0">
                <a:latin typeface="Cambria"/>
              </a:rPr>
              <a:t>A</a:t>
            </a:r>
            <a:r>
              <a:rPr lang="en-CA" sz="2600" i="1" dirty="0">
                <a:latin typeface="Cambria"/>
              </a:rPr>
              <a:t>TTACKS </a:t>
            </a:r>
            <a:r>
              <a:rPr lang="en-CA" sz="2800" i="1" dirty="0">
                <a:latin typeface="Cambria"/>
              </a:rPr>
              <a:t>O</a:t>
            </a:r>
            <a:r>
              <a:rPr lang="en-CA" sz="2600" i="1" dirty="0">
                <a:latin typeface="Cambria"/>
              </a:rPr>
              <a:t>N </a:t>
            </a:r>
            <a:r>
              <a:rPr lang="en-CA" sz="2800" i="1" dirty="0">
                <a:latin typeface="Cambria"/>
              </a:rPr>
              <a:t>V</a:t>
            </a:r>
            <a:r>
              <a:rPr lang="en-CA" sz="2600" i="1" dirty="0">
                <a:latin typeface="Cambria"/>
              </a:rPr>
              <a:t>ISION </a:t>
            </a:r>
            <a:r>
              <a:rPr lang="en-CA" sz="2800" i="1" dirty="0">
                <a:latin typeface="Cambria"/>
              </a:rPr>
              <a:t>M</a:t>
            </a:r>
            <a:r>
              <a:rPr lang="en-CA" sz="2600" i="1" dirty="0">
                <a:latin typeface="Cambria"/>
              </a:rPr>
              <a:t>ODEL</a:t>
            </a:r>
            <a:endParaRPr lang="en-CA" sz="2600" b="1" i="1" dirty="0">
              <a:solidFill>
                <a:srgbClr val="003F6E"/>
              </a:solidFill>
              <a:latin typeface="Cambria"/>
            </a:endParaRPr>
          </a:p>
        </p:txBody>
      </p:sp>
      <p:sp>
        <p:nvSpPr>
          <p:cNvPr id="5" name="Content Placeholder 4">
            <a:extLst>
              <a:ext uri="{FF2B5EF4-FFF2-40B4-BE49-F238E27FC236}">
                <a16:creationId xmlns:a16="http://schemas.microsoft.com/office/drawing/2014/main" id="{32E4C831-EF6B-15D0-4AA7-18086F3A6875}"/>
              </a:ext>
            </a:extLst>
          </p:cNvPr>
          <p:cNvSpPr>
            <a:spLocks noGrp="1"/>
          </p:cNvSpPr>
          <p:nvPr>
            <p:ph idx="1"/>
          </p:nvPr>
        </p:nvSpPr>
        <p:spPr>
          <a:xfrm>
            <a:off x="323528" y="908719"/>
            <a:ext cx="8496944" cy="5472609"/>
          </a:xfrm>
        </p:spPr>
        <p:txBody>
          <a:bodyPr/>
          <a:lstStyle/>
          <a:p>
            <a:r>
              <a:rPr lang="en-US" dirty="0">
                <a:solidFill>
                  <a:srgbClr val="003366"/>
                </a:solidFill>
                <a:latin typeface="Aptos Display" panose="020B0004020202020204" pitchFamily="34" charset="0"/>
              </a:rPr>
              <a:t>Vision model extraction targets convolutional or attention-based neural networks that classify, segment, or detect objects in high-dimensional image grids.</a:t>
            </a:r>
          </a:p>
          <a:p>
            <a:endParaRPr lang="en-US" dirty="0">
              <a:solidFill>
                <a:srgbClr val="003366"/>
              </a:solidFill>
              <a:latin typeface="Aptos Display" panose="020B0004020202020204" pitchFamily="34" charset="0"/>
            </a:endParaRPr>
          </a:p>
        </p:txBody>
      </p:sp>
      <p:pic>
        <p:nvPicPr>
          <p:cNvPr id="3" name="Picture 2">
            <a:extLst>
              <a:ext uri="{FF2B5EF4-FFF2-40B4-BE49-F238E27FC236}">
                <a16:creationId xmlns:a16="http://schemas.microsoft.com/office/drawing/2014/main" id="{7E2D463D-B5F5-B336-08B8-D01CE50BE87A}"/>
              </a:ext>
            </a:extLst>
          </p:cNvPr>
          <p:cNvPicPr>
            <a:picLocks noChangeAspect="1"/>
          </p:cNvPicPr>
          <p:nvPr/>
        </p:nvPicPr>
        <p:blipFill>
          <a:blip r:embed="rId3"/>
          <a:stretch>
            <a:fillRect/>
          </a:stretch>
        </p:blipFill>
        <p:spPr>
          <a:xfrm>
            <a:off x="1331640" y="1556792"/>
            <a:ext cx="6838528" cy="4985175"/>
          </a:xfrm>
          <a:prstGeom prst="rect">
            <a:avLst/>
          </a:prstGeom>
        </p:spPr>
      </p:pic>
      <p:sp>
        <p:nvSpPr>
          <p:cNvPr id="4" name="Slide Number Placeholder 3">
            <a:extLst>
              <a:ext uri="{FF2B5EF4-FFF2-40B4-BE49-F238E27FC236}">
                <a16:creationId xmlns:a16="http://schemas.microsoft.com/office/drawing/2014/main" id="{04AD2BBC-27F9-8BFF-8FCA-E7C4337516A7}"/>
              </a:ext>
            </a:extLst>
          </p:cNvPr>
          <p:cNvSpPr>
            <a:spLocks noGrp="1"/>
          </p:cNvSpPr>
          <p:nvPr>
            <p:ph type="sldNum" sz="quarter" idx="10"/>
          </p:nvPr>
        </p:nvSpPr>
        <p:spPr/>
        <p:txBody>
          <a:bodyPr/>
          <a:lstStyle/>
          <a:p>
            <a:pPr>
              <a:defRPr/>
            </a:pPr>
            <a:fld id="{FE5AEF74-5102-4921-8DBA-649C609AF6D1}" type="slidenum">
              <a:rPr lang="it-IT" smtClean="0"/>
              <a:pPr>
                <a:defRPr/>
              </a:pPr>
              <a:t>39</a:t>
            </a:fld>
            <a:endParaRPr lang="it-IT"/>
          </a:p>
        </p:txBody>
      </p:sp>
    </p:spTree>
    <p:extLst>
      <p:ext uri="{BB962C8B-B14F-4D97-AF65-F5344CB8AC3E}">
        <p14:creationId xmlns:p14="http://schemas.microsoft.com/office/powerpoint/2010/main" val="11810459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88AEF-6353-CE13-C377-388B22FD0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984AF6-1AC8-6B26-FF2D-80847CCAB131}"/>
              </a:ext>
            </a:extLst>
          </p:cNvPr>
          <p:cNvSpPr>
            <a:spLocks noGrp="1"/>
          </p:cNvSpPr>
          <p:nvPr>
            <p:ph type="title"/>
          </p:nvPr>
        </p:nvSpPr>
        <p:spPr>
          <a:xfrm>
            <a:off x="719138" y="286544"/>
            <a:ext cx="4428926" cy="838200"/>
          </a:xfrm>
        </p:spPr>
        <p:txBody>
          <a:bodyPr/>
          <a:lstStyle/>
          <a:p>
            <a:r>
              <a:rPr lang="en-CA" sz="2800" i="1" dirty="0">
                <a:latin typeface="Cambria"/>
              </a:rPr>
              <a:t>A</a:t>
            </a:r>
            <a:r>
              <a:rPr lang="en-CA" sz="2600" i="1" dirty="0">
                <a:latin typeface="Cambria"/>
              </a:rPr>
              <a:t>TTACKS </a:t>
            </a:r>
            <a:r>
              <a:rPr lang="en-CA" sz="2800" i="1" dirty="0">
                <a:latin typeface="Cambria"/>
              </a:rPr>
              <a:t>O</a:t>
            </a:r>
            <a:r>
              <a:rPr lang="en-CA" sz="2600" i="1" dirty="0">
                <a:latin typeface="Cambria"/>
              </a:rPr>
              <a:t>N </a:t>
            </a:r>
            <a:r>
              <a:rPr lang="en-CA" sz="2800" i="1" dirty="0">
                <a:latin typeface="Cambria"/>
              </a:rPr>
              <a:t>V</a:t>
            </a:r>
            <a:r>
              <a:rPr lang="en-CA" sz="2600" i="1" dirty="0">
                <a:latin typeface="Cambria"/>
              </a:rPr>
              <a:t>ISION </a:t>
            </a:r>
            <a:r>
              <a:rPr lang="en-CA" sz="2800" i="1" dirty="0">
                <a:latin typeface="Cambria"/>
              </a:rPr>
              <a:t>M</a:t>
            </a:r>
            <a:r>
              <a:rPr lang="en-CA" sz="2600" i="1" dirty="0">
                <a:latin typeface="Cambria"/>
              </a:rPr>
              <a:t>ODEL</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D160D650-F968-A930-F42B-FE58A7B962D1}"/>
                  </a:ext>
                </a:extLst>
              </p:cNvPr>
              <p:cNvSpPr>
                <a:spLocks noGrp="1"/>
              </p:cNvSpPr>
              <p:nvPr>
                <p:ph idx="1"/>
              </p:nvPr>
            </p:nvSpPr>
            <p:spPr>
              <a:xfrm>
                <a:off x="323528" y="908719"/>
                <a:ext cx="8496944" cy="5472609"/>
              </a:xfrm>
            </p:spPr>
            <p:txBody>
              <a:bodyPr/>
              <a:lstStyle/>
              <a:p>
                <a:r>
                  <a:rPr lang="en-US" sz="1800" dirty="0">
                    <a:solidFill>
                      <a:srgbClr val="003366"/>
                    </a:solidFill>
                    <a:latin typeface="Aptos Display" panose="020B0004020202020204" pitchFamily="34" charset="0"/>
                  </a:rPr>
                  <a:t>Images consist of structured pixels. To steal a vision model, the attacker queries the victim model with a database of natural images (either task-related, or completely unrelated out-of-domain images like cars/cats) to obtain predictions, and trains their own local vision architecture to mimic the visual boundaries of the victim.</a:t>
                </a:r>
              </a:p>
              <a:p>
                <a:endParaRPr lang="en-US" sz="1800" dirty="0">
                  <a:solidFill>
                    <a:srgbClr val="003366"/>
                  </a:solidFill>
                  <a:latin typeface="Aptos Display" panose="020B0004020202020204" pitchFamily="34" charset="0"/>
                </a:endParaRPr>
              </a:p>
              <a:p>
                <a:r>
                  <a:rPr lang="en-US" sz="1800" b="1" u="sng" dirty="0">
                    <a:solidFill>
                      <a:srgbClr val="003366"/>
                    </a:solidFill>
                    <a:latin typeface="Aptos Display" panose="020B0004020202020204" pitchFamily="34" charset="0"/>
                  </a:rPr>
                  <a:t>Mathematical Formulation:</a:t>
                </a:r>
              </a:p>
              <a:p>
                <a:endParaRPr lang="en-US" sz="1800" b="1"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Let the raw logits of the victim model be </a:t>
                </a:r>
                <a14:m>
                  <m:oMath xmlns:m="http://schemas.openxmlformats.org/officeDocument/2006/math">
                    <m:sSup>
                      <m:sSupPr>
                        <m:ctrlPr>
                          <a:rPr lang="en-US" sz="1800" i="1" dirty="0" smtClean="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𝑧</m:t>
                        </m:r>
                      </m:e>
                      <m:sup>
                        <m:r>
                          <a:rPr lang="en-US" sz="1800" i="1" dirty="0">
                            <a:solidFill>
                              <a:srgbClr val="003366"/>
                            </a:solidFill>
                            <a:latin typeface="Cambria Math" panose="02040503050406030204" pitchFamily="18" charset="0"/>
                          </a:rPr>
                          <m:t>𝑉</m:t>
                        </m:r>
                      </m:sup>
                    </m:sSup>
                  </m:oMath>
                </a14:m>
                <a:r>
                  <a:rPr lang="en-US" sz="1800" dirty="0">
                    <a:solidFill>
                      <a:srgbClr val="003366"/>
                    </a:solidFill>
                    <a:latin typeface="Aptos Display" panose="020B0004020202020204" pitchFamily="34" charset="0"/>
                  </a:rPr>
                  <a:t> and the logits of the clone model be </a:t>
                </a:r>
                <a14:m>
                  <m:oMath xmlns:m="http://schemas.openxmlformats.org/officeDocument/2006/math">
                    <m:sSup>
                      <m:sSupPr>
                        <m:ctrlPr>
                          <a:rPr lang="en-US" sz="1800" i="1" dirty="0" smtClean="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𝑧</m:t>
                        </m:r>
                      </m:e>
                      <m:sup>
                        <m:r>
                          <a:rPr lang="en-US" sz="1800" i="1" dirty="0">
                            <a:solidFill>
                              <a:srgbClr val="003366"/>
                            </a:solidFill>
                            <a:latin typeface="Cambria Math" panose="02040503050406030204" pitchFamily="18" charset="0"/>
                          </a:rPr>
                          <m:t>𝐴</m:t>
                        </m:r>
                      </m:sup>
                    </m:sSup>
                  </m:oMath>
                </a14:m>
                <a:r>
                  <a:rPr lang="en-US" sz="1800" dirty="0">
                    <a:solidFill>
                      <a:srgbClr val="003366"/>
                    </a:solidFill>
                    <a:latin typeface="Aptos Display" panose="020B0004020202020204" pitchFamily="34" charset="0"/>
                  </a:rPr>
                  <a:t>. The temperature-scaled soft probability for class </a:t>
                </a:r>
                <a14:m>
                  <m:oMath xmlns:m="http://schemas.openxmlformats.org/officeDocument/2006/math">
                    <m:r>
                      <a:rPr lang="en-US" sz="1800" i="1" dirty="0" smtClean="0">
                        <a:solidFill>
                          <a:srgbClr val="003366"/>
                        </a:solidFill>
                        <a:latin typeface="Cambria Math" panose="02040503050406030204" pitchFamily="18" charset="0"/>
                      </a:rPr>
                      <m:t>𝑐</m:t>
                    </m:r>
                  </m:oMath>
                </a14:m>
                <a:r>
                  <a:rPr lang="en-US" sz="1800" dirty="0">
                    <a:solidFill>
                      <a:srgbClr val="003366"/>
                    </a:solidFill>
                    <a:latin typeface="Aptos Display" panose="020B0004020202020204" pitchFamily="34" charset="0"/>
                  </a:rPr>
                  <a:t> is computed using the modified </a:t>
                </a:r>
                <a:r>
                  <a:rPr lang="en-US" sz="1800" dirty="0" err="1">
                    <a:solidFill>
                      <a:srgbClr val="003366"/>
                    </a:solidFill>
                    <a:latin typeface="Aptos Display" panose="020B0004020202020204" pitchFamily="34" charset="0"/>
                  </a:rPr>
                  <a:t>softmax</a:t>
                </a:r>
                <a:r>
                  <a:rPr lang="en-US" sz="1800" dirty="0">
                    <a:solidFill>
                      <a:srgbClr val="003366"/>
                    </a:solidFill>
                    <a:latin typeface="Aptos Display" panose="020B0004020202020204" pitchFamily="34" charset="0"/>
                  </a:rPr>
                  <a:t> function:</a:t>
                </a:r>
              </a:p>
              <a:p>
                <a:endParaRPr lang="en-US" sz="1800"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𝑃</m:t>
                          </m:r>
                        </m:e>
                        <m:sub>
                          <m:r>
                            <a:rPr lang="en-US" sz="1800" i="1" dirty="0" smtClean="0">
                              <a:solidFill>
                                <a:srgbClr val="003366"/>
                              </a:solidFill>
                              <a:latin typeface="Cambria Math" panose="02040503050406030204" pitchFamily="18" charset="0"/>
                            </a:rPr>
                            <m:t>𝑇</m:t>
                          </m:r>
                        </m:sub>
                      </m:sSub>
                      <m:sSub>
                        <m:sSubPr>
                          <m:ctrlPr>
                            <a:rPr lang="en-US" sz="1800" i="1" dirty="0" smtClean="0">
                              <a:solidFill>
                                <a:srgbClr val="003366"/>
                              </a:solidFill>
                              <a:latin typeface="Cambria Math" panose="02040503050406030204" pitchFamily="18" charset="0"/>
                            </a:rPr>
                          </m:ctrlPr>
                        </m:sSubPr>
                        <m:e>
                          <m:d>
                            <m:dPr>
                              <m:ctrlPr>
                                <a:rPr lang="en-US" sz="1800" i="1" dirty="0" smtClean="0">
                                  <a:solidFill>
                                    <a:srgbClr val="003366"/>
                                  </a:solidFill>
                                  <a:latin typeface="Cambria Math" panose="02040503050406030204" pitchFamily="18" charset="0"/>
                                </a:rPr>
                              </m:ctrlPr>
                            </m:dPr>
                            <m:e>
                              <m:r>
                                <a:rPr lang="en-US" sz="1800" i="1" dirty="0" smtClean="0">
                                  <a:solidFill>
                                    <a:srgbClr val="003366"/>
                                  </a:solidFill>
                                  <a:latin typeface="Cambria Math" panose="02040503050406030204" pitchFamily="18" charset="0"/>
                                </a:rPr>
                                <m:t>𝑧</m:t>
                              </m:r>
                            </m:e>
                          </m:d>
                        </m:e>
                        <m:sub>
                          <m:r>
                            <a:rPr lang="en-US" sz="1800" i="1" dirty="0" smtClean="0">
                              <a:solidFill>
                                <a:srgbClr val="003366"/>
                              </a:solidFill>
                              <a:latin typeface="Cambria Math" panose="02040503050406030204" pitchFamily="18" charset="0"/>
                            </a:rPr>
                            <m:t>𝑐</m:t>
                          </m:r>
                        </m:sub>
                      </m:sSub>
                      <m:r>
                        <a:rPr lang="en-US" sz="1800" i="0" dirty="0" smtClean="0">
                          <a:solidFill>
                            <a:srgbClr val="003366"/>
                          </a:solidFill>
                          <a:latin typeface="Cambria Math" panose="02040503050406030204" pitchFamily="18" charset="0"/>
                        </a:rPr>
                        <m:t>=</m:t>
                      </m:r>
                      <m:f>
                        <m:fPr>
                          <m:ctrlPr>
                            <a:rPr lang="en-US" sz="1800" i="1" dirty="0" smtClean="0">
                              <a:solidFill>
                                <a:srgbClr val="003366"/>
                              </a:solidFill>
                              <a:latin typeface="Cambria Math" panose="02040503050406030204" pitchFamily="18" charset="0"/>
                            </a:rPr>
                          </m:ctrlPr>
                        </m:fPr>
                        <m:num>
                          <m:sSup>
                            <m:sSupPr>
                              <m:ctrlPr>
                                <a:rPr lang="en-US" sz="1800" i="1" dirty="0" smtClean="0">
                                  <a:solidFill>
                                    <a:srgbClr val="003366"/>
                                  </a:solidFill>
                                  <a:latin typeface="Cambria Math" panose="02040503050406030204" pitchFamily="18" charset="0"/>
                                </a:rPr>
                              </m:ctrlPr>
                            </m:sSupPr>
                            <m:e>
                              <m:r>
                                <a:rPr lang="en-US" sz="1800" i="1" dirty="0" smtClean="0">
                                  <a:solidFill>
                                    <a:srgbClr val="003366"/>
                                  </a:solidFill>
                                  <a:latin typeface="Cambria Math" panose="02040503050406030204" pitchFamily="18" charset="0"/>
                                </a:rPr>
                                <m:t>𝑒</m:t>
                              </m:r>
                            </m:e>
                            <m:sup>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𝑧</m:t>
                                  </m:r>
                                </m:e>
                                <m:sub>
                                  <m:r>
                                    <a:rPr lang="en-US" sz="1800" i="1" dirty="0" smtClean="0">
                                      <a:solidFill>
                                        <a:srgbClr val="003366"/>
                                      </a:solidFill>
                                      <a:latin typeface="Cambria Math" panose="02040503050406030204" pitchFamily="18" charset="0"/>
                                    </a:rPr>
                                    <m:t>𝑐</m:t>
                                  </m:r>
                                </m:sub>
                              </m:sSub>
                              <m:r>
                                <a:rPr lang="en-US" sz="1800" i="0" dirty="0" smtClean="0">
                                  <a:solidFill>
                                    <a:srgbClr val="003366"/>
                                  </a:solidFill>
                                  <a:latin typeface="Cambria Math" panose="02040503050406030204" pitchFamily="18" charset="0"/>
                                </a:rPr>
                                <m:t>/</m:t>
                              </m:r>
                              <m:r>
                                <a:rPr lang="en-US" sz="1800" i="1" dirty="0" smtClean="0">
                                  <a:solidFill>
                                    <a:srgbClr val="003366"/>
                                  </a:solidFill>
                                  <a:latin typeface="Cambria Math" panose="02040503050406030204" pitchFamily="18" charset="0"/>
                                </a:rPr>
                                <m:t>𝑇</m:t>
                              </m:r>
                            </m:sup>
                          </m:sSup>
                        </m:num>
                        <m:den>
                          <m:nary>
                            <m:naryPr>
                              <m:chr m:val="∑"/>
                              <m:limLoc m:val="undOvr"/>
                              <m:ctrlPr>
                                <a:rPr lang="en-US" sz="1800" i="1" dirty="0" smtClean="0">
                                  <a:solidFill>
                                    <a:srgbClr val="003366"/>
                                  </a:solidFill>
                                  <a:latin typeface="Cambria Math" panose="02040503050406030204" pitchFamily="18" charset="0"/>
                                </a:rPr>
                              </m:ctrlPr>
                            </m:naryPr>
                            <m:sub>
                              <m:r>
                                <a:rPr lang="en-US" sz="1800" i="1" dirty="0" smtClean="0">
                                  <a:solidFill>
                                    <a:srgbClr val="003366"/>
                                  </a:solidFill>
                                  <a:latin typeface="Cambria Math" panose="02040503050406030204" pitchFamily="18" charset="0"/>
                                </a:rPr>
                                <m:t>𝑗</m:t>
                              </m:r>
                              <m:r>
                                <a:rPr lang="en-US" sz="1800" i="0" dirty="0" smtClean="0">
                                  <a:solidFill>
                                    <a:srgbClr val="003366"/>
                                  </a:solidFill>
                                  <a:latin typeface="Cambria Math" panose="02040503050406030204" pitchFamily="18" charset="0"/>
                                </a:rPr>
                                <m:t>=1</m:t>
                              </m:r>
                            </m:sub>
                            <m:sup>
                              <m:r>
                                <a:rPr lang="en-US" sz="1800" i="1" dirty="0" smtClean="0">
                                  <a:solidFill>
                                    <a:srgbClr val="003366"/>
                                  </a:solidFill>
                                  <a:latin typeface="Cambria Math" panose="02040503050406030204" pitchFamily="18" charset="0"/>
                                </a:rPr>
                                <m:t>𝐶</m:t>
                              </m:r>
                            </m:sup>
                            <m:e>
                              <m:sSup>
                                <m:sSupPr>
                                  <m:ctrlPr>
                                    <a:rPr lang="en-US" sz="1800" i="1" dirty="0" smtClean="0">
                                      <a:solidFill>
                                        <a:srgbClr val="003366"/>
                                      </a:solidFill>
                                      <a:latin typeface="Cambria Math" panose="02040503050406030204" pitchFamily="18" charset="0"/>
                                    </a:rPr>
                                  </m:ctrlPr>
                                </m:sSupPr>
                                <m:e>
                                  <m:r>
                                    <a:rPr lang="en-US" sz="1800" i="1" dirty="0" smtClean="0">
                                      <a:solidFill>
                                        <a:srgbClr val="003366"/>
                                      </a:solidFill>
                                      <a:latin typeface="Cambria Math" panose="02040503050406030204" pitchFamily="18" charset="0"/>
                                    </a:rPr>
                                    <m:t>𝑒</m:t>
                                  </m:r>
                                </m:e>
                                <m:sup>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𝑧</m:t>
                                      </m:r>
                                    </m:e>
                                    <m:sub>
                                      <m:r>
                                        <a:rPr lang="en-US" sz="1800" i="1" dirty="0" smtClean="0">
                                          <a:solidFill>
                                            <a:srgbClr val="003366"/>
                                          </a:solidFill>
                                          <a:latin typeface="Cambria Math" panose="02040503050406030204" pitchFamily="18" charset="0"/>
                                        </a:rPr>
                                        <m:t>𝑗</m:t>
                                      </m:r>
                                    </m:sub>
                                  </m:sSub>
                                  <m:r>
                                    <a:rPr lang="en-US" sz="1800" i="0" dirty="0" smtClean="0">
                                      <a:solidFill>
                                        <a:srgbClr val="003366"/>
                                      </a:solidFill>
                                      <a:latin typeface="Cambria Math" panose="02040503050406030204" pitchFamily="18" charset="0"/>
                                    </a:rPr>
                                    <m:t>/</m:t>
                                  </m:r>
                                  <m:r>
                                    <a:rPr lang="en-US" sz="1800" i="1" dirty="0" smtClean="0">
                                      <a:solidFill>
                                        <a:srgbClr val="003366"/>
                                      </a:solidFill>
                                      <a:latin typeface="Cambria Math" panose="02040503050406030204" pitchFamily="18" charset="0"/>
                                    </a:rPr>
                                    <m:t>𝑇</m:t>
                                  </m:r>
                                </m:sup>
                              </m:sSup>
                            </m:e>
                          </m:nary>
                        </m:den>
                      </m:f>
                    </m:oMath>
                  </m:oMathPara>
                </a14:m>
                <a:endParaRPr lang="en-US" sz="1800" dirty="0">
                  <a:solidFill>
                    <a:srgbClr val="003366"/>
                  </a:solidFill>
                  <a:latin typeface="Aptos Display" panose="020B0004020202020204" pitchFamily="34" charset="0"/>
                </a:endParaRPr>
              </a:p>
              <a:p>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The clone is trained to minimize the difference between target soft probabilities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𝑃</m:t>
                        </m:r>
                      </m:e>
                      <m:sub>
                        <m:r>
                          <a:rPr lang="en-US" sz="1800" i="1" dirty="0">
                            <a:solidFill>
                              <a:srgbClr val="003366"/>
                            </a:solidFill>
                            <a:latin typeface="Cambria Math" panose="02040503050406030204" pitchFamily="18" charset="0"/>
                          </a:rPr>
                          <m:t>𝑇</m:t>
                        </m:r>
                      </m:sub>
                    </m:sSub>
                    <m:d>
                      <m:dPr>
                        <m:ctrlPr>
                          <a:rPr lang="en-US" sz="1800" i="1" dirty="0">
                            <a:solidFill>
                              <a:srgbClr val="003366"/>
                            </a:solidFill>
                            <a:latin typeface="Cambria Math" panose="02040503050406030204" pitchFamily="18" charset="0"/>
                          </a:rPr>
                        </m:ctrlPr>
                      </m:dPr>
                      <m:e>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𝑧</m:t>
                            </m:r>
                          </m:e>
                          <m:sup>
                            <m:r>
                              <a:rPr lang="en-US" sz="1800" i="1" dirty="0">
                                <a:solidFill>
                                  <a:srgbClr val="003366"/>
                                </a:solidFill>
                                <a:latin typeface="Cambria Math" panose="02040503050406030204" pitchFamily="18" charset="0"/>
                              </a:rPr>
                              <m:t>𝑉</m:t>
                            </m:r>
                          </m:sup>
                        </m:sSup>
                      </m:e>
                    </m:d>
                  </m:oMath>
                </a14:m>
                <a:r>
                  <a:rPr lang="en-US" sz="1800" dirty="0">
                    <a:solidFill>
                      <a:srgbClr val="003366"/>
                    </a:solidFill>
                    <a:latin typeface="Aptos Display" panose="020B0004020202020204" pitchFamily="34" charset="0"/>
                  </a:rPr>
                  <a:t>and clone soft probabilities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𝑃</m:t>
                        </m:r>
                      </m:e>
                      <m:sub>
                        <m:r>
                          <a:rPr lang="en-US" sz="1800" i="1" dirty="0">
                            <a:solidFill>
                              <a:srgbClr val="003366"/>
                            </a:solidFill>
                            <a:latin typeface="Cambria Math" panose="02040503050406030204" pitchFamily="18" charset="0"/>
                          </a:rPr>
                          <m:t>𝑇</m:t>
                        </m:r>
                      </m:sub>
                    </m:sSub>
                    <m:d>
                      <m:dPr>
                        <m:ctrlPr>
                          <a:rPr lang="en-US" sz="1800" i="1" dirty="0">
                            <a:solidFill>
                              <a:srgbClr val="003366"/>
                            </a:solidFill>
                            <a:latin typeface="Cambria Math" panose="02040503050406030204" pitchFamily="18" charset="0"/>
                          </a:rPr>
                        </m:ctrlPr>
                      </m:dPr>
                      <m:e>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𝑧</m:t>
                            </m:r>
                          </m:e>
                          <m:sup>
                            <m:r>
                              <a:rPr lang="en-US" sz="1800" i="1" dirty="0">
                                <a:solidFill>
                                  <a:srgbClr val="003366"/>
                                </a:solidFill>
                                <a:latin typeface="Cambria Math" panose="02040503050406030204" pitchFamily="18" charset="0"/>
                              </a:rPr>
                              <m:t>𝐴</m:t>
                            </m:r>
                          </m:sup>
                        </m:sSup>
                      </m:e>
                    </m:d>
                  </m:oMath>
                </a14:m>
                <a:r>
                  <a:rPr lang="en-US" sz="1800" dirty="0">
                    <a:solidFill>
                      <a:srgbClr val="003366"/>
                    </a:solidFill>
                    <a:latin typeface="Aptos Display" panose="020B0004020202020204" pitchFamily="34" charset="0"/>
                  </a:rPr>
                  <a:t>.</a:t>
                </a:r>
              </a:p>
            </p:txBody>
          </p:sp>
        </mc:Choice>
        <mc:Fallback xmlns="">
          <p:sp>
            <p:nvSpPr>
              <p:cNvPr id="5" name="Content Placeholder 4">
                <a:extLst>
                  <a:ext uri="{FF2B5EF4-FFF2-40B4-BE49-F238E27FC236}">
                    <a16:creationId xmlns:a16="http://schemas.microsoft.com/office/drawing/2014/main" id="{D160D650-F968-A930-F42B-FE58A7B962D1}"/>
                  </a:ext>
                </a:extLst>
              </p:cNvPr>
              <p:cNvSpPr>
                <a:spLocks noGrp="1" noRot="1" noChangeAspect="1" noMove="1" noResize="1" noEditPoints="1" noAdjustHandles="1" noChangeArrowheads="1" noChangeShapeType="1" noTextEdit="1"/>
              </p:cNvSpPr>
              <p:nvPr>
                <p:ph idx="1"/>
              </p:nvPr>
            </p:nvSpPr>
            <p:spPr>
              <a:xfrm>
                <a:off x="323528" y="908719"/>
                <a:ext cx="8496944" cy="5472609"/>
              </a:xfrm>
              <a:blipFill>
                <a:blip r:embed="rId3"/>
                <a:stretch>
                  <a:fillRect l="-1642" t="-138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9E94953A-93CA-1A37-F2AE-DB3AD9E4B716}"/>
              </a:ext>
            </a:extLst>
          </p:cNvPr>
          <p:cNvSpPr>
            <a:spLocks noGrp="1"/>
          </p:cNvSpPr>
          <p:nvPr>
            <p:ph type="sldNum" sz="quarter" idx="10"/>
          </p:nvPr>
        </p:nvSpPr>
        <p:spPr/>
        <p:txBody>
          <a:bodyPr/>
          <a:lstStyle/>
          <a:p>
            <a:pPr>
              <a:defRPr/>
            </a:pPr>
            <a:fld id="{FE5AEF74-5102-4921-8DBA-649C609AF6D1}" type="slidenum">
              <a:rPr lang="it-IT" smtClean="0"/>
              <a:pPr>
                <a:defRPr/>
              </a:pPr>
              <a:t>40</a:t>
            </a:fld>
            <a:endParaRPr lang="it-IT"/>
          </a:p>
        </p:txBody>
      </p:sp>
    </p:spTree>
    <p:extLst>
      <p:ext uri="{BB962C8B-B14F-4D97-AF65-F5344CB8AC3E}">
        <p14:creationId xmlns:p14="http://schemas.microsoft.com/office/powerpoint/2010/main" val="2081401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0A0DC-31B8-E1C7-7AE0-462F96E665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19F51-9C98-1283-FAFA-06AD7DACB9F0}"/>
              </a:ext>
            </a:extLst>
          </p:cNvPr>
          <p:cNvSpPr>
            <a:spLocks noGrp="1"/>
          </p:cNvSpPr>
          <p:nvPr>
            <p:ph type="title"/>
          </p:nvPr>
        </p:nvSpPr>
        <p:spPr>
          <a:xfrm>
            <a:off x="719138" y="286544"/>
            <a:ext cx="4428926" cy="838200"/>
          </a:xfrm>
        </p:spPr>
        <p:txBody>
          <a:bodyPr/>
          <a:lstStyle/>
          <a:p>
            <a:r>
              <a:rPr lang="en-CA" sz="2800" i="1" dirty="0">
                <a:latin typeface="Cambria"/>
              </a:rPr>
              <a:t>A</a:t>
            </a:r>
            <a:r>
              <a:rPr lang="en-CA" sz="2600" i="1" dirty="0">
                <a:latin typeface="Cambria"/>
              </a:rPr>
              <a:t>TTACKS </a:t>
            </a:r>
            <a:r>
              <a:rPr lang="en-CA" sz="2800" i="1" dirty="0">
                <a:latin typeface="Cambria"/>
              </a:rPr>
              <a:t>O</a:t>
            </a:r>
            <a:r>
              <a:rPr lang="en-CA" sz="2600" i="1" dirty="0">
                <a:latin typeface="Cambria"/>
              </a:rPr>
              <a:t>N </a:t>
            </a:r>
            <a:r>
              <a:rPr lang="en-CA" sz="2800" i="1" dirty="0">
                <a:latin typeface="Cambria"/>
              </a:rPr>
              <a:t>V</a:t>
            </a:r>
            <a:r>
              <a:rPr lang="en-CA" sz="2600" i="1" dirty="0">
                <a:latin typeface="Cambria"/>
              </a:rPr>
              <a:t>ISION </a:t>
            </a:r>
            <a:r>
              <a:rPr lang="en-CA" sz="2800" i="1" dirty="0">
                <a:latin typeface="Cambria"/>
              </a:rPr>
              <a:t>M</a:t>
            </a:r>
            <a:r>
              <a:rPr lang="en-CA" sz="2600" i="1" dirty="0">
                <a:latin typeface="Cambria"/>
              </a:rPr>
              <a:t>ODEL</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C670A366-7357-D8EB-3F02-116DA2F0E3FC}"/>
                  </a:ext>
                </a:extLst>
              </p:cNvPr>
              <p:cNvSpPr>
                <a:spLocks noGrp="1"/>
              </p:cNvSpPr>
              <p:nvPr>
                <p:ph idx="1"/>
              </p:nvPr>
            </p:nvSpPr>
            <p:spPr>
              <a:xfrm>
                <a:off x="611560" y="980728"/>
                <a:ext cx="8101334" cy="5544616"/>
              </a:xfrm>
            </p:spPr>
            <p:txBody>
              <a:bodyPr/>
              <a:lstStyle/>
              <a:p>
                <a:r>
                  <a:rPr lang="en-US" sz="1600" dirty="0">
                    <a:solidFill>
                      <a:srgbClr val="003366"/>
                    </a:solidFill>
                    <a:latin typeface="Aptos Display" panose="020B0004020202020204" pitchFamily="34" charset="0"/>
                  </a:rPr>
                  <a:t>Consider </a:t>
                </a:r>
                <a14:m>
                  <m:oMath xmlns:m="http://schemas.openxmlformats.org/officeDocument/2006/math">
                    <m:r>
                      <a:rPr lang="en-US" sz="1600" i="1" dirty="0" smtClean="0">
                        <a:solidFill>
                          <a:srgbClr val="003366"/>
                        </a:solidFill>
                        <a:latin typeface="Cambria Math" panose="02040503050406030204" pitchFamily="18" charset="0"/>
                      </a:rPr>
                      <m:t>𝐶</m:t>
                    </m:r>
                    <m:r>
                      <a:rPr lang="en-US" sz="1600" i="0" dirty="0">
                        <a:solidFill>
                          <a:srgbClr val="003366"/>
                        </a:solidFill>
                        <a:latin typeface="Cambria Math" panose="02040503050406030204" pitchFamily="18" charset="0"/>
                      </a:rPr>
                      <m:t>=2</m:t>
                    </m:r>
                  </m:oMath>
                </a14:m>
                <a:r>
                  <a:rPr lang="en-US" sz="1600" dirty="0">
                    <a:solidFill>
                      <a:srgbClr val="003366"/>
                    </a:solidFill>
                    <a:latin typeface="Aptos Display" panose="020B0004020202020204" pitchFamily="34" charset="0"/>
                  </a:rPr>
                  <a:t> classes (Dog vs. Cat) with temperature parameter </a:t>
                </a:r>
                <a14:m>
                  <m:oMath xmlns:m="http://schemas.openxmlformats.org/officeDocument/2006/math">
                    <m:r>
                      <a:rPr lang="en-US" sz="1600" i="1" dirty="0" smtClean="0">
                        <a:solidFill>
                          <a:srgbClr val="003366"/>
                        </a:solidFill>
                        <a:latin typeface="Cambria Math" panose="02040503050406030204" pitchFamily="18" charset="0"/>
                      </a:rPr>
                      <m:t>𝑇</m:t>
                    </m:r>
                    <m:r>
                      <a:rPr lang="en-US" sz="1600" i="0" dirty="0">
                        <a:solidFill>
                          <a:srgbClr val="003366"/>
                        </a:solidFill>
                        <a:latin typeface="Cambria Math" panose="02040503050406030204" pitchFamily="18" charset="0"/>
                      </a:rPr>
                      <m:t>=2.0</m:t>
                    </m:r>
                  </m:oMath>
                </a14:m>
                <a:r>
                  <a:rPr lang="en-US" sz="1600" dirty="0">
                    <a:solidFill>
                      <a:srgbClr val="003366"/>
                    </a:solidFill>
                    <a:latin typeface="Aptos Display" panose="020B0004020202020204" pitchFamily="34" charset="0"/>
                  </a:rPr>
                  <a:t>.</a:t>
                </a:r>
              </a:p>
              <a:p>
                <a:endParaRPr lang="en-US" sz="1600" dirty="0">
                  <a:solidFill>
                    <a:srgbClr val="003366"/>
                  </a:solidFill>
                  <a:latin typeface="Aptos Display" panose="020B0004020202020204" pitchFamily="34" charset="0"/>
                </a:endParaRPr>
              </a:p>
              <a:p>
                <a:r>
                  <a:rPr lang="en-US" sz="1600" u="sng" dirty="0">
                    <a:solidFill>
                      <a:srgbClr val="003366"/>
                    </a:solidFill>
                    <a:latin typeface="Aptos Display" panose="020B0004020202020204" pitchFamily="34" charset="0"/>
                  </a:rPr>
                  <a:t>Step 1: Compute Target Temperature-Scaled Probabilities: </a:t>
                </a:r>
                <a:r>
                  <a:rPr lang="en-US" sz="1600" dirty="0">
                    <a:solidFill>
                      <a:srgbClr val="003366"/>
                    </a:solidFill>
                    <a:latin typeface="Aptos Display" panose="020B0004020202020204" pitchFamily="34" charset="0"/>
                  </a:rPr>
                  <a:t>Let the victim's logits be </a:t>
                </a:r>
                <a14:m>
                  <m:oMath xmlns:m="http://schemas.openxmlformats.org/officeDocument/2006/math">
                    <m:sSup>
                      <m:sSupPr>
                        <m:ctrlPr>
                          <a:rPr lang="en-US" sz="1600" i="1" dirty="0" smtClean="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𝑧</m:t>
                        </m:r>
                      </m:e>
                      <m:sup>
                        <m:r>
                          <a:rPr lang="en-US" sz="1600" i="1" dirty="0">
                            <a:solidFill>
                              <a:srgbClr val="003366"/>
                            </a:solidFill>
                            <a:latin typeface="Cambria Math" panose="02040503050406030204" pitchFamily="18" charset="0"/>
                          </a:rPr>
                          <m:t>𝑉</m:t>
                        </m:r>
                      </m:sup>
                    </m:sSup>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4.0,2.0</m:t>
                            </m:r>
                          </m:e>
                        </m:d>
                      </m:e>
                      <m:sup>
                        <m:r>
                          <a:rPr lang="en-US" sz="1600" i="1" dirty="0">
                            <a:solidFill>
                              <a:srgbClr val="003366"/>
                            </a:solidFill>
                            <a:latin typeface="Cambria Math" panose="02040503050406030204" pitchFamily="18" charset="0"/>
                          </a:rPr>
                          <m:t>𝑇</m:t>
                        </m:r>
                      </m:sup>
                    </m:sSup>
                  </m:oMath>
                </a14:m>
                <a:r>
                  <a:rPr lang="en-US" sz="1600" dirty="0">
                    <a:solidFill>
                      <a:srgbClr val="003366"/>
                    </a:solidFill>
                    <a:latin typeface="Aptos Display" panose="020B0004020202020204" pitchFamily="34" charset="0"/>
                  </a:rPr>
                  <a:t>:</a:t>
                </a:r>
              </a:p>
              <a:p>
                <a:endParaRPr lang="en-US" sz="1600"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eqArr>
                        <m:eqArrPr>
                          <m:ctrlPr>
                            <a:rPr lang="en-US" sz="1600" i="1" dirty="0" smtClean="0">
                              <a:solidFill>
                                <a:srgbClr val="003366"/>
                              </a:solidFill>
                              <a:latin typeface="Cambria Math" panose="02040503050406030204" pitchFamily="18" charset="0"/>
                            </a:rPr>
                          </m:ctrlPr>
                        </m:eqArrPr>
                        <m:e>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𝑃</m:t>
                              </m:r>
                            </m:e>
                            <m:sub>
                              <m:r>
                                <a:rPr lang="en-US" sz="1600" i="1" dirty="0" smtClean="0">
                                  <a:solidFill>
                                    <a:srgbClr val="003366"/>
                                  </a:solidFill>
                                  <a:latin typeface="Cambria Math" panose="02040503050406030204" pitchFamily="18" charset="0"/>
                                </a:rPr>
                                <m:t>𝑇</m:t>
                              </m:r>
                            </m:sub>
                          </m:sSub>
                          <m:sSub>
                            <m:sSubPr>
                              <m:ctrlPr>
                                <a:rPr lang="en-US" sz="1600" i="1" dirty="0" smtClean="0">
                                  <a:solidFill>
                                    <a:srgbClr val="003366"/>
                                  </a:solidFill>
                                  <a:latin typeface="Cambria Math" panose="02040503050406030204" pitchFamily="18" charset="0"/>
                                </a:rPr>
                              </m:ctrlPr>
                            </m:sSubPr>
                            <m:e>
                              <m:d>
                                <m:dPr>
                                  <m:ctrlPr>
                                    <a:rPr lang="en-US" sz="1600" i="1" dirty="0" smtClean="0">
                                      <a:solidFill>
                                        <a:srgbClr val="003366"/>
                                      </a:solidFill>
                                      <a:latin typeface="Cambria Math" panose="02040503050406030204" pitchFamily="18" charset="0"/>
                                    </a:rPr>
                                  </m:ctrlPr>
                                </m:dPr>
                                <m:e>
                                  <m:sSup>
                                    <m:sSupPr>
                                      <m:ctrlPr>
                                        <a:rPr lang="en-US" sz="1600" i="1" dirty="0" smtClean="0">
                                          <a:solidFill>
                                            <a:srgbClr val="003366"/>
                                          </a:solidFill>
                                          <a:latin typeface="Cambria Math" panose="02040503050406030204" pitchFamily="18" charset="0"/>
                                        </a:rPr>
                                      </m:ctrlPr>
                                    </m:sSupPr>
                                    <m:e>
                                      <m:r>
                                        <a:rPr lang="en-US" sz="1600" i="1" dirty="0" smtClean="0">
                                          <a:solidFill>
                                            <a:srgbClr val="003366"/>
                                          </a:solidFill>
                                          <a:latin typeface="Cambria Math" panose="02040503050406030204" pitchFamily="18" charset="0"/>
                                        </a:rPr>
                                        <m:t>𝑧</m:t>
                                      </m:r>
                                    </m:e>
                                    <m:sup>
                                      <m:r>
                                        <a:rPr lang="en-US" sz="1600" i="1" dirty="0" smtClean="0">
                                          <a:solidFill>
                                            <a:srgbClr val="003366"/>
                                          </a:solidFill>
                                          <a:latin typeface="Cambria Math" panose="02040503050406030204" pitchFamily="18" charset="0"/>
                                        </a:rPr>
                                        <m:t>𝑉</m:t>
                                      </m:r>
                                    </m:sup>
                                  </m:sSup>
                                </m:e>
                              </m:d>
                            </m:e>
                            <m:sub>
                              <m:r>
                                <a:rPr lang="en-US" sz="1600" i="0" dirty="0" smtClean="0">
                                  <a:solidFill>
                                    <a:srgbClr val="003366"/>
                                  </a:solidFill>
                                  <a:latin typeface="Cambria Math" panose="02040503050406030204" pitchFamily="18" charset="0"/>
                                </a:rPr>
                                <m:t>1</m:t>
                              </m:r>
                            </m:sub>
                          </m:sSub>
                          <m:r>
                            <m:rPr>
                              <m:aln/>
                            </m:rPr>
                            <a:rPr lang="en-US" sz="1600" i="0" dirty="0" smtClean="0">
                              <a:solidFill>
                                <a:srgbClr val="003366"/>
                              </a:solidFill>
                              <a:latin typeface="Cambria Math" panose="02040503050406030204" pitchFamily="18" charset="0"/>
                            </a:rPr>
                            <m:t>&amp;</m:t>
                          </m:r>
                          <m:r>
                            <a:rPr lang="en-US" sz="1600" i="0" dirty="0" smtClean="0">
                              <a:solidFill>
                                <a:srgbClr val="003366"/>
                              </a:solidFill>
                              <a:latin typeface="Cambria Math" panose="02040503050406030204" pitchFamily="18" charset="0"/>
                            </a:rPr>
                            <m:t>=</m:t>
                          </m:r>
                          <m:f>
                            <m:fPr>
                              <m:ctrlPr>
                                <a:rPr lang="en-US" sz="1600" i="1" dirty="0" smtClean="0">
                                  <a:solidFill>
                                    <a:srgbClr val="003366"/>
                                  </a:solidFill>
                                  <a:latin typeface="Cambria Math" panose="02040503050406030204" pitchFamily="18" charset="0"/>
                                </a:rPr>
                              </m:ctrlPr>
                            </m:fPr>
                            <m:num>
                              <m:sSup>
                                <m:sSupPr>
                                  <m:ctrlPr>
                                    <a:rPr lang="en-US" sz="1600" i="1" dirty="0" smtClean="0">
                                      <a:solidFill>
                                        <a:srgbClr val="003366"/>
                                      </a:solidFill>
                                      <a:latin typeface="Cambria Math" panose="02040503050406030204" pitchFamily="18" charset="0"/>
                                    </a:rPr>
                                  </m:ctrlPr>
                                </m:sSupPr>
                                <m:e>
                                  <m:r>
                                    <a:rPr lang="en-US" sz="1600" i="1" dirty="0" smtClean="0">
                                      <a:solidFill>
                                        <a:srgbClr val="003366"/>
                                      </a:solidFill>
                                      <a:latin typeface="Cambria Math" panose="02040503050406030204" pitchFamily="18" charset="0"/>
                                    </a:rPr>
                                    <m:t>𝑒</m:t>
                                  </m:r>
                                </m:e>
                                <m:sup>
                                  <m:r>
                                    <a:rPr lang="en-US" sz="1600" i="0" dirty="0" smtClean="0">
                                      <a:solidFill>
                                        <a:srgbClr val="003366"/>
                                      </a:solidFill>
                                      <a:latin typeface="Cambria Math" panose="02040503050406030204" pitchFamily="18" charset="0"/>
                                    </a:rPr>
                                    <m:t>4.0/2.0</m:t>
                                  </m:r>
                                </m:sup>
                              </m:sSup>
                            </m:num>
                            <m:den>
                              <m:sSup>
                                <m:sSupPr>
                                  <m:ctrlPr>
                                    <a:rPr lang="en-US" sz="1600" i="1" dirty="0" smtClean="0">
                                      <a:solidFill>
                                        <a:srgbClr val="003366"/>
                                      </a:solidFill>
                                      <a:latin typeface="Cambria Math" panose="02040503050406030204" pitchFamily="18" charset="0"/>
                                    </a:rPr>
                                  </m:ctrlPr>
                                </m:sSupPr>
                                <m:e>
                                  <m:r>
                                    <a:rPr lang="en-US" sz="1600" i="1" dirty="0" smtClean="0">
                                      <a:solidFill>
                                        <a:srgbClr val="003366"/>
                                      </a:solidFill>
                                      <a:latin typeface="Cambria Math" panose="02040503050406030204" pitchFamily="18" charset="0"/>
                                    </a:rPr>
                                    <m:t>𝑒</m:t>
                                  </m:r>
                                </m:e>
                                <m:sup>
                                  <m:r>
                                    <a:rPr lang="en-US" sz="1600" i="0" dirty="0" smtClean="0">
                                      <a:solidFill>
                                        <a:srgbClr val="003366"/>
                                      </a:solidFill>
                                      <a:latin typeface="Cambria Math" panose="02040503050406030204" pitchFamily="18" charset="0"/>
                                    </a:rPr>
                                    <m:t>4.0/2.0</m:t>
                                  </m:r>
                                </m:sup>
                              </m:sSup>
                              <m:r>
                                <a:rPr lang="en-US" sz="1600" i="0" dirty="0" smtClean="0">
                                  <a:solidFill>
                                    <a:srgbClr val="003366"/>
                                  </a:solidFill>
                                  <a:latin typeface="Cambria Math" panose="02040503050406030204" pitchFamily="18" charset="0"/>
                                </a:rPr>
                                <m:t>+</m:t>
                              </m:r>
                              <m:sSup>
                                <m:sSupPr>
                                  <m:ctrlPr>
                                    <a:rPr lang="en-US" sz="1600" i="1" dirty="0" smtClean="0">
                                      <a:solidFill>
                                        <a:srgbClr val="003366"/>
                                      </a:solidFill>
                                      <a:latin typeface="Cambria Math" panose="02040503050406030204" pitchFamily="18" charset="0"/>
                                    </a:rPr>
                                  </m:ctrlPr>
                                </m:sSupPr>
                                <m:e>
                                  <m:r>
                                    <a:rPr lang="en-US" sz="1600" i="1" dirty="0" smtClean="0">
                                      <a:solidFill>
                                        <a:srgbClr val="003366"/>
                                      </a:solidFill>
                                      <a:latin typeface="Cambria Math" panose="02040503050406030204" pitchFamily="18" charset="0"/>
                                    </a:rPr>
                                    <m:t>𝑒</m:t>
                                  </m:r>
                                </m:e>
                                <m:sup>
                                  <m:r>
                                    <a:rPr lang="en-US" sz="1600" i="0" dirty="0" smtClean="0">
                                      <a:solidFill>
                                        <a:srgbClr val="003366"/>
                                      </a:solidFill>
                                      <a:latin typeface="Cambria Math" panose="02040503050406030204" pitchFamily="18" charset="0"/>
                                    </a:rPr>
                                    <m:t>2.0/2.0</m:t>
                                  </m:r>
                                </m:sup>
                              </m:sSup>
                            </m:den>
                          </m:f>
                          <m:r>
                            <a:rPr lang="en-US" sz="1600" i="0" dirty="0" smtClean="0">
                              <a:solidFill>
                                <a:srgbClr val="003366"/>
                              </a:solidFill>
                              <a:latin typeface="Cambria Math" panose="02040503050406030204" pitchFamily="18" charset="0"/>
                            </a:rPr>
                            <m:t>=</m:t>
                          </m:r>
                          <m:f>
                            <m:fPr>
                              <m:ctrlPr>
                                <a:rPr lang="en-US" sz="1600" i="1" dirty="0" smtClean="0">
                                  <a:solidFill>
                                    <a:srgbClr val="003366"/>
                                  </a:solidFill>
                                  <a:latin typeface="Cambria Math" panose="02040503050406030204" pitchFamily="18" charset="0"/>
                                </a:rPr>
                              </m:ctrlPr>
                            </m:fPr>
                            <m:num>
                              <m:sSup>
                                <m:sSupPr>
                                  <m:ctrlPr>
                                    <a:rPr lang="en-US" sz="1600" i="1" dirty="0" smtClean="0">
                                      <a:solidFill>
                                        <a:srgbClr val="003366"/>
                                      </a:solidFill>
                                      <a:latin typeface="Cambria Math" panose="02040503050406030204" pitchFamily="18" charset="0"/>
                                    </a:rPr>
                                  </m:ctrlPr>
                                </m:sSupPr>
                                <m:e>
                                  <m:r>
                                    <a:rPr lang="en-US" sz="1600" i="1" dirty="0" smtClean="0">
                                      <a:solidFill>
                                        <a:srgbClr val="003366"/>
                                      </a:solidFill>
                                      <a:latin typeface="Cambria Math" panose="02040503050406030204" pitchFamily="18" charset="0"/>
                                    </a:rPr>
                                    <m:t>𝑒</m:t>
                                  </m:r>
                                </m:e>
                                <m:sup>
                                  <m:r>
                                    <a:rPr lang="en-US" sz="1600" i="0" dirty="0" smtClean="0">
                                      <a:solidFill>
                                        <a:srgbClr val="003366"/>
                                      </a:solidFill>
                                      <a:latin typeface="Cambria Math" panose="02040503050406030204" pitchFamily="18" charset="0"/>
                                    </a:rPr>
                                    <m:t>2.0</m:t>
                                  </m:r>
                                </m:sup>
                              </m:sSup>
                            </m:num>
                            <m:den>
                              <m:sSup>
                                <m:sSupPr>
                                  <m:ctrlPr>
                                    <a:rPr lang="en-US" sz="1600" i="1" dirty="0" smtClean="0">
                                      <a:solidFill>
                                        <a:srgbClr val="003366"/>
                                      </a:solidFill>
                                      <a:latin typeface="Cambria Math" panose="02040503050406030204" pitchFamily="18" charset="0"/>
                                    </a:rPr>
                                  </m:ctrlPr>
                                </m:sSupPr>
                                <m:e>
                                  <m:r>
                                    <a:rPr lang="en-US" sz="1600" i="1" dirty="0" smtClean="0">
                                      <a:solidFill>
                                        <a:srgbClr val="003366"/>
                                      </a:solidFill>
                                      <a:latin typeface="Cambria Math" panose="02040503050406030204" pitchFamily="18" charset="0"/>
                                    </a:rPr>
                                    <m:t>𝑒</m:t>
                                  </m:r>
                                </m:e>
                                <m:sup>
                                  <m:r>
                                    <a:rPr lang="en-US" sz="1600" i="0" dirty="0" smtClean="0">
                                      <a:solidFill>
                                        <a:srgbClr val="003366"/>
                                      </a:solidFill>
                                      <a:latin typeface="Cambria Math" panose="02040503050406030204" pitchFamily="18" charset="0"/>
                                    </a:rPr>
                                    <m:t>2.0</m:t>
                                  </m:r>
                                </m:sup>
                              </m:sSup>
                              <m:r>
                                <a:rPr lang="en-US" sz="1600" i="0" dirty="0" smtClean="0">
                                  <a:solidFill>
                                    <a:srgbClr val="003366"/>
                                  </a:solidFill>
                                  <a:latin typeface="Cambria Math" panose="02040503050406030204" pitchFamily="18" charset="0"/>
                                </a:rPr>
                                <m:t>+</m:t>
                              </m:r>
                              <m:sSup>
                                <m:sSupPr>
                                  <m:ctrlPr>
                                    <a:rPr lang="en-US" sz="1600" i="1" dirty="0" smtClean="0">
                                      <a:solidFill>
                                        <a:srgbClr val="003366"/>
                                      </a:solidFill>
                                      <a:latin typeface="Cambria Math" panose="02040503050406030204" pitchFamily="18" charset="0"/>
                                    </a:rPr>
                                  </m:ctrlPr>
                                </m:sSupPr>
                                <m:e>
                                  <m:r>
                                    <a:rPr lang="en-US" sz="1600" i="1" dirty="0" smtClean="0">
                                      <a:solidFill>
                                        <a:srgbClr val="003366"/>
                                      </a:solidFill>
                                      <a:latin typeface="Cambria Math" panose="02040503050406030204" pitchFamily="18" charset="0"/>
                                    </a:rPr>
                                    <m:t>𝑒</m:t>
                                  </m:r>
                                </m:e>
                                <m:sup>
                                  <m:r>
                                    <a:rPr lang="en-US" sz="1600" i="0" dirty="0" smtClean="0">
                                      <a:solidFill>
                                        <a:srgbClr val="003366"/>
                                      </a:solidFill>
                                      <a:latin typeface="Cambria Math" panose="02040503050406030204" pitchFamily="18" charset="0"/>
                                    </a:rPr>
                                    <m:t>1.0</m:t>
                                  </m:r>
                                </m:sup>
                              </m:sSup>
                            </m:den>
                          </m:f>
                          <m:r>
                            <a:rPr lang="en-US" sz="1600" i="0" dirty="0" smtClean="0">
                              <a:solidFill>
                                <a:srgbClr val="003366"/>
                              </a:solidFill>
                              <a:latin typeface="Cambria Math" panose="02040503050406030204" pitchFamily="18" charset="0"/>
                            </a:rPr>
                            <m:t>=</m:t>
                          </m:r>
                          <m:f>
                            <m:fPr>
                              <m:ctrlPr>
                                <a:rPr lang="en-US" sz="1600" i="1" dirty="0" smtClean="0">
                                  <a:solidFill>
                                    <a:srgbClr val="003366"/>
                                  </a:solidFill>
                                  <a:latin typeface="Cambria Math" panose="02040503050406030204" pitchFamily="18" charset="0"/>
                                </a:rPr>
                              </m:ctrlPr>
                            </m:fPr>
                            <m:num>
                              <m:r>
                                <a:rPr lang="en-US" sz="1600" i="0" dirty="0" smtClean="0">
                                  <a:solidFill>
                                    <a:srgbClr val="003366"/>
                                  </a:solidFill>
                                  <a:latin typeface="Cambria Math" panose="02040503050406030204" pitchFamily="18" charset="0"/>
                                </a:rPr>
                                <m:t>7.389</m:t>
                              </m:r>
                            </m:num>
                            <m:den>
                              <m:r>
                                <a:rPr lang="en-US" sz="1600" i="0" dirty="0" smtClean="0">
                                  <a:solidFill>
                                    <a:srgbClr val="003366"/>
                                  </a:solidFill>
                                  <a:latin typeface="Cambria Math" panose="02040503050406030204" pitchFamily="18" charset="0"/>
                                </a:rPr>
                                <m:t>7.389+2.718</m:t>
                              </m:r>
                            </m:den>
                          </m:f>
                          <m:r>
                            <a:rPr lang="en-US" sz="1600" i="0" dirty="0" smtClean="0">
                              <a:solidFill>
                                <a:srgbClr val="003366"/>
                              </a:solidFill>
                              <a:latin typeface="Cambria Math" panose="02040503050406030204" pitchFamily="18" charset="0"/>
                            </a:rPr>
                            <m:t>≈0.731</m:t>
                          </m:r>
                        </m:e>
                        <m:e>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𝑃</m:t>
                              </m:r>
                            </m:e>
                            <m:sub>
                              <m:r>
                                <a:rPr lang="en-US" sz="1600" i="1" dirty="0" smtClean="0">
                                  <a:solidFill>
                                    <a:srgbClr val="003366"/>
                                  </a:solidFill>
                                  <a:latin typeface="Cambria Math" panose="02040503050406030204" pitchFamily="18" charset="0"/>
                                </a:rPr>
                                <m:t>𝑇</m:t>
                              </m:r>
                            </m:sub>
                          </m:sSub>
                          <m:sSub>
                            <m:sSubPr>
                              <m:ctrlPr>
                                <a:rPr lang="en-US" sz="1600" i="1" dirty="0" smtClean="0">
                                  <a:solidFill>
                                    <a:srgbClr val="003366"/>
                                  </a:solidFill>
                                  <a:latin typeface="Cambria Math" panose="02040503050406030204" pitchFamily="18" charset="0"/>
                                </a:rPr>
                              </m:ctrlPr>
                            </m:sSubPr>
                            <m:e>
                              <m:d>
                                <m:dPr>
                                  <m:ctrlPr>
                                    <a:rPr lang="en-US" sz="1600" i="1" dirty="0" smtClean="0">
                                      <a:solidFill>
                                        <a:srgbClr val="003366"/>
                                      </a:solidFill>
                                      <a:latin typeface="Cambria Math" panose="02040503050406030204" pitchFamily="18" charset="0"/>
                                    </a:rPr>
                                  </m:ctrlPr>
                                </m:dPr>
                                <m:e>
                                  <m:sSup>
                                    <m:sSupPr>
                                      <m:ctrlPr>
                                        <a:rPr lang="en-US" sz="1600" i="1" dirty="0" smtClean="0">
                                          <a:solidFill>
                                            <a:srgbClr val="003366"/>
                                          </a:solidFill>
                                          <a:latin typeface="Cambria Math" panose="02040503050406030204" pitchFamily="18" charset="0"/>
                                        </a:rPr>
                                      </m:ctrlPr>
                                    </m:sSupPr>
                                    <m:e>
                                      <m:r>
                                        <a:rPr lang="en-US" sz="1600" i="1" dirty="0" smtClean="0">
                                          <a:solidFill>
                                            <a:srgbClr val="003366"/>
                                          </a:solidFill>
                                          <a:latin typeface="Cambria Math" panose="02040503050406030204" pitchFamily="18" charset="0"/>
                                        </a:rPr>
                                        <m:t>𝑧</m:t>
                                      </m:r>
                                    </m:e>
                                    <m:sup>
                                      <m:r>
                                        <a:rPr lang="en-US" sz="1600" i="1" dirty="0" smtClean="0">
                                          <a:solidFill>
                                            <a:srgbClr val="003366"/>
                                          </a:solidFill>
                                          <a:latin typeface="Cambria Math" panose="02040503050406030204" pitchFamily="18" charset="0"/>
                                        </a:rPr>
                                        <m:t>𝑉</m:t>
                                      </m:r>
                                    </m:sup>
                                  </m:sSup>
                                </m:e>
                              </m:d>
                            </m:e>
                            <m:sub>
                              <m:r>
                                <a:rPr lang="en-US" sz="1600" i="0" dirty="0" smtClean="0">
                                  <a:solidFill>
                                    <a:srgbClr val="003366"/>
                                  </a:solidFill>
                                  <a:latin typeface="Cambria Math" panose="02040503050406030204" pitchFamily="18" charset="0"/>
                                </a:rPr>
                                <m:t>2</m:t>
                              </m:r>
                            </m:sub>
                          </m:sSub>
                          <m:r>
                            <m:rPr>
                              <m:aln/>
                            </m:rPr>
                            <a:rPr lang="en-US" sz="1600" i="0" dirty="0" smtClean="0">
                              <a:solidFill>
                                <a:srgbClr val="003366"/>
                              </a:solidFill>
                              <a:latin typeface="Cambria Math" panose="02040503050406030204" pitchFamily="18" charset="0"/>
                            </a:rPr>
                            <m:t>&amp;</m:t>
                          </m:r>
                          <m:r>
                            <a:rPr lang="en-US" sz="1600" i="0" dirty="0" smtClean="0">
                              <a:solidFill>
                                <a:srgbClr val="003366"/>
                              </a:solidFill>
                              <a:latin typeface="Cambria Math" panose="02040503050406030204" pitchFamily="18" charset="0"/>
                            </a:rPr>
                            <m:t>=1−0.731=0.269</m:t>
                          </m:r>
                        </m:e>
                        <m:e/>
                      </m:eqArr>
                    </m:oMath>
                  </m:oMathPara>
                </a14:m>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So </a:t>
                </a:r>
                <a14:m>
                  <m:oMath xmlns:m="http://schemas.openxmlformats.org/officeDocument/2006/math">
                    <m:r>
                      <a:rPr lang="en-US" sz="1600" i="1" dirty="0" smtClean="0">
                        <a:solidFill>
                          <a:srgbClr val="003366"/>
                        </a:solidFill>
                        <a:latin typeface="Cambria Math" panose="02040503050406030204" pitchFamily="18" charset="0"/>
                      </a:rPr>
                      <m:t>𝑞</m:t>
                    </m:r>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0.731,0.269</m:t>
                            </m:r>
                          </m:e>
                        </m:d>
                      </m:e>
                      <m:sup>
                        <m:r>
                          <a:rPr lang="en-US" sz="1600" i="1" dirty="0">
                            <a:solidFill>
                              <a:srgbClr val="003366"/>
                            </a:solidFill>
                            <a:latin typeface="Cambria Math" panose="02040503050406030204" pitchFamily="18" charset="0"/>
                          </a:rPr>
                          <m:t>𝑇</m:t>
                        </m:r>
                      </m:sup>
                    </m:sSup>
                  </m:oMath>
                </a14:m>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    </a:t>
                </a:r>
              </a:p>
              <a:p>
                <a:r>
                  <a:rPr lang="en-US" sz="1600" u="sng" dirty="0">
                    <a:solidFill>
                      <a:srgbClr val="003366"/>
                    </a:solidFill>
                    <a:latin typeface="Aptos Display" panose="020B0004020202020204" pitchFamily="34" charset="0"/>
                  </a:rPr>
                  <a:t>Step 2: Compute Clone Temperature-Scaled Probabilities: </a:t>
                </a:r>
                <a:r>
                  <a:rPr lang="en-US" sz="1600" dirty="0">
                    <a:solidFill>
                      <a:srgbClr val="003366"/>
                    </a:solidFill>
                    <a:latin typeface="Aptos Display" panose="020B0004020202020204" pitchFamily="34" charset="0"/>
                  </a:rPr>
                  <a:t>Let the clone's logits be </a:t>
                </a:r>
                <a14:m>
                  <m:oMath xmlns:m="http://schemas.openxmlformats.org/officeDocument/2006/math">
                    <m:sSup>
                      <m:sSupPr>
                        <m:ctrlPr>
                          <a:rPr lang="en-US" sz="1600" i="1" dirty="0" smtClean="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𝑧</m:t>
                        </m:r>
                      </m:e>
                      <m:sup>
                        <m:r>
                          <a:rPr lang="en-US" sz="1600" i="1" dirty="0">
                            <a:solidFill>
                              <a:srgbClr val="003366"/>
                            </a:solidFill>
                            <a:latin typeface="Cambria Math" panose="02040503050406030204" pitchFamily="18" charset="0"/>
                          </a:rPr>
                          <m:t>𝐴</m:t>
                        </m:r>
                      </m:sup>
                    </m:sSup>
                    <m:r>
                      <a:rPr lang="en-US" sz="1600" i="0" dirty="0" smtClean="0">
                        <a:solidFill>
                          <a:srgbClr val="003366"/>
                        </a:solidFill>
                        <a:latin typeface="Cambria Math" panose="02040503050406030204" pitchFamily="18" charset="0"/>
                      </a:rPr>
                      <m:t>=</m:t>
                    </m:r>
                    <m:sSup>
                      <m:sSupPr>
                        <m:ctrlPr>
                          <a:rPr lang="en-US" sz="1600" i="1" dirty="0" smtClean="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1.0,1.0</m:t>
                            </m:r>
                          </m:e>
                        </m:d>
                      </m:e>
                      <m:sup>
                        <m:r>
                          <a:rPr lang="en-US" sz="1600" i="1" dirty="0">
                            <a:solidFill>
                              <a:srgbClr val="003366"/>
                            </a:solidFill>
                            <a:latin typeface="Cambria Math" panose="02040503050406030204" pitchFamily="18" charset="0"/>
                          </a:rPr>
                          <m:t>𝑇</m:t>
                        </m:r>
                      </m:sup>
                    </m:sSup>
                  </m:oMath>
                </a14:m>
                <a:r>
                  <a:rPr lang="en-US" sz="1600" dirty="0">
                    <a:solidFill>
                      <a:srgbClr val="003366"/>
                    </a:solidFill>
                    <a:latin typeface="Aptos Display" panose="020B0004020202020204" pitchFamily="34" charset="0"/>
                  </a:rPr>
                  <a:t>:</a:t>
                </a:r>
              </a:p>
              <a:p>
                <a:endParaRPr lang="en-US" sz="1600"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eqArr>
                        <m:eqArrPr>
                          <m:ctrlPr>
                            <a:rPr lang="en-US" sz="1600" i="1" dirty="0" smtClean="0">
                              <a:solidFill>
                                <a:srgbClr val="003366"/>
                              </a:solidFill>
                              <a:latin typeface="Cambria Math" panose="02040503050406030204" pitchFamily="18" charset="0"/>
                            </a:rPr>
                          </m:ctrlPr>
                        </m:eqArrPr>
                        <m:e>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𝑃</m:t>
                              </m:r>
                            </m:e>
                            <m:sub>
                              <m:r>
                                <a:rPr lang="en-US" sz="1600" i="1" dirty="0" smtClean="0">
                                  <a:solidFill>
                                    <a:srgbClr val="003366"/>
                                  </a:solidFill>
                                  <a:latin typeface="Cambria Math" panose="02040503050406030204" pitchFamily="18" charset="0"/>
                                </a:rPr>
                                <m:t>𝑇</m:t>
                              </m:r>
                            </m:sub>
                          </m:sSub>
                          <m:sSub>
                            <m:sSubPr>
                              <m:ctrlPr>
                                <a:rPr lang="en-US" sz="1600" i="1" dirty="0" smtClean="0">
                                  <a:solidFill>
                                    <a:srgbClr val="003366"/>
                                  </a:solidFill>
                                  <a:latin typeface="Cambria Math" panose="02040503050406030204" pitchFamily="18" charset="0"/>
                                </a:rPr>
                              </m:ctrlPr>
                            </m:sSubPr>
                            <m:e>
                              <m:d>
                                <m:dPr>
                                  <m:ctrlPr>
                                    <a:rPr lang="en-US" sz="1600" i="1" dirty="0" smtClean="0">
                                      <a:solidFill>
                                        <a:srgbClr val="003366"/>
                                      </a:solidFill>
                                      <a:latin typeface="Cambria Math" panose="02040503050406030204" pitchFamily="18" charset="0"/>
                                    </a:rPr>
                                  </m:ctrlPr>
                                </m:dPr>
                                <m:e>
                                  <m:sSup>
                                    <m:sSupPr>
                                      <m:ctrlPr>
                                        <a:rPr lang="en-US" sz="1600" i="1" dirty="0" smtClean="0">
                                          <a:solidFill>
                                            <a:srgbClr val="003366"/>
                                          </a:solidFill>
                                          <a:latin typeface="Cambria Math" panose="02040503050406030204" pitchFamily="18" charset="0"/>
                                        </a:rPr>
                                      </m:ctrlPr>
                                    </m:sSupPr>
                                    <m:e>
                                      <m:r>
                                        <a:rPr lang="en-US" sz="1600" i="1" dirty="0" smtClean="0">
                                          <a:solidFill>
                                            <a:srgbClr val="003366"/>
                                          </a:solidFill>
                                          <a:latin typeface="Cambria Math" panose="02040503050406030204" pitchFamily="18" charset="0"/>
                                        </a:rPr>
                                        <m:t>𝑧</m:t>
                                      </m:r>
                                    </m:e>
                                    <m:sup>
                                      <m:r>
                                        <a:rPr lang="en-US" sz="1600" i="1" dirty="0" smtClean="0">
                                          <a:solidFill>
                                            <a:srgbClr val="003366"/>
                                          </a:solidFill>
                                          <a:latin typeface="Cambria Math" panose="02040503050406030204" pitchFamily="18" charset="0"/>
                                        </a:rPr>
                                        <m:t>𝐴</m:t>
                                      </m:r>
                                    </m:sup>
                                  </m:sSup>
                                </m:e>
                              </m:d>
                            </m:e>
                            <m:sub>
                              <m:r>
                                <a:rPr lang="en-US" sz="1600" i="0" dirty="0" smtClean="0">
                                  <a:solidFill>
                                    <a:srgbClr val="003366"/>
                                  </a:solidFill>
                                  <a:latin typeface="Cambria Math" panose="02040503050406030204" pitchFamily="18" charset="0"/>
                                </a:rPr>
                                <m:t>1</m:t>
                              </m:r>
                            </m:sub>
                          </m:sSub>
                          <m:r>
                            <m:rPr>
                              <m:aln/>
                            </m:rPr>
                            <a:rPr lang="en-US" sz="1600" i="0" dirty="0" smtClean="0">
                              <a:solidFill>
                                <a:srgbClr val="003366"/>
                              </a:solidFill>
                              <a:latin typeface="Cambria Math" panose="02040503050406030204" pitchFamily="18" charset="0"/>
                            </a:rPr>
                            <m:t>&amp;</m:t>
                          </m:r>
                          <m:r>
                            <a:rPr lang="en-US" sz="1600" i="0" dirty="0" smtClean="0">
                              <a:solidFill>
                                <a:srgbClr val="003366"/>
                              </a:solidFill>
                              <a:latin typeface="Cambria Math" panose="02040503050406030204" pitchFamily="18" charset="0"/>
                            </a:rPr>
                            <m:t>=</m:t>
                          </m:r>
                          <m:f>
                            <m:fPr>
                              <m:ctrlPr>
                                <a:rPr lang="en-US" sz="1600" i="1" dirty="0" smtClean="0">
                                  <a:solidFill>
                                    <a:srgbClr val="003366"/>
                                  </a:solidFill>
                                  <a:latin typeface="Cambria Math" panose="02040503050406030204" pitchFamily="18" charset="0"/>
                                </a:rPr>
                              </m:ctrlPr>
                            </m:fPr>
                            <m:num>
                              <m:sSup>
                                <m:sSupPr>
                                  <m:ctrlPr>
                                    <a:rPr lang="en-US" sz="1600" i="1" dirty="0" smtClean="0">
                                      <a:solidFill>
                                        <a:srgbClr val="003366"/>
                                      </a:solidFill>
                                      <a:latin typeface="Cambria Math" panose="02040503050406030204" pitchFamily="18" charset="0"/>
                                    </a:rPr>
                                  </m:ctrlPr>
                                </m:sSupPr>
                                <m:e>
                                  <m:r>
                                    <a:rPr lang="en-US" sz="1600" i="1" dirty="0" smtClean="0">
                                      <a:solidFill>
                                        <a:srgbClr val="003366"/>
                                      </a:solidFill>
                                      <a:latin typeface="Cambria Math" panose="02040503050406030204" pitchFamily="18" charset="0"/>
                                    </a:rPr>
                                    <m:t>𝑒</m:t>
                                  </m:r>
                                </m:e>
                                <m:sup>
                                  <m:r>
                                    <a:rPr lang="en-US" sz="1600" i="0" dirty="0" smtClean="0">
                                      <a:solidFill>
                                        <a:srgbClr val="003366"/>
                                      </a:solidFill>
                                      <a:latin typeface="Cambria Math" panose="02040503050406030204" pitchFamily="18" charset="0"/>
                                    </a:rPr>
                                    <m:t>1.0/2.0</m:t>
                                  </m:r>
                                </m:sup>
                              </m:sSup>
                            </m:num>
                            <m:den>
                              <m:sSup>
                                <m:sSupPr>
                                  <m:ctrlPr>
                                    <a:rPr lang="en-US" sz="1600" i="1" dirty="0" smtClean="0">
                                      <a:solidFill>
                                        <a:srgbClr val="003366"/>
                                      </a:solidFill>
                                      <a:latin typeface="Cambria Math" panose="02040503050406030204" pitchFamily="18" charset="0"/>
                                    </a:rPr>
                                  </m:ctrlPr>
                                </m:sSupPr>
                                <m:e>
                                  <m:r>
                                    <a:rPr lang="en-US" sz="1600" i="1" dirty="0" smtClean="0">
                                      <a:solidFill>
                                        <a:srgbClr val="003366"/>
                                      </a:solidFill>
                                      <a:latin typeface="Cambria Math" panose="02040503050406030204" pitchFamily="18" charset="0"/>
                                    </a:rPr>
                                    <m:t>𝑒</m:t>
                                  </m:r>
                                </m:e>
                                <m:sup>
                                  <m:r>
                                    <a:rPr lang="en-US" sz="1600" i="0" dirty="0" smtClean="0">
                                      <a:solidFill>
                                        <a:srgbClr val="003366"/>
                                      </a:solidFill>
                                      <a:latin typeface="Cambria Math" panose="02040503050406030204" pitchFamily="18" charset="0"/>
                                    </a:rPr>
                                    <m:t>1.0/2.0</m:t>
                                  </m:r>
                                </m:sup>
                              </m:sSup>
                              <m:r>
                                <a:rPr lang="en-US" sz="1600" i="0" dirty="0" smtClean="0">
                                  <a:solidFill>
                                    <a:srgbClr val="003366"/>
                                  </a:solidFill>
                                  <a:latin typeface="Cambria Math" panose="02040503050406030204" pitchFamily="18" charset="0"/>
                                </a:rPr>
                                <m:t>+</m:t>
                              </m:r>
                              <m:sSup>
                                <m:sSupPr>
                                  <m:ctrlPr>
                                    <a:rPr lang="en-US" sz="1600" i="1" dirty="0" smtClean="0">
                                      <a:solidFill>
                                        <a:srgbClr val="003366"/>
                                      </a:solidFill>
                                      <a:latin typeface="Cambria Math" panose="02040503050406030204" pitchFamily="18" charset="0"/>
                                    </a:rPr>
                                  </m:ctrlPr>
                                </m:sSupPr>
                                <m:e>
                                  <m:r>
                                    <a:rPr lang="en-US" sz="1600" i="1" dirty="0" smtClean="0">
                                      <a:solidFill>
                                        <a:srgbClr val="003366"/>
                                      </a:solidFill>
                                      <a:latin typeface="Cambria Math" panose="02040503050406030204" pitchFamily="18" charset="0"/>
                                    </a:rPr>
                                    <m:t>𝑒</m:t>
                                  </m:r>
                                </m:e>
                                <m:sup>
                                  <m:r>
                                    <a:rPr lang="en-US" sz="1600" i="0" dirty="0" smtClean="0">
                                      <a:solidFill>
                                        <a:srgbClr val="003366"/>
                                      </a:solidFill>
                                      <a:latin typeface="Cambria Math" panose="02040503050406030204" pitchFamily="18" charset="0"/>
                                    </a:rPr>
                                    <m:t>1.0/2.0</m:t>
                                  </m:r>
                                </m:sup>
                              </m:sSup>
                            </m:den>
                          </m:f>
                          <m:r>
                            <a:rPr lang="en-US" sz="1600" i="0" dirty="0" smtClean="0">
                              <a:solidFill>
                                <a:srgbClr val="003366"/>
                              </a:solidFill>
                              <a:latin typeface="Cambria Math" panose="02040503050406030204" pitchFamily="18" charset="0"/>
                            </a:rPr>
                            <m:t>=0.500</m:t>
                          </m:r>
                        </m:e>
                        <m:e>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𝑃</m:t>
                              </m:r>
                            </m:e>
                            <m:sub>
                              <m:r>
                                <a:rPr lang="en-US" sz="1600" i="1" dirty="0" smtClean="0">
                                  <a:solidFill>
                                    <a:srgbClr val="003366"/>
                                  </a:solidFill>
                                  <a:latin typeface="Cambria Math" panose="02040503050406030204" pitchFamily="18" charset="0"/>
                                </a:rPr>
                                <m:t>𝑇</m:t>
                              </m:r>
                            </m:sub>
                          </m:sSub>
                          <m:sSub>
                            <m:sSubPr>
                              <m:ctrlPr>
                                <a:rPr lang="en-US" sz="1600" i="1" dirty="0" smtClean="0">
                                  <a:solidFill>
                                    <a:srgbClr val="003366"/>
                                  </a:solidFill>
                                  <a:latin typeface="Cambria Math" panose="02040503050406030204" pitchFamily="18" charset="0"/>
                                </a:rPr>
                              </m:ctrlPr>
                            </m:sSubPr>
                            <m:e>
                              <m:d>
                                <m:dPr>
                                  <m:ctrlPr>
                                    <a:rPr lang="en-US" sz="1600" i="1" dirty="0" smtClean="0">
                                      <a:solidFill>
                                        <a:srgbClr val="003366"/>
                                      </a:solidFill>
                                      <a:latin typeface="Cambria Math" panose="02040503050406030204" pitchFamily="18" charset="0"/>
                                    </a:rPr>
                                  </m:ctrlPr>
                                </m:dPr>
                                <m:e>
                                  <m:sSup>
                                    <m:sSupPr>
                                      <m:ctrlPr>
                                        <a:rPr lang="en-US" sz="1600" i="1" dirty="0" smtClean="0">
                                          <a:solidFill>
                                            <a:srgbClr val="003366"/>
                                          </a:solidFill>
                                          <a:latin typeface="Cambria Math" panose="02040503050406030204" pitchFamily="18" charset="0"/>
                                        </a:rPr>
                                      </m:ctrlPr>
                                    </m:sSupPr>
                                    <m:e>
                                      <m:r>
                                        <a:rPr lang="en-US" sz="1600" i="1" dirty="0" smtClean="0">
                                          <a:solidFill>
                                            <a:srgbClr val="003366"/>
                                          </a:solidFill>
                                          <a:latin typeface="Cambria Math" panose="02040503050406030204" pitchFamily="18" charset="0"/>
                                        </a:rPr>
                                        <m:t>𝑧</m:t>
                                      </m:r>
                                    </m:e>
                                    <m:sup>
                                      <m:r>
                                        <a:rPr lang="en-US" sz="1600" i="1" dirty="0" smtClean="0">
                                          <a:solidFill>
                                            <a:srgbClr val="003366"/>
                                          </a:solidFill>
                                          <a:latin typeface="Cambria Math" panose="02040503050406030204" pitchFamily="18" charset="0"/>
                                        </a:rPr>
                                        <m:t>𝐴</m:t>
                                      </m:r>
                                    </m:sup>
                                  </m:sSup>
                                </m:e>
                              </m:d>
                            </m:e>
                            <m:sub>
                              <m:r>
                                <a:rPr lang="en-US" sz="1600" i="0" dirty="0" smtClean="0">
                                  <a:solidFill>
                                    <a:srgbClr val="003366"/>
                                  </a:solidFill>
                                  <a:latin typeface="Cambria Math" panose="02040503050406030204" pitchFamily="18" charset="0"/>
                                </a:rPr>
                                <m:t>2</m:t>
                              </m:r>
                            </m:sub>
                          </m:sSub>
                          <m:r>
                            <m:rPr>
                              <m:aln/>
                            </m:rPr>
                            <a:rPr lang="en-US" sz="1600" i="0" dirty="0" smtClean="0">
                              <a:solidFill>
                                <a:srgbClr val="003366"/>
                              </a:solidFill>
                              <a:latin typeface="Cambria Math" panose="02040503050406030204" pitchFamily="18" charset="0"/>
                            </a:rPr>
                            <m:t>&amp;</m:t>
                          </m:r>
                          <m:r>
                            <a:rPr lang="en-US" sz="1600" i="0" dirty="0" smtClean="0">
                              <a:solidFill>
                                <a:srgbClr val="003366"/>
                              </a:solidFill>
                              <a:latin typeface="Cambria Math" panose="02040503050406030204" pitchFamily="18" charset="0"/>
                            </a:rPr>
                            <m:t>=0.500</m:t>
                          </m:r>
                        </m:e>
                      </m:eqArr>
                    </m:oMath>
                  </m:oMathPara>
                </a14:m>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    So </a:t>
                </a:r>
                <a14:m>
                  <m:oMath xmlns:m="http://schemas.openxmlformats.org/officeDocument/2006/math">
                    <m:r>
                      <a:rPr lang="en-US" sz="1600" i="1" dirty="0" smtClean="0">
                        <a:solidFill>
                          <a:srgbClr val="003366"/>
                        </a:solidFill>
                        <a:latin typeface="Cambria Math" panose="02040503050406030204" pitchFamily="18" charset="0"/>
                      </a:rPr>
                      <m:t>𝑝</m:t>
                    </m:r>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0.500,0.500</m:t>
                            </m:r>
                          </m:e>
                        </m:d>
                      </m:e>
                      <m:sup>
                        <m:r>
                          <a:rPr lang="en-US" sz="1600" i="1" dirty="0">
                            <a:solidFill>
                              <a:srgbClr val="003366"/>
                            </a:solidFill>
                            <a:latin typeface="Cambria Math" panose="02040503050406030204" pitchFamily="18" charset="0"/>
                          </a:rPr>
                          <m:t>𝑇</m:t>
                        </m:r>
                      </m:sup>
                    </m:sSup>
                  </m:oMath>
                </a14:m>
                <a:endParaRPr lang="en-US" sz="1600" dirty="0">
                  <a:solidFill>
                    <a:srgbClr val="003366"/>
                  </a:solidFill>
                  <a:latin typeface="Aptos Display" panose="020B0004020202020204" pitchFamily="34" charset="0"/>
                </a:endParaRPr>
              </a:p>
              <a:p>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Step 3: Distillation Loss</a:t>
                </a:r>
              </a:p>
            </p:txBody>
          </p:sp>
        </mc:Choice>
        <mc:Fallback xmlns="">
          <p:sp>
            <p:nvSpPr>
              <p:cNvPr id="5" name="Content Placeholder 4">
                <a:extLst>
                  <a:ext uri="{FF2B5EF4-FFF2-40B4-BE49-F238E27FC236}">
                    <a16:creationId xmlns:a16="http://schemas.microsoft.com/office/drawing/2014/main" id="{C670A366-7357-D8EB-3F02-116DA2F0E3FC}"/>
                  </a:ext>
                </a:extLst>
              </p:cNvPr>
              <p:cNvSpPr>
                <a:spLocks noGrp="1" noRot="1" noChangeAspect="1" noMove="1" noResize="1" noEditPoints="1" noAdjustHandles="1" noChangeArrowheads="1" noChangeShapeType="1" noTextEdit="1"/>
              </p:cNvSpPr>
              <p:nvPr>
                <p:ph idx="1"/>
              </p:nvPr>
            </p:nvSpPr>
            <p:spPr>
              <a:xfrm>
                <a:off x="611560" y="980728"/>
                <a:ext cx="8101334" cy="5544616"/>
              </a:xfrm>
              <a:blipFill>
                <a:blip r:embed="rId3"/>
                <a:stretch>
                  <a:fillRect l="-1567" t="-1144" b="-458"/>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DED1F148-770E-A450-4750-C0C91ED5FA0C}"/>
              </a:ext>
            </a:extLst>
          </p:cNvPr>
          <p:cNvSpPr>
            <a:spLocks noGrp="1"/>
          </p:cNvSpPr>
          <p:nvPr>
            <p:ph type="sldNum" sz="quarter" idx="10"/>
          </p:nvPr>
        </p:nvSpPr>
        <p:spPr/>
        <p:txBody>
          <a:bodyPr/>
          <a:lstStyle/>
          <a:p>
            <a:pPr>
              <a:defRPr/>
            </a:pPr>
            <a:fld id="{FE5AEF74-5102-4921-8DBA-649C609AF6D1}" type="slidenum">
              <a:rPr lang="it-IT" smtClean="0"/>
              <a:pPr>
                <a:defRPr/>
              </a:pPr>
              <a:t>41</a:t>
            </a:fld>
            <a:endParaRPr lang="it-IT"/>
          </a:p>
        </p:txBody>
      </p:sp>
      <p:sp>
        <p:nvSpPr>
          <p:cNvPr id="4" name="Round Diagonal Corner Rectangle 3">
            <a:extLst>
              <a:ext uri="{FF2B5EF4-FFF2-40B4-BE49-F238E27FC236}">
                <a16:creationId xmlns:a16="http://schemas.microsoft.com/office/drawing/2014/main" id="{1B87530C-4105-37E6-FD98-793EF65A86DF}"/>
              </a:ext>
            </a:extLst>
          </p:cNvPr>
          <p:cNvSpPr/>
          <p:nvPr/>
        </p:nvSpPr>
        <p:spPr>
          <a:xfrm>
            <a:off x="431106" y="1484784"/>
            <a:ext cx="8369950" cy="2232248"/>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 Diagonal Corner Rectangle 5">
            <a:extLst>
              <a:ext uri="{FF2B5EF4-FFF2-40B4-BE49-F238E27FC236}">
                <a16:creationId xmlns:a16="http://schemas.microsoft.com/office/drawing/2014/main" id="{01354B44-FAC4-898C-0C77-5229021D26DC}"/>
              </a:ext>
            </a:extLst>
          </p:cNvPr>
          <p:cNvSpPr/>
          <p:nvPr/>
        </p:nvSpPr>
        <p:spPr>
          <a:xfrm>
            <a:off x="431106" y="3824669"/>
            <a:ext cx="8369950" cy="2052603"/>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ound Diagonal Corner Rectangle 6">
            <a:extLst>
              <a:ext uri="{FF2B5EF4-FFF2-40B4-BE49-F238E27FC236}">
                <a16:creationId xmlns:a16="http://schemas.microsoft.com/office/drawing/2014/main" id="{D0767607-BAB7-3801-9599-51DD030B8B38}"/>
              </a:ext>
            </a:extLst>
          </p:cNvPr>
          <p:cNvSpPr/>
          <p:nvPr/>
        </p:nvSpPr>
        <p:spPr>
          <a:xfrm>
            <a:off x="431106" y="5965453"/>
            <a:ext cx="8369950" cy="559892"/>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0428817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BBA0A-95A1-9811-9CD2-B34D37FF5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8A20E5-F615-6635-5EAD-36F8FA10A86A}"/>
              </a:ext>
            </a:extLst>
          </p:cNvPr>
          <p:cNvSpPr>
            <a:spLocks noGrp="1"/>
          </p:cNvSpPr>
          <p:nvPr>
            <p:ph type="title"/>
          </p:nvPr>
        </p:nvSpPr>
        <p:spPr>
          <a:xfrm>
            <a:off x="719138" y="286544"/>
            <a:ext cx="4428926" cy="838200"/>
          </a:xfrm>
        </p:spPr>
        <p:txBody>
          <a:bodyPr/>
          <a:lstStyle/>
          <a:p>
            <a:r>
              <a:rPr lang="en-CA" sz="2800" i="1" dirty="0">
                <a:latin typeface="Cambria"/>
              </a:rPr>
              <a:t>A</a:t>
            </a:r>
            <a:r>
              <a:rPr lang="en-CA" sz="2600" i="1" dirty="0">
                <a:latin typeface="Cambria"/>
              </a:rPr>
              <a:t>TTACKS </a:t>
            </a:r>
            <a:r>
              <a:rPr lang="en-CA" sz="2800" i="1" dirty="0">
                <a:latin typeface="Cambria"/>
              </a:rPr>
              <a:t>O</a:t>
            </a:r>
            <a:r>
              <a:rPr lang="en-CA" sz="2600" i="1" dirty="0">
                <a:latin typeface="Cambria"/>
              </a:rPr>
              <a:t>N </a:t>
            </a:r>
            <a:r>
              <a:rPr lang="en-CA" sz="2800" i="1" dirty="0">
                <a:latin typeface="Cambria"/>
              </a:rPr>
              <a:t>G</a:t>
            </a:r>
            <a:r>
              <a:rPr lang="en-CA" sz="2600" i="1" dirty="0">
                <a:latin typeface="Cambria"/>
              </a:rPr>
              <a:t>RAPH </a:t>
            </a:r>
            <a:r>
              <a:rPr lang="en-CA" sz="2800" i="1" dirty="0">
                <a:latin typeface="Cambria"/>
              </a:rPr>
              <a:t>M</a:t>
            </a:r>
            <a:r>
              <a:rPr lang="en-CA" sz="2600" i="1" dirty="0">
                <a:latin typeface="Cambria"/>
              </a:rPr>
              <a:t>ODEL</a:t>
            </a:r>
            <a:endParaRPr lang="en-CA" sz="2600" b="1" i="1" dirty="0">
              <a:solidFill>
                <a:srgbClr val="003F6E"/>
              </a:solidFill>
              <a:latin typeface="Cambria"/>
            </a:endParaRPr>
          </a:p>
        </p:txBody>
      </p:sp>
      <p:sp>
        <p:nvSpPr>
          <p:cNvPr id="5" name="Content Placeholder 4">
            <a:extLst>
              <a:ext uri="{FF2B5EF4-FFF2-40B4-BE49-F238E27FC236}">
                <a16:creationId xmlns:a16="http://schemas.microsoft.com/office/drawing/2014/main" id="{500A7340-0D56-14B0-6401-1BE0A17D18D4}"/>
              </a:ext>
            </a:extLst>
          </p:cNvPr>
          <p:cNvSpPr>
            <a:spLocks noGrp="1"/>
          </p:cNvSpPr>
          <p:nvPr>
            <p:ph idx="1"/>
          </p:nvPr>
        </p:nvSpPr>
        <p:spPr>
          <a:xfrm>
            <a:off x="323528" y="908719"/>
            <a:ext cx="8496944" cy="5688633"/>
          </a:xfrm>
        </p:spPr>
        <p:txBody>
          <a:bodyPr/>
          <a:lstStyle/>
          <a:p>
            <a:r>
              <a:rPr lang="en-US" sz="1800" dirty="0">
                <a:solidFill>
                  <a:srgbClr val="003366"/>
                </a:solidFill>
                <a:latin typeface="Aptos Display" panose="020B0004020202020204" pitchFamily="34" charset="0"/>
              </a:rPr>
              <a:t>Graph model extraction targets Graph Neural Networks (GNNs) that process non-Euclidean data structured as nodes (vertices) and edges (connections). </a:t>
            </a:r>
          </a:p>
          <a:p>
            <a:endParaRPr lang="en-US" dirty="0">
              <a:latin typeface="Aptos Display" panose="020B0004020202020204" pitchFamily="34" charset="0"/>
            </a:endParaRPr>
          </a:p>
        </p:txBody>
      </p:sp>
      <p:pic>
        <p:nvPicPr>
          <p:cNvPr id="3" name="Picture 2" descr="gnn_extraction_1783398949821.png">
            <a:extLst>
              <a:ext uri="{FF2B5EF4-FFF2-40B4-BE49-F238E27FC236}">
                <a16:creationId xmlns:a16="http://schemas.microsoft.com/office/drawing/2014/main" id="{26E98AFE-9826-2D28-62A9-2B927A854793}"/>
              </a:ext>
            </a:extLst>
          </p:cNvPr>
          <p:cNvPicPr>
            <a:picLocks noChangeAspect="1"/>
          </p:cNvPicPr>
          <p:nvPr/>
        </p:nvPicPr>
        <p:blipFill>
          <a:blip r:embed="rId3"/>
          <a:srcRect t="14293" b="3008"/>
          <a:stretch>
            <a:fillRect/>
          </a:stretch>
        </p:blipFill>
        <p:spPr>
          <a:xfrm>
            <a:off x="1547664" y="1746919"/>
            <a:ext cx="5653038" cy="4675045"/>
          </a:xfrm>
          <a:prstGeom prst="rect">
            <a:avLst/>
          </a:prstGeom>
        </p:spPr>
      </p:pic>
      <p:sp>
        <p:nvSpPr>
          <p:cNvPr id="4" name="Slide Number Placeholder 3">
            <a:extLst>
              <a:ext uri="{FF2B5EF4-FFF2-40B4-BE49-F238E27FC236}">
                <a16:creationId xmlns:a16="http://schemas.microsoft.com/office/drawing/2014/main" id="{52D004C1-3478-035C-6BA7-524E99429A98}"/>
              </a:ext>
            </a:extLst>
          </p:cNvPr>
          <p:cNvSpPr>
            <a:spLocks noGrp="1"/>
          </p:cNvSpPr>
          <p:nvPr>
            <p:ph type="sldNum" sz="quarter" idx="10"/>
          </p:nvPr>
        </p:nvSpPr>
        <p:spPr/>
        <p:txBody>
          <a:bodyPr/>
          <a:lstStyle/>
          <a:p>
            <a:pPr>
              <a:defRPr/>
            </a:pPr>
            <a:fld id="{FE5AEF74-5102-4921-8DBA-649C609AF6D1}" type="slidenum">
              <a:rPr lang="it-IT" smtClean="0"/>
              <a:pPr>
                <a:defRPr/>
              </a:pPr>
              <a:t>42</a:t>
            </a:fld>
            <a:endParaRPr lang="it-IT"/>
          </a:p>
        </p:txBody>
      </p:sp>
    </p:spTree>
    <p:extLst>
      <p:ext uri="{BB962C8B-B14F-4D97-AF65-F5344CB8AC3E}">
        <p14:creationId xmlns:p14="http://schemas.microsoft.com/office/powerpoint/2010/main" val="26399107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40485-2529-590A-5A32-038F815484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10BE29-98E8-A00B-BD9F-C2CD02FEAD20}"/>
              </a:ext>
            </a:extLst>
          </p:cNvPr>
          <p:cNvSpPr>
            <a:spLocks noGrp="1"/>
          </p:cNvSpPr>
          <p:nvPr>
            <p:ph type="title"/>
          </p:nvPr>
        </p:nvSpPr>
        <p:spPr>
          <a:xfrm>
            <a:off x="719138" y="286544"/>
            <a:ext cx="4428926" cy="838200"/>
          </a:xfrm>
        </p:spPr>
        <p:txBody>
          <a:bodyPr/>
          <a:lstStyle/>
          <a:p>
            <a:r>
              <a:rPr lang="en-CA" sz="2800" i="1" dirty="0">
                <a:latin typeface="Cambria"/>
              </a:rPr>
              <a:t>A</a:t>
            </a:r>
            <a:r>
              <a:rPr lang="en-CA" sz="2600" i="1" dirty="0">
                <a:latin typeface="Cambria"/>
              </a:rPr>
              <a:t>TTACKS </a:t>
            </a:r>
            <a:r>
              <a:rPr lang="en-CA" sz="2800" i="1" dirty="0">
                <a:latin typeface="Cambria"/>
              </a:rPr>
              <a:t>O</a:t>
            </a:r>
            <a:r>
              <a:rPr lang="en-CA" sz="2600" i="1" dirty="0">
                <a:latin typeface="Cambria"/>
              </a:rPr>
              <a:t>N </a:t>
            </a:r>
            <a:r>
              <a:rPr lang="en-CA" sz="2800" i="1" dirty="0">
                <a:latin typeface="Cambria"/>
              </a:rPr>
              <a:t>G</a:t>
            </a:r>
            <a:r>
              <a:rPr lang="en-CA" sz="2600" i="1" dirty="0">
                <a:latin typeface="Cambria"/>
              </a:rPr>
              <a:t>RAPH </a:t>
            </a:r>
            <a:r>
              <a:rPr lang="en-CA" sz="2800" i="1" dirty="0">
                <a:latin typeface="Cambria"/>
              </a:rPr>
              <a:t>M</a:t>
            </a:r>
            <a:r>
              <a:rPr lang="en-CA" sz="2600" i="1" dirty="0">
                <a:latin typeface="Cambria"/>
              </a:rPr>
              <a:t>ODEL</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CA8DB840-DE58-9419-2D84-8BAAF8AF1147}"/>
                  </a:ext>
                </a:extLst>
              </p:cNvPr>
              <p:cNvSpPr>
                <a:spLocks noGrp="1"/>
              </p:cNvSpPr>
              <p:nvPr>
                <p:ph idx="1"/>
              </p:nvPr>
            </p:nvSpPr>
            <p:spPr>
              <a:xfrm>
                <a:off x="323528" y="908719"/>
                <a:ext cx="8496944" cy="5688633"/>
              </a:xfrm>
            </p:spPr>
            <p:txBody>
              <a:bodyPr/>
              <a:lstStyle/>
              <a:p>
                <a:r>
                  <a:rPr lang="en-US" sz="1800" dirty="0">
                    <a:solidFill>
                      <a:srgbClr val="003366"/>
                    </a:solidFill>
                    <a:latin typeface="Aptos Display" panose="020B0004020202020204" pitchFamily="34" charset="0"/>
                  </a:rPr>
                  <a:t>To reconstruct a private connection (link) between two nodes in a graph database, the attacker uses the node representation embeddings. The GNN calculates the probability of a link between two nodes as a function of their embedding similarity (often a dot product followed by a sigmoid activation). If this similarity is high, the GNN predicts a link. The attacker intercepts the embeddings (or node features) to reconstruct the secret adjacency matrix.</a:t>
                </a:r>
              </a:p>
              <a:p>
                <a:endParaRPr lang="en-US" sz="1800" dirty="0">
                  <a:solidFill>
                    <a:srgbClr val="003366"/>
                  </a:solidFill>
                  <a:latin typeface="Aptos Display" panose="020B0004020202020204" pitchFamily="34" charset="0"/>
                </a:endParaRPr>
              </a:p>
              <a:p>
                <a:r>
                  <a:rPr lang="en-US" sz="1800" b="1" u="sng" dirty="0">
                    <a:solidFill>
                      <a:srgbClr val="003366"/>
                    </a:solidFill>
                    <a:latin typeface="Aptos Display" panose="020B0004020202020204" pitchFamily="34" charset="0"/>
                  </a:rPr>
                  <a:t>Mathematical Formulation:</a:t>
                </a:r>
              </a:p>
              <a:p>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Let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h</m:t>
                        </m:r>
                      </m:e>
                      <m:sub>
                        <m:r>
                          <a:rPr lang="en-US" sz="1800" i="1" dirty="0">
                            <a:solidFill>
                              <a:srgbClr val="003366"/>
                            </a:solidFill>
                            <a:latin typeface="Cambria Math" panose="02040503050406030204" pitchFamily="18" charset="0"/>
                          </a:rPr>
                          <m:t>𝑖</m:t>
                        </m:r>
                      </m:sub>
                    </m:sSub>
                  </m:oMath>
                </a14:m>
                <a:r>
                  <a:rPr lang="en-US" sz="1800" dirty="0">
                    <a:solidFill>
                      <a:srgbClr val="003366"/>
                    </a:solidFill>
                    <a:latin typeface="Aptos Display" panose="020B0004020202020204" pitchFamily="34" charset="0"/>
                  </a:rPr>
                  <a:t> and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h</m:t>
                        </m:r>
                      </m:e>
                      <m:sub>
                        <m:r>
                          <a:rPr lang="en-US" sz="1800" i="1" dirty="0">
                            <a:solidFill>
                              <a:srgbClr val="003366"/>
                            </a:solidFill>
                            <a:latin typeface="Cambria Math" panose="02040503050406030204" pitchFamily="18" charset="0"/>
                          </a:rPr>
                          <m:t>𝑗</m:t>
                        </m:r>
                      </m:sub>
                    </m:sSub>
                  </m:oMath>
                </a14:m>
                <a:r>
                  <a:rPr lang="en-US" sz="1800" dirty="0">
                    <a:solidFill>
                      <a:srgbClr val="003366"/>
                    </a:solidFill>
                    <a:latin typeface="Aptos Display" panose="020B0004020202020204" pitchFamily="34" charset="0"/>
                  </a:rPr>
                  <a:t> be the feature embedding vectors for node </a:t>
                </a:r>
                <a14:m>
                  <m:oMath xmlns:m="http://schemas.openxmlformats.org/officeDocument/2006/math">
                    <m:r>
                      <a:rPr lang="en-US" sz="1800" i="1" dirty="0" smtClean="0">
                        <a:solidFill>
                          <a:srgbClr val="003366"/>
                        </a:solidFill>
                        <a:latin typeface="Cambria Math" panose="02040503050406030204" pitchFamily="18" charset="0"/>
                      </a:rPr>
                      <m:t>𝑖</m:t>
                    </m:r>
                  </m:oMath>
                </a14:m>
                <a:r>
                  <a:rPr lang="en-US" sz="1800" dirty="0">
                    <a:solidFill>
                      <a:srgbClr val="003366"/>
                    </a:solidFill>
                    <a:latin typeface="Aptos Display" panose="020B0004020202020204" pitchFamily="34" charset="0"/>
                  </a:rPr>
                  <a:t> and node </a:t>
                </a:r>
                <a14:m>
                  <m:oMath xmlns:m="http://schemas.openxmlformats.org/officeDocument/2006/math">
                    <m:r>
                      <a:rPr lang="en-US" sz="1800" i="1" dirty="0" smtClean="0">
                        <a:solidFill>
                          <a:srgbClr val="003366"/>
                        </a:solidFill>
                        <a:latin typeface="Cambria Math" panose="02040503050406030204" pitchFamily="18" charset="0"/>
                      </a:rPr>
                      <m:t>𝑗</m:t>
                    </m:r>
                  </m:oMath>
                </a14:m>
                <a:r>
                  <a:rPr lang="en-US" sz="1800" dirty="0">
                    <a:solidFill>
                      <a:srgbClr val="003366"/>
                    </a:solidFill>
                    <a:latin typeface="Aptos Display" panose="020B0004020202020204" pitchFamily="34" charset="0"/>
                  </a:rPr>
                  <a:t>. The probability of an edge existing between them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𝐴</m:t>
                        </m:r>
                      </m:e>
                      <m:sub>
                        <m:r>
                          <a:rPr lang="en-US" sz="1800" i="1" dirty="0">
                            <a:solidFill>
                              <a:srgbClr val="003366"/>
                            </a:solidFill>
                            <a:latin typeface="Cambria Math" panose="02040503050406030204" pitchFamily="18" charset="0"/>
                          </a:rPr>
                          <m:t>𝑖𝑗</m:t>
                        </m:r>
                      </m:sub>
                    </m:sSub>
                    <m:r>
                      <a:rPr lang="en-US" sz="1800" i="0" dirty="0">
                        <a:solidFill>
                          <a:srgbClr val="003366"/>
                        </a:solidFill>
                        <a:latin typeface="Cambria Math" panose="02040503050406030204" pitchFamily="18" charset="0"/>
                      </a:rPr>
                      <m:t>=1</m:t>
                    </m:r>
                  </m:oMath>
                </a14:m>
                <a:r>
                  <a:rPr lang="en-US" sz="1800" dirty="0">
                    <a:solidFill>
                      <a:srgbClr val="003366"/>
                    </a:solidFill>
                    <a:latin typeface="Aptos Display" panose="020B0004020202020204" pitchFamily="34" charset="0"/>
                  </a:rPr>
                  <a:t>) is:</a:t>
                </a:r>
              </a:p>
              <a:p>
                <a:endParaRPr lang="en-US" sz="1800"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eqArr>
                        <m:eqArrPr>
                          <m:ctrlPr>
                            <a:rPr lang="en-US" sz="1800" i="1" dirty="0" smtClean="0">
                              <a:solidFill>
                                <a:srgbClr val="003366"/>
                              </a:solidFill>
                              <a:latin typeface="Cambria Math" panose="02040503050406030204" pitchFamily="18" charset="0"/>
                            </a:rPr>
                          </m:ctrlPr>
                        </m:eqArrPr>
                        <m:e>
                          <m:r>
                            <a:rPr lang="en-US" sz="1800" i="1" dirty="0">
                              <a:solidFill>
                                <a:srgbClr val="003366"/>
                              </a:solidFill>
                              <a:latin typeface="Cambria Math" panose="02040503050406030204" pitchFamily="18" charset="0"/>
                            </a:rPr>
                            <m:t>𝑃</m:t>
                          </m:r>
                          <m:d>
                            <m:dPr>
                              <m:ctrlPr>
                                <a:rPr lang="en-US" sz="1800" i="1" dirty="0">
                                  <a:solidFill>
                                    <a:srgbClr val="003366"/>
                                  </a:solidFill>
                                  <a:latin typeface="Cambria Math" panose="02040503050406030204" pitchFamily="18" charset="0"/>
                                </a:rPr>
                              </m:ctrlPr>
                            </m:dPr>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𝐴</m:t>
                                  </m:r>
                                </m:e>
                                <m:sub>
                                  <m:r>
                                    <a:rPr lang="en-US" sz="1800" i="1" dirty="0">
                                      <a:solidFill>
                                        <a:srgbClr val="003366"/>
                                      </a:solidFill>
                                      <a:latin typeface="Cambria Math" panose="02040503050406030204" pitchFamily="18" charset="0"/>
                                    </a:rPr>
                                    <m:t>𝑖𝑗</m:t>
                                  </m:r>
                                </m:sub>
                              </m:sSub>
                              <m:r>
                                <a:rPr lang="en-US" sz="1800" i="0" dirty="0">
                                  <a:solidFill>
                                    <a:srgbClr val="003366"/>
                                  </a:solidFill>
                                  <a:latin typeface="Cambria Math" panose="02040503050406030204" pitchFamily="18" charset="0"/>
                                </a:rPr>
                                <m:t>=1</m:t>
                              </m:r>
                            </m:e>
                          </m:d>
                          <m:r>
                            <a:rPr lang="en-US" sz="1800" i="0" dirty="0">
                              <a:solidFill>
                                <a:srgbClr val="003366"/>
                              </a:solidFill>
                              <a:latin typeface="Cambria Math" panose="02040503050406030204" pitchFamily="18" charset="0"/>
                            </a:rPr>
                            <m:t>=</m:t>
                          </m:r>
                          <m:r>
                            <a:rPr lang="en-US" sz="1800" i="1" dirty="0">
                              <a:solidFill>
                                <a:srgbClr val="003366"/>
                              </a:solidFill>
                              <a:latin typeface="Cambria Math" panose="02040503050406030204" pitchFamily="18" charset="0"/>
                            </a:rPr>
                            <m:t>𝜎</m:t>
                          </m:r>
                          <m:d>
                            <m:dPr>
                              <m:ctrlPr>
                                <a:rPr lang="en-US" sz="1800" i="1" dirty="0">
                                  <a:solidFill>
                                    <a:srgbClr val="003366"/>
                                  </a:solidFill>
                                  <a:latin typeface="Cambria Math" panose="02040503050406030204" pitchFamily="18" charset="0"/>
                                </a:rPr>
                              </m:ctrlPr>
                            </m:dPr>
                            <m:e>
                              <m:sSubSup>
                                <m:sSubSupPr>
                                  <m:ctrlPr>
                                    <a:rPr lang="en-US" sz="1800" i="1" dirty="0">
                                      <a:solidFill>
                                        <a:srgbClr val="003366"/>
                                      </a:solidFill>
                                      <a:latin typeface="Cambria Math" panose="02040503050406030204" pitchFamily="18" charset="0"/>
                                    </a:rPr>
                                  </m:ctrlPr>
                                </m:sSubSupPr>
                                <m:e>
                                  <m:r>
                                    <a:rPr lang="en-US" sz="1800" i="1" dirty="0">
                                      <a:solidFill>
                                        <a:srgbClr val="003366"/>
                                      </a:solidFill>
                                      <a:latin typeface="Cambria Math" panose="02040503050406030204" pitchFamily="18" charset="0"/>
                                    </a:rPr>
                                    <m:t>h</m:t>
                                  </m:r>
                                </m:e>
                                <m:sub>
                                  <m:r>
                                    <a:rPr lang="en-US" sz="1800" i="1" dirty="0">
                                      <a:solidFill>
                                        <a:srgbClr val="003366"/>
                                      </a:solidFill>
                                      <a:latin typeface="Cambria Math" panose="02040503050406030204" pitchFamily="18" charset="0"/>
                                    </a:rPr>
                                    <m:t>𝑖</m:t>
                                  </m:r>
                                </m:sub>
                                <m:sup>
                                  <m:r>
                                    <a:rPr lang="en-US" sz="1800" i="1" dirty="0">
                                      <a:solidFill>
                                        <a:srgbClr val="003366"/>
                                      </a:solidFill>
                                      <a:latin typeface="Cambria Math" panose="02040503050406030204" pitchFamily="18" charset="0"/>
                                    </a:rPr>
                                    <m:t>𝑇</m:t>
                                  </m:r>
                                </m:sup>
                              </m:sSubSup>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h</m:t>
                                  </m:r>
                                </m:e>
                                <m:sub>
                                  <m:r>
                                    <a:rPr lang="en-US" sz="1800" i="1" dirty="0">
                                      <a:solidFill>
                                        <a:srgbClr val="003366"/>
                                      </a:solidFill>
                                      <a:latin typeface="Cambria Math" panose="02040503050406030204" pitchFamily="18" charset="0"/>
                                    </a:rPr>
                                    <m:t>𝑗</m:t>
                                  </m:r>
                                </m:sub>
                              </m:sSub>
                            </m:e>
                          </m:d>
                          <m:r>
                            <a:rPr lang="en-US" sz="1800" i="0" dirty="0">
                              <a:solidFill>
                                <a:srgbClr val="003366"/>
                              </a:solidFill>
                              <a:latin typeface="Cambria Math" panose="02040503050406030204" pitchFamily="18" charset="0"/>
                            </a:rPr>
                            <m:t>=</m:t>
                          </m:r>
                          <m:f>
                            <m:fPr>
                              <m:ctrlPr>
                                <a:rPr lang="en-US" sz="1800" i="1" dirty="0">
                                  <a:solidFill>
                                    <a:srgbClr val="003366"/>
                                  </a:solidFill>
                                  <a:latin typeface="Cambria Math" panose="02040503050406030204" pitchFamily="18" charset="0"/>
                                </a:rPr>
                              </m:ctrlPr>
                            </m:fPr>
                            <m:num>
                              <m:r>
                                <a:rPr lang="en-US" sz="1800" i="0" dirty="0">
                                  <a:solidFill>
                                    <a:srgbClr val="003366"/>
                                  </a:solidFill>
                                  <a:latin typeface="Cambria Math" panose="02040503050406030204" pitchFamily="18" charset="0"/>
                                </a:rPr>
                                <m:t>1</m:t>
                              </m:r>
                            </m:num>
                            <m:den>
                              <m:r>
                                <a:rPr lang="en-US" sz="1800" i="0" dirty="0">
                                  <a:solidFill>
                                    <a:srgbClr val="003366"/>
                                  </a:solidFill>
                                  <a:latin typeface="Cambria Math" panose="02040503050406030204" pitchFamily="18" charset="0"/>
                                </a:rPr>
                                <m:t>1+</m:t>
                              </m:r>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r>
                                    <a:rPr lang="en-US" sz="1800" i="0" dirty="0">
                                      <a:solidFill>
                                        <a:srgbClr val="003366"/>
                                      </a:solidFill>
                                      <a:latin typeface="Cambria Math" panose="02040503050406030204" pitchFamily="18" charset="0"/>
                                    </a:rPr>
                                    <m:t>−</m:t>
                                  </m:r>
                                  <m:sSubSup>
                                    <m:sSubSupPr>
                                      <m:ctrlPr>
                                        <a:rPr lang="en-US" sz="1800" i="1" dirty="0">
                                          <a:solidFill>
                                            <a:srgbClr val="003366"/>
                                          </a:solidFill>
                                          <a:latin typeface="Cambria Math" panose="02040503050406030204" pitchFamily="18" charset="0"/>
                                        </a:rPr>
                                      </m:ctrlPr>
                                    </m:sSubSupPr>
                                    <m:e>
                                      <m:r>
                                        <a:rPr lang="en-US" sz="1800" i="1" dirty="0">
                                          <a:solidFill>
                                            <a:srgbClr val="003366"/>
                                          </a:solidFill>
                                          <a:latin typeface="Cambria Math" panose="02040503050406030204" pitchFamily="18" charset="0"/>
                                        </a:rPr>
                                        <m:t>h</m:t>
                                      </m:r>
                                    </m:e>
                                    <m:sub>
                                      <m:r>
                                        <a:rPr lang="en-US" sz="1800" i="1" dirty="0">
                                          <a:solidFill>
                                            <a:srgbClr val="003366"/>
                                          </a:solidFill>
                                          <a:latin typeface="Cambria Math" panose="02040503050406030204" pitchFamily="18" charset="0"/>
                                        </a:rPr>
                                        <m:t>𝑖</m:t>
                                      </m:r>
                                    </m:sub>
                                    <m:sup>
                                      <m:r>
                                        <a:rPr lang="en-US" sz="1800" i="1" dirty="0">
                                          <a:solidFill>
                                            <a:srgbClr val="003366"/>
                                          </a:solidFill>
                                          <a:latin typeface="Cambria Math" panose="02040503050406030204" pitchFamily="18" charset="0"/>
                                        </a:rPr>
                                        <m:t>𝑇</m:t>
                                      </m:r>
                                    </m:sup>
                                  </m:sSubSup>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h</m:t>
                                      </m:r>
                                    </m:e>
                                    <m:sub>
                                      <m:r>
                                        <a:rPr lang="en-US" sz="1800" i="1" dirty="0">
                                          <a:solidFill>
                                            <a:srgbClr val="003366"/>
                                          </a:solidFill>
                                          <a:latin typeface="Cambria Math" panose="02040503050406030204" pitchFamily="18" charset="0"/>
                                        </a:rPr>
                                        <m:t>𝑗</m:t>
                                      </m:r>
                                    </m:sub>
                                  </m:sSub>
                                </m:sup>
                              </m:sSup>
                            </m:den>
                          </m:f>
                        </m:e>
                      </m:eqArr>
                    </m:oMath>
                  </m:oMathPara>
                </a14:m>
                <a:endParaRPr lang="en-US" sz="1800" dirty="0">
                  <a:solidFill>
                    <a:srgbClr val="003366"/>
                  </a:solidFill>
                  <a:latin typeface="Aptos Display" panose="020B0004020202020204" pitchFamily="34" charset="0"/>
                </a:endParaRPr>
              </a:p>
            </p:txBody>
          </p:sp>
        </mc:Choice>
        <mc:Fallback xmlns="">
          <p:sp>
            <p:nvSpPr>
              <p:cNvPr id="5" name="Content Placeholder 4">
                <a:extLst>
                  <a:ext uri="{FF2B5EF4-FFF2-40B4-BE49-F238E27FC236}">
                    <a16:creationId xmlns:a16="http://schemas.microsoft.com/office/drawing/2014/main" id="{CA8DB840-DE58-9419-2D84-8BAAF8AF1147}"/>
                  </a:ext>
                </a:extLst>
              </p:cNvPr>
              <p:cNvSpPr>
                <a:spLocks noGrp="1" noRot="1" noChangeAspect="1" noMove="1" noResize="1" noEditPoints="1" noAdjustHandles="1" noChangeArrowheads="1" noChangeShapeType="1" noTextEdit="1"/>
              </p:cNvSpPr>
              <p:nvPr>
                <p:ph idx="1"/>
              </p:nvPr>
            </p:nvSpPr>
            <p:spPr>
              <a:xfrm>
                <a:off x="323528" y="908719"/>
                <a:ext cx="8496944" cy="5688633"/>
              </a:xfrm>
              <a:blipFill>
                <a:blip r:embed="rId3"/>
                <a:stretch>
                  <a:fillRect l="-1642" t="-1336" r="-1343"/>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55AC1198-F5F0-E4BD-7853-DF800A9F581A}"/>
              </a:ext>
            </a:extLst>
          </p:cNvPr>
          <p:cNvSpPr>
            <a:spLocks noGrp="1"/>
          </p:cNvSpPr>
          <p:nvPr>
            <p:ph type="sldNum" sz="quarter" idx="10"/>
          </p:nvPr>
        </p:nvSpPr>
        <p:spPr/>
        <p:txBody>
          <a:bodyPr/>
          <a:lstStyle/>
          <a:p>
            <a:pPr>
              <a:defRPr/>
            </a:pPr>
            <a:fld id="{FE5AEF74-5102-4921-8DBA-649C609AF6D1}" type="slidenum">
              <a:rPr lang="it-IT" smtClean="0"/>
              <a:pPr>
                <a:defRPr/>
              </a:pPr>
              <a:t>43</a:t>
            </a:fld>
            <a:endParaRPr lang="it-IT"/>
          </a:p>
        </p:txBody>
      </p:sp>
    </p:spTree>
    <p:extLst>
      <p:ext uri="{BB962C8B-B14F-4D97-AF65-F5344CB8AC3E}">
        <p14:creationId xmlns:p14="http://schemas.microsoft.com/office/powerpoint/2010/main" val="8519294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6B01C-F456-9A6B-A334-258D98F8BB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B7FC3E-4E25-13B8-B3E8-0B51EBCC60B2}"/>
              </a:ext>
            </a:extLst>
          </p:cNvPr>
          <p:cNvSpPr>
            <a:spLocks noGrp="1"/>
          </p:cNvSpPr>
          <p:nvPr>
            <p:ph type="title"/>
          </p:nvPr>
        </p:nvSpPr>
        <p:spPr>
          <a:xfrm>
            <a:off x="719138" y="286544"/>
            <a:ext cx="4500934" cy="838200"/>
          </a:xfrm>
        </p:spPr>
        <p:txBody>
          <a:bodyPr/>
          <a:lstStyle/>
          <a:p>
            <a:r>
              <a:rPr lang="en-CA" sz="2800" i="1" dirty="0">
                <a:latin typeface="Cambria"/>
              </a:rPr>
              <a:t>A</a:t>
            </a:r>
            <a:r>
              <a:rPr lang="en-CA" sz="2600" i="1" dirty="0">
                <a:latin typeface="Cambria"/>
              </a:rPr>
              <a:t>TTACKS </a:t>
            </a:r>
            <a:r>
              <a:rPr lang="en-CA" sz="2800" i="1" dirty="0">
                <a:latin typeface="Cambria"/>
              </a:rPr>
              <a:t>O</a:t>
            </a:r>
            <a:r>
              <a:rPr lang="en-CA" sz="2600" i="1" dirty="0">
                <a:latin typeface="Cambria"/>
              </a:rPr>
              <a:t>N </a:t>
            </a:r>
            <a:r>
              <a:rPr lang="en-CA" sz="2800" i="1" dirty="0">
                <a:latin typeface="Cambria"/>
              </a:rPr>
              <a:t>G</a:t>
            </a:r>
            <a:r>
              <a:rPr lang="en-CA" sz="2600" i="1" dirty="0">
                <a:latin typeface="Cambria"/>
              </a:rPr>
              <a:t>RAPH </a:t>
            </a:r>
            <a:r>
              <a:rPr lang="en-CA" sz="2800" i="1" dirty="0">
                <a:latin typeface="Cambria"/>
              </a:rPr>
              <a:t>M</a:t>
            </a:r>
            <a:r>
              <a:rPr lang="en-CA" sz="2600" i="1" dirty="0">
                <a:latin typeface="Cambria"/>
              </a:rPr>
              <a:t>ODEL</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A932292E-4FC0-C30F-CAB0-85B5FEA37E2F}"/>
                  </a:ext>
                </a:extLst>
              </p:cNvPr>
              <p:cNvSpPr>
                <a:spLocks noGrp="1"/>
              </p:cNvSpPr>
              <p:nvPr>
                <p:ph idx="1"/>
              </p:nvPr>
            </p:nvSpPr>
            <p:spPr>
              <a:xfrm>
                <a:off x="323528" y="908719"/>
                <a:ext cx="8496944" cy="5688633"/>
              </a:xfrm>
            </p:spPr>
            <p:txBody>
              <a:bodyPr/>
              <a:lstStyle/>
              <a:p>
                <a:r>
                  <a:rPr lang="en-US" sz="1600" dirty="0">
                    <a:solidFill>
                      <a:srgbClr val="003366"/>
                    </a:solidFill>
                    <a:latin typeface="Aptos Display" panose="020B0004020202020204" pitchFamily="34" charset="0"/>
                  </a:rPr>
                  <a:t>An attacker wants to determine if a private link exists between Node 1 and Node 2. The embeddings are:</a:t>
                </a:r>
              </a:p>
              <a:p>
                <a:endParaRPr lang="en-US" sz="1600"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h</m:t>
                          </m:r>
                        </m:e>
                        <m:sub>
                          <m:r>
                            <a:rPr lang="en-US" sz="1600" i="0" dirty="0">
                              <a:solidFill>
                                <a:srgbClr val="003366"/>
                              </a:solidFill>
                              <a:latin typeface="Cambria Math" panose="02040503050406030204" pitchFamily="18" charset="0"/>
                            </a:rPr>
                            <m:t>1</m:t>
                          </m:r>
                        </m:sub>
                      </m:sSub>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0.8,−0.6</m:t>
                              </m:r>
                            </m:e>
                          </m:d>
                        </m:e>
                        <m:sup>
                          <m:r>
                            <a:rPr lang="en-US" sz="1600" i="1" dirty="0">
                              <a:solidFill>
                                <a:srgbClr val="003366"/>
                              </a:solidFill>
                              <a:latin typeface="Cambria Math" panose="02040503050406030204" pitchFamily="18" charset="0"/>
                            </a:rPr>
                            <m:t>𝑇</m:t>
                          </m:r>
                        </m:sup>
                      </m:sSup>
                      <m:r>
                        <a:rPr lang="en-US" sz="1600" i="0" dirty="0">
                          <a:solidFill>
                            <a:srgbClr val="003366"/>
                          </a:solidFill>
                          <a:latin typeface="Cambria Math" panose="02040503050406030204" pitchFamily="18" charset="0"/>
                        </a:rPr>
                        <m:t>, </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h</m:t>
                          </m:r>
                        </m:e>
                        <m:sub>
                          <m:r>
                            <a:rPr lang="en-US" sz="1600" i="0" dirty="0">
                              <a:solidFill>
                                <a:srgbClr val="003366"/>
                              </a:solidFill>
                              <a:latin typeface="Cambria Math" panose="02040503050406030204" pitchFamily="18" charset="0"/>
                            </a:rPr>
                            <m:t>2</m:t>
                          </m:r>
                        </m:sub>
                      </m:sSub>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0.9,−0.2</m:t>
                              </m:r>
                            </m:e>
                          </m:d>
                        </m:e>
                        <m:sup>
                          <m:r>
                            <a:rPr lang="en-US" sz="1600" i="1" dirty="0">
                              <a:solidFill>
                                <a:srgbClr val="003366"/>
                              </a:solidFill>
                              <a:latin typeface="Cambria Math" panose="02040503050406030204" pitchFamily="18" charset="0"/>
                            </a:rPr>
                            <m:t>𝑇</m:t>
                          </m:r>
                        </m:sup>
                      </m:sSup>
                    </m:oMath>
                  </m:oMathPara>
                </a14:m>
                <a:endParaRPr lang="en-US" sz="1600" dirty="0">
                  <a:solidFill>
                    <a:srgbClr val="003366"/>
                  </a:solidFill>
                  <a:latin typeface="Aptos Display" panose="020B0004020202020204" pitchFamily="34" charset="0"/>
                </a:endParaRPr>
              </a:p>
              <a:p>
                <a:endParaRPr lang="en-US" sz="1600" dirty="0">
                  <a:solidFill>
                    <a:srgbClr val="003366"/>
                  </a:solidFill>
                  <a:latin typeface="Aptos Display" panose="020B0004020202020204" pitchFamily="34" charset="0"/>
                </a:endParaRPr>
              </a:p>
              <a:p>
                <a:r>
                  <a:rPr lang="en-US" sz="1600" u="sng" dirty="0">
                    <a:solidFill>
                      <a:srgbClr val="003366"/>
                    </a:solidFill>
                    <a:latin typeface="Aptos Display" panose="020B0004020202020204" pitchFamily="34" charset="0"/>
                  </a:rPr>
                  <a:t>Step 1: Compute Embedding Dot Product: </a:t>
                </a:r>
                <a:r>
                  <a:rPr lang="en-US" sz="1600" dirty="0">
                    <a:solidFill>
                      <a:srgbClr val="003366"/>
                    </a:solidFill>
                    <a:latin typeface="Aptos Display" panose="020B0004020202020204" pitchFamily="34" charset="0"/>
                  </a:rPr>
                  <a:t>Multiply corresponding elements and sum:</a:t>
                </a:r>
              </a:p>
              <a:p>
                <a:r>
                  <a:rPr lang="en-US" sz="1600" dirty="0">
                    <a:solidFill>
                      <a:srgbClr val="003366"/>
                    </a:solidFill>
                    <a:latin typeface="Aptos Display" panose="020B0004020202020204" pitchFamily="34" charset="0"/>
                  </a:rPr>
                  <a:t>    </a:t>
                </a:r>
                <a:endParaRPr lang="en-US" sz="1600" dirty="0">
                  <a:solidFill>
                    <a:srgbClr val="003366"/>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Sup>
                        <m:sSubSupPr>
                          <m:ctrlPr>
                            <a:rPr lang="en-US" sz="1600" i="1" dirty="0">
                              <a:solidFill>
                                <a:srgbClr val="003366"/>
                              </a:solidFill>
                              <a:latin typeface="Cambria Math" panose="02040503050406030204" pitchFamily="18" charset="0"/>
                            </a:rPr>
                          </m:ctrlPr>
                        </m:sSubSupPr>
                        <m:e>
                          <m:r>
                            <a:rPr lang="en-US" sz="1600" i="1" dirty="0">
                              <a:solidFill>
                                <a:srgbClr val="003366"/>
                              </a:solidFill>
                              <a:latin typeface="Cambria Math" panose="02040503050406030204" pitchFamily="18" charset="0"/>
                            </a:rPr>
                            <m:t>h</m:t>
                          </m:r>
                        </m:e>
                        <m:sub>
                          <m:r>
                            <a:rPr lang="en-US" sz="1600" i="0" dirty="0">
                              <a:solidFill>
                                <a:srgbClr val="003366"/>
                              </a:solidFill>
                              <a:latin typeface="Cambria Math" panose="02040503050406030204" pitchFamily="18" charset="0"/>
                            </a:rPr>
                            <m:t>1</m:t>
                          </m:r>
                        </m:sub>
                        <m:sup>
                          <m:r>
                            <a:rPr lang="en-US" sz="1600" i="1" dirty="0">
                              <a:solidFill>
                                <a:srgbClr val="003366"/>
                              </a:solidFill>
                              <a:latin typeface="Cambria Math" panose="02040503050406030204" pitchFamily="18" charset="0"/>
                            </a:rPr>
                            <m:t>𝑇</m:t>
                          </m:r>
                        </m:sup>
                      </m:sSubSup>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h</m:t>
                          </m:r>
                        </m:e>
                        <m:sub>
                          <m:r>
                            <a:rPr lang="en-US" sz="1600" i="0" dirty="0">
                              <a:solidFill>
                                <a:srgbClr val="003366"/>
                              </a:solidFill>
                              <a:latin typeface="Cambria Math" panose="02040503050406030204" pitchFamily="18" charset="0"/>
                            </a:rPr>
                            <m:t>2</m:t>
                          </m:r>
                        </m:sub>
                      </m:sSub>
                      <m:r>
                        <a:rPr lang="en-US" sz="1600" i="0" dirty="0">
                          <a:solidFill>
                            <a:srgbClr val="003366"/>
                          </a:solidFill>
                          <a:latin typeface="Cambria Math" panose="02040503050406030204" pitchFamily="18" charset="0"/>
                        </a:rPr>
                        <m:t>=</m:t>
                      </m:r>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0.8×0.9</m:t>
                          </m:r>
                        </m:e>
                      </m:d>
                      <m:r>
                        <a:rPr lang="en-US" sz="1600" i="0" dirty="0">
                          <a:solidFill>
                            <a:srgbClr val="003366"/>
                          </a:solidFill>
                          <a:latin typeface="Cambria Math" panose="02040503050406030204" pitchFamily="18" charset="0"/>
                        </a:rPr>
                        <m:t>+</m:t>
                      </m:r>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−0.6×−0.2</m:t>
                          </m:r>
                        </m:e>
                      </m:d>
                      <m:r>
                        <a:rPr lang="en-US" sz="1600" i="0" dirty="0">
                          <a:solidFill>
                            <a:srgbClr val="003366"/>
                          </a:solidFill>
                          <a:latin typeface="Cambria Math" panose="02040503050406030204" pitchFamily="18" charset="0"/>
                        </a:rPr>
                        <m:t>=0.72+0.12=0.84</m:t>
                      </m:r>
                    </m:oMath>
                  </m:oMathPara>
                </a14:m>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    </a:t>
                </a:r>
              </a:p>
              <a:p>
                <a:r>
                  <a:rPr lang="en-US" sz="1600" u="sng" dirty="0">
                    <a:solidFill>
                      <a:srgbClr val="003366"/>
                    </a:solidFill>
                    <a:latin typeface="Aptos Display" panose="020B0004020202020204" pitchFamily="34" charset="0"/>
                  </a:rPr>
                  <a:t>Step 2: Calculate Link Probability: </a:t>
                </a:r>
                <a:r>
                  <a:rPr lang="en-US" sz="1600" dirty="0">
                    <a:solidFill>
                      <a:srgbClr val="003366"/>
                    </a:solidFill>
                    <a:latin typeface="Aptos Display" panose="020B0004020202020204" pitchFamily="34" charset="0"/>
                  </a:rPr>
                  <a:t>Apply the sigmoid function:</a:t>
                </a:r>
              </a:p>
              <a:p>
                <a:r>
                  <a:rPr lang="en-US" sz="1600" dirty="0">
                    <a:solidFill>
                      <a:srgbClr val="003366"/>
                    </a:solidFill>
                    <a:latin typeface="Aptos Display" panose="020B0004020202020204" pitchFamily="34" charset="0"/>
                  </a:rPr>
                  <a:t>    </a:t>
                </a:r>
                <a:endParaRPr lang="en-US" sz="1600" i="1" dirty="0">
                  <a:solidFill>
                    <a:srgbClr val="003366"/>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600" i="1" dirty="0">
                          <a:solidFill>
                            <a:srgbClr val="003366"/>
                          </a:solidFill>
                          <a:latin typeface="Cambria Math" panose="02040503050406030204" pitchFamily="18" charset="0"/>
                        </a:rPr>
                        <m:t>𝑃</m:t>
                      </m:r>
                      <m:d>
                        <m:dPr>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𝐴</m:t>
                              </m:r>
                            </m:e>
                            <m:sub>
                              <m:r>
                                <a:rPr lang="en-US" sz="1600" i="0" dirty="0">
                                  <a:solidFill>
                                    <a:srgbClr val="003366"/>
                                  </a:solidFill>
                                  <a:latin typeface="Cambria Math" panose="02040503050406030204" pitchFamily="18" charset="0"/>
                                </a:rPr>
                                <m:t>12</m:t>
                              </m:r>
                            </m:sub>
                          </m:sSub>
                          <m:r>
                            <a:rPr lang="en-US" sz="1600" i="0" dirty="0">
                              <a:solidFill>
                                <a:srgbClr val="003366"/>
                              </a:solidFill>
                              <a:latin typeface="Cambria Math" panose="02040503050406030204" pitchFamily="18" charset="0"/>
                            </a:rPr>
                            <m:t>=1</m:t>
                          </m:r>
                        </m:e>
                      </m:d>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𝜎</m:t>
                      </m:r>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0.84</m:t>
                          </m:r>
                        </m:e>
                      </m:d>
                      <m:r>
                        <a:rPr lang="en-US" sz="1600" i="0" dirty="0">
                          <a:solidFill>
                            <a:srgbClr val="003366"/>
                          </a:solidFill>
                          <a:latin typeface="Cambria Math" panose="02040503050406030204" pitchFamily="18" charset="0"/>
                        </a:rPr>
                        <m:t>=</m:t>
                      </m:r>
                      <m:f>
                        <m:fPr>
                          <m:ctrlPr>
                            <a:rPr lang="en-US" sz="1600" i="1" dirty="0">
                              <a:solidFill>
                                <a:srgbClr val="003366"/>
                              </a:solidFill>
                              <a:latin typeface="Cambria Math" panose="02040503050406030204" pitchFamily="18" charset="0"/>
                            </a:rPr>
                          </m:ctrlPr>
                        </m:fPr>
                        <m:num>
                          <m:r>
                            <a:rPr lang="en-US" sz="1600" i="0" dirty="0">
                              <a:solidFill>
                                <a:srgbClr val="003366"/>
                              </a:solidFill>
                              <a:latin typeface="Cambria Math" panose="02040503050406030204" pitchFamily="18" charset="0"/>
                            </a:rPr>
                            <m:t>1</m:t>
                          </m:r>
                        </m:num>
                        <m:den>
                          <m:r>
                            <a:rPr lang="en-US" sz="1600" i="0" dirty="0">
                              <a:solidFill>
                                <a:srgbClr val="003366"/>
                              </a:solidFill>
                              <a:latin typeface="Cambria Math" panose="02040503050406030204" pitchFamily="18" charset="0"/>
                            </a:rPr>
                            <m:t>1+</m:t>
                          </m:r>
                          <m:sSup>
                            <m:sSupPr>
                              <m:ctrlPr>
                                <a:rPr lang="en-US" sz="1600" i="1" dirty="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𝑒</m:t>
                              </m:r>
                            </m:e>
                            <m:sup>
                              <m:r>
                                <a:rPr lang="en-US" sz="1600" i="0" dirty="0">
                                  <a:solidFill>
                                    <a:srgbClr val="003366"/>
                                  </a:solidFill>
                                  <a:latin typeface="Cambria Math" panose="02040503050406030204" pitchFamily="18" charset="0"/>
                                </a:rPr>
                                <m:t>−0.84</m:t>
                              </m:r>
                            </m:sup>
                          </m:sSup>
                        </m:den>
                      </m:f>
                      <m:r>
                        <a:rPr lang="en-US" sz="1600" i="0" dirty="0">
                          <a:solidFill>
                            <a:srgbClr val="003366"/>
                          </a:solidFill>
                          <a:latin typeface="Cambria Math" panose="02040503050406030204" pitchFamily="18" charset="0"/>
                        </a:rPr>
                        <m:t>=</m:t>
                      </m:r>
                      <m:f>
                        <m:fPr>
                          <m:ctrlPr>
                            <a:rPr lang="en-US" sz="1600" i="1" dirty="0">
                              <a:solidFill>
                                <a:srgbClr val="003366"/>
                              </a:solidFill>
                              <a:latin typeface="Cambria Math" panose="02040503050406030204" pitchFamily="18" charset="0"/>
                            </a:rPr>
                          </m:ctrlPr>
                        </m:fPr>
                        <m:num>
                          <m:r>
                            <a:rPr lang="en-US" sz="1600" i="0" dirty="0">
                              <a:solidFill>
                                <a:srgbClr val="003366"/>
                              </a:solidFill>
                              <a:latin typeface="Cambria Math" panose="02040503050406030204" pitchFamily="18" charset="0"/>
                            </a:rPr>
                            <m:t>1</m:t>
                          </m:r>
                        </m:num>
                        <m:den>
                          <m:r>
                            <a:rPr lang="en-US" sz="1600" i="0" dirty="0">
                              <a:solidFill>
                                <a:srgbClr val="003366"/>
                              </a:solidFill>
                              <a:latin typeface="Cambria Math" panose="02040503050406030204" pitchFamily="18" charset="0"/>
                            </a:rPr>
                            <m:t>1+0.4317</m:t>
                          </m:r>
                        </m:den>
                      </m:f>
                      <m:r>
                        <a:rPr lang="en-US" sz="1600" i="0" dirty="0">
                          <a:solidFill>
                            <a:srgbClr val="003366"/>
                          </a:solidFill>
                          <a:latin typeface="Cambria Math" panose="02040503050406030204" pitchFamily="18" charset="0"/>
                        </a:rPr>
                        <m:t>=</m:t>
                      </m:r>
                      <m:f>
                        <m:fPr>
                          <m:ctrlPr>
                            <a:rPr lang="en-US" sz="1600" i="1" dirty="0">
                              <a:solidFill>
                                <a:srgbClr val="003366"/>
                              </a:solidFill>
                              <a:latin typeface="Cambria Math" panose="02040503050406030204" pitchFamily="18" charset="0"/>
                            </a:rPr>
                          </m:ctrlPr>
                        </m:fPr>
                        <m:num>
                          <m:r>
                            <a:rPr lang="en-US" sz="1600" i="0" dirty="0">
                              <a:solidFill>
                                <a:srgbClr val="003366"/>
                              </a:solidFill>
                              <a:latin typeface="Cambria Math" panose="02040503050406030204" pitchFamily="18" charset="0"/>
                            </a:rPr>
                            <m:t>1</m:t>
                          </m:r>
                        </m:num>
                        <m:den>
                          <m:r>
                            <a:rPr lang="en-US" sz="1600" i="0" dirty="0">
                              <a:solidFill>
                                <a:srgbClr val="003366"/>
                              </a:solidFill>
                              <a:latin typeface="Cambria Math" panose="02040503050406030204" pitchFamily="18" charset="0"/>
                            </a:rPr>
                            <m:t>1.4317</m:t>
                          </m:r>
                        </m:den>
                      </m:f>
                      <m:r>
                        <a:rPr lang="en-US" sz="1600" i="0" dirty="0">
                          <a:solidFill>
                            <a:srgbClr val="003366"/>
                          </a:solidFill>
                          <a:latin typeface="Cambria Math" panose="02040503050406030204" pitchFamily="18" charset="0"/>
                        </a:rPr>
                        <m:t>≈0.698</m:t>
                      </m:r>
                    </m:oMath>
                  </m:oMathPara>
                </a14:m>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 </a:t>
                </a:r>
              </a:p>
              <a:p>
                <a:r>
                  <a:rPr lang="en-US" sz="1600" dirty="0">
                    <a:solidFill>
                      <a:srgbClr val="003366"/>
                    </a:solidFill>
                    <a:latin typeface="Aptos Display" panose="020B0004020202020204" pitchFamily="34" charset="0"/>
                  </a:rPr>
                  <a:t>   </a:t>
                </a:r>
              </a:p>
              <a:p>
                <a:r>
                  <a:rPr lang="en-US" sz="1600" u="sng" dirty="0">
                    <a:solidFill>
                      <a:srgbClr val="003366"/>
                    </a:solidFill>
                    <a:latin typeface="Aptos Display" panose="020B0004020202020204" pitchFamily="34" charset="0"/>
                  </a:rPr>
                  <a:t>Step 3: Reconstruct Edge: </a:t>
                </a:r>
              </a:p>
              <a:p>
                <a:r>
                  <a:rPr lang="en-US" sz="1600" dirty="0">
                    <a:solidFill>
                      <a:srgbClr val="003366"/>
                    </a:solidFill>
                    <a:latin typeface="Aptos Display" panose="020B0004020202020204" pitchFamily="34" charset="0"/>
                  </a:rPr>
                  <a:t>Since the link probability (</a:t>
                </a:r>
                <a14:m>
                  <m:oMath xmlns:m="http://schemas.openxmlformats.org/officeDocument/2006/math">
                    <m:r>
                      <a:rPr lang="en-US" sz="1600" dirty="0" smtClean="0">
                        <a:solidFill>
                          <a:srgbClr val="003366"/>
                        </a:solidFill>
                        <a:latin typeface="Cambria Math" panose="02040503050406030204" pitchFamily="18" charset="0"/>
                      </a:rPr>
                      <m:t>69.8</m:t>
                    </m:r>
                    <m:r>
                      <a:rPr lang="en-US" sz="1600" i="0" dirty="0">
                        <a:solidFill>
                          <a:srgbClr val="003366"/>
                        </a:solidFill>
                        <a:latin typeface="Cambria Math" panose="02040503050406030204" pitchFamily="18" charset="0"/>
                      </a:rPr>
                      <m:t>%</m:t>
                    </m:r>
                  </m:oMath>
                </a14:m>
                <a:r>
                  <a:rPr lang="en-US" sz="1600" dirty="0">
                    <a:solidFill>
                      <a:srgbClr val="003366"/>
                    </a:solidFill>
                    <a:latin typeface="Aptos Display" panose="020B0004020202020204" pitchFamily="34" charset="0"/>
                  </a:rPr>
                  <a:t>) is greater than the classification threshold (typically </a:t>
                </a:r>
                <a14:m>
                  <m:oMath xmlns:m="http://schemas.openxmlformats.org/officeDocument/2006/math">
                    <m:r>
                      <a:rPr lang="en-US" sz="1600" dirty="0" smtClean="0">
                        <a:solidFill>
                          <a:srgbClr val="003366"/>
                        </a:solidFill>
                        <a:latin typeface="Cambria Math" panose="02040503050406030204" pitchFamily="18" charset="0"/>
                      </a:rPr>
                      <m:t>50</m:t>
                    </m:r>
                    <m:r>
                      <a:rPr lang="en-US" sz="1600" i="0" dirty="0">
                        <a:solidFill>
                          <a:srgbClr val="003366"/>
                        </a:solidFill>
                        <a:latin typeface="Cambria Math" panose="02040503050406030204" pitchFamily="18" charset="0"/>
                      </a:rPr>
                      <m:t>%</m:t>
                    </m:r>
                  </m:oMath>
                </a14:m>
                <a:r>
                  <a:rPr lang="en-US" sz="1600" dirty="0">
                    <a:solidFill>
                      <a:srgbClr val="003366"/>
                    </a:solidFill>
                    <a:latin typeface="Aptos Display" panose="020B0004020202020204" pitchFamily="34" charset="0"/>
                  </a:rPr>
                  <a:t>), the attacker reconstructs that Node 1 and Node 2 are connected in the private graph.</a:t>
                </a:r>
              </a:p>
            </p:txBody>
          </p:sp>
        </mc:Choice>
        <mc:Fallback xmlns="">
          <p:sp>
            <p:nvSpPr>
              <p:cNvPr id="5" name="Content Placeholder 4">
                <a:extLst>
                  <a:ext uri="{FF2B5EF4-FFF2-40B4-BE49-F238E27FC236}">
                    <a16:creationId xmlns:a16="http://schemas.microsoft.com/office/drawing/2014/main" id="{A932292E-4FC0-C30F-CAB0-85B5FEA37E2F}"/>
                  </a:ext>
                </a:extLst>
              </p:cNvPr>
              <p:cNvSpPr>
                <a:spLocks noGrp="1" noRot="1" noChangeAspect="1" noMove="1" noResize="1" noEditPoints="1" noAdjustHandles="1" noChangeArrowheads="1" noChangeShapeType="1" noTextEdit="1"/>
              </p:cNvSpPr>
              <p:nvPr>
                <p:ph idx="1"/>
              </p:nvPr>
            </p:nvSpPr>
            <p:spPr>
              <a:xfrm>
                <a:off x="323528" y="908719"/>
                <a:ext cx="8496944" cy="5688633"/>
              </a:xfrm>
              <a:blipFill>
                <a:blip r:embed="rId3"/>
                <a:stretch>
                  <a:fillRect l="-1493" t="-1114" r="-89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F41CB5D-C1DF-6CFB-FD27-7B876A9F6A48}"/>
              </a:ext>
            </a:extLst>
          </p:cNvPr>
          <p:cNvSpPr>
            <a:spLocks noGrp="1"/>
          </p:cNvSpPr>
          <p:nvPr>
            <p:ph type="sldNum" sz="quarter" idx="10"/>
          </p:nvPr>
        </p:nvSpPr>
        <p:spPr/>
        <p:txBody>
          <a:bodyPr/>
          <a:lstStyle/>
          <a:p>
            <a:pPr>
              <a:defRPr/>
            </a:pPr>
            <a:fld id="{FE5AEF74-5102-4921-8DBA-649C609AF6D1}" type="slidenum">
              <a:rPr lang="it-IT" smtClean="0"/>
              <a:pPr>
                <a:defRPr/>
              </a:pPr>
              <a:t>44</a:t>
            </a:fld>
            <a:endParaRPr lang="it-IT"/>
          </a:p>
        </p:txBody>
      </p:sp>
      <p:sp>
        <p:nvSpPr>
          <p:cNvPr id="3" name="Round Diagonal Corner Rectangle 2">
            <a:extLst>
              <a:ext uri="{FF2B5EF4-FFF2-40B4-BE49-F238E27FC236}">
                <a16:creationId xmlns:a16="http://schemas.microsoft.com/office/drawing/2014/main" id="{F8E41693-976C-A74D-BDFC-AC3BD2D9B327}"/>
              </a:ext>
            </a:extLst>
          </p:cNvPr>
          <p:cNvSpPr/>
          <p:nvPr/>
        </p:nvSpPr>
        <p:spPr>
          <a:xfrm>
            <a:off x="179512" y="1916832"/>
            <a:ext cx="8640960" cy="1008112"/>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 Diagonal Corner Rectangle 5">
            <a:extLst>
              <a:ext uri="{FF2B5EF4-FFF2-40B4-BE49-F238E27FC236}">
                <a16:creationId xmlns:a16="http://schemas.microsoft.com/office/drawing/2014/main" id="{EF75DCC0-258B-62FD-10CF-CC5F54EC3C2B}"/>
              </a:ext>
            </a:extLst>
          </p:cNvPr>
          <p:cNvSpPr/>
          <p:nvPr/>
        </p:nvSpPr>
        <p:spPr>
          <a:xfrm>
            <a:off x="179512" y="3043062"/>
            <a:ext cx="8640960" cy="1322041"/>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ound Diagonal Corner Rectangle 6">
            <a:extLst>
              <a:ext uri="{FF2B5EF4-FFF2-40B4-BE49-F238E27FC236}">
                <a16:creationId xmlns:a16="http://schemas.microsoft.com/office/drawing/2014/main" id="{6FFA36F2-6EC4-C8B8-D05A-CDAA2BB87949}"/>
              </a:ext>
            </a:extLst>
          </p:cNvPr>
          <p:cNvSpPr/>
          <p:nvPr/>
        </p:nvSpPr>
        <p:spPr>
          <a:xfrm>
            <a:off x="179512" y="4622377"/>
            <a:ext cx="8640960" cy="1322041"/>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369403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7928D-66AD-8DA9-26AB-E68A7DDC5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03F6CD-5E20-97EA-C7FA-7D9567F21B9F}"/>
              </a:ext>
            </a:extLst>
          </p:cNvPr>
          <p:cNvSpPr>
            <a:spLocks noGrp="1"/>
          </p:cNvSpPr>
          <p:nvPr>
            <p:ph type="title"/>
          </p:nvPr>
        </p:nvSpPr>
        <p:spPr>
          <a:xfrm>
            <a:off x="719138" y="286544"/>
            <a:ext cx="5365030" cy="838200"/>
          </a:xfrm>
        </p:spPr>
        <p:txBody>
          <a:bodyPr/>
          <a:lstStyle/>
          <a:p>
            <a:r>
              <a:rPr lang="en-CA" sz="2800" b="1" i="1" dirty="0">
                <a:solidFill>
                  <a:srgbClr val="003F6E"/>
                </a:solidFill>
                <a:latin typeface="Cambria"/>
              </a:rPr>
              <a:t>B</a:t>
            </a:r>
            <a:r>
              <a:rPr lang="en-CA" sz="2600" b="1" i="1" dirty="0">
                <a:solidFill>
                  <a:srgbClr val="003F6E"/>
                </a:solidFill>
                <a:latin typeface="Cambria"/>
              </a:rPr>
              <a:t>ONUS:</a:t>
            </a:r>
            <a:r>
              <a:rPr lang="en-CA" sz="2800" i="1" dirty="0">
                <a:latin typeface="Cambria"/>
              </a:rPr>
              <a:t>S</a:t>
            </a:r>
            <a:r>
              <a:rPr lang="en-CA" sz="2600" i="1" dirty="0">
                <a:latin typeface="Cambria"/>
              </a:rPr>
              <a:t>TEALING </a:t>
            </a:r>
            <a:r>
              <a:rPr lang="en-CA" sz="2800" i="1" dirty="0">
                <a:latin typeface="Cambria"/>
              </a:rPr>
              <a:t>D</a:t>
            </a:r>
            <a:r>
              <a:rPr lang="en-CA" sz="2600" i="1" dirty="0">
                <a:latin typeface="Cambria"/>
              </a:rPr>
              <a:t>ECISION </a:t>
            </a:r>
            <a:r>
              <a:rPr lang="en-CA" sz="2800" i="1" dirty="0">
                <a:latin typeface="Cambria"/>
              </a:rPr>
              <a:t>T</a:t>
            </a:r>
            <a:r>
              <a:rPr lang="en-CA" sz="2600" i="1" dirty="0">
                <a:latin typeface="Cambria"/>
              </a:rPr>
              <a:t>REES</a:t>
            </a:r>
            <a:endParaRPr sz="2600" i="1" dirty="0">
              <a:latin typeface="Cambria"/>
            </a:endParaRPr>
          </a:p>
        </p:txBody>
      </p:sp>
      <p:pic>
        <p:nvPicPr>
          <p:cNvPr id="4" name="Picture 3">
            <a:extLst>
              <a:ext uri="{FF2B5EF4-FFF2-40B4-BE49-F238E27FC236}">
                <a16:creationId xmlns:a16="http://schemas.microsoft.com/office/drawing/2014/main" id="{8BE7E4F7-251A-17F6-39F8-22F48563DAD8}"/>
              </a:ext>
            </a:extLst>
          </p:cNvPr>
          <p:cNvPicPr>
            <a:picLocks noChangeAspect="1"/>
          </p:cNvPicPr>
          <p:nvPr/>
        </p:nvPicPr>
        <p:blipFill>
          <a:blip r:embed="rId3"/>
          <a:stretch>
            <a:fillRect/>
          </a:stretch>
        </p:blipFill>
        <p:spPr>
          <a:xfrm>
            <a:off x="0" y="1196752"/>
            <a:ext cx="9026301" cy="3888432"/>
          </a:xfrm>
          <a:prstGeom prst="rect">
            <a:avLst/>
          </a:prstGeom>
        </p:spPr>
      </p:pic>
      <p:sp>
        <p:nvSpPr>
          <p:cNvPr id="5" name="Slide Number Placeholder 4">
            <a:extLst>
              <a:ext uri="{FF2B5EF4-FFF2-40B4-BE49-F238E27FC236}">
                <a16:creationId xmlns:a16="http://schemas.microsoft.com/office/drawing/2014/main" id="{5BD1F19F-58CB-8276-7493-1E15AD7B0D01}"/>
              </a:ext>
            </a:extLst>
          </p:cNvPr>
          <p:cNvSpPr>
            <a:spLocks noGrp="1"/>
          </p:cNvSpPr>
          <p:nvPr>
            <p:ph type="sldNum" sz="quarter" idx="10"/>
          </p:nvPr>
        </p:nvSpPr>
        <p:spPr/>
        <p:txBody>
          <a:bodyPr/>
          <a:lstStyle/>
          <a:p>
            <a:pPr>
              <a:defRPr/>
            </a:pPr>
            <a:fld id="{FE5AEF74-5102-4921-8DBA-649C609AF6D1}" type="slidenum">
              <a:rPr lang="it-IT" smtClean="0"/>
              <a:pPr>
                <a:defRPr/>
              </a:pPr>
              <a:t>45</a:t>
            </a:fld>
            <a:endParaRPr lang="it-IT"/>
          </a:p>
        </p:txBody>
      </p:sp>
    </p:spTree>
    <p:extLst>
      <p:ext uri="{BB962C8B-B14F-4D97-AF65-F5344CB8AC3E}">
        <p14:creationId xmlns:p14="http://schemas.microsoft.com/office/powerpoint/2010/main" val="28425311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9138" y="286544"/>
            <a:ext cx="5509046" cy="838200"/>
          </a:xfrm>
        </p:spPr>
        <p:txBody>
          <a:bodyPr/>
          <a:lstStyle/>
          <a:p>
            <a:r>
              <a:rPr lang="en-CA" sz="2800" i="1" dirty="0">
                <a:latin typeface="Cambria"/>
              </a:rPr>
              <a:t>B</a:t>
            </a:r>
            <a:r>
              <a:rPr lang="en-CA" sz="2600" i="1" dirty="0">
                <a:latin typeface="Cambria"/>
              </a:rPr>
              <a:t>ONUS:</a:t>
            </a:r>
            <a:r>
              <a:rPr lang="en-CA" sz="2800" i="1" dirty="0">
                <a:latin typeface="Cambria"/>
              </a:rPr>
              <a:t>S</a:t>
            </a:r>
            <a:r>
              <a:rPr lang="en-CA" sz="2600" i="1" dirty="0">
                <a:latin typeface="Cambria"/>
              </a:rPr>
              <a:t>TEALING </a:t>
            </a:r>
            <a:r>
              <a:rPr lang="en-CA" sz="2800" i="1" dirty="0">
                <a:latin typeface="Cambria"/>
              </a:rPr>
              <a:t>D</a:t>
            </a:r>
            <a:r>
              <a:rPr lang="en-CA" sz="2600" i="1" dirty="0">
                <a:latin typeface="Cambria"/>
              </a:rPr>
              <a:t>ECISION </a:t>
            </a:r>
            <a:r>
              <a:rPr lang="en-CA" sz="2800" i="1" dirty="0">
                <a:latin typeface="Cambria"/>
              </a:rPr>
              <a:t>T</a:t>
            </a:r>
            <a:r>
              <a:rPr lang="en-CA" sz="2600" i="1" dirty="0">
                <a:latin typeface="Cambria"/>
              </a:rPr>
              <a:t>REES</a:t>
            </a:r>
            <a:endParaRPr sz="2600" dirty="0">
              <a:latin typeface="Cambria"/>
            </a:endParaRPr>
          </a:p>
        </p:txBody>
      </p:sp>
      <p:sp>
        <p:nvSpPr>
          <p:cNvPr id="3" name="Content Placeholder 2"/>
          <p:cNvSpPr>
            <a:spLocks noGrp="1"/>
          </p:cNvSpPr>
          <p:nvPr>
            <p:ph idx="1"/>
          </p:nvPr>
        </p:nvSpPr>
        <p:spPr>
          <a:xfrm>
            <a:off x="431540" y="980728"/>
            <a:ext cx="8280920" cy="2448272"/>
          </a:xfrm>
        </p:spPr>
        <p:txBody>
          <a:bodyPr wrap="square"/>
          <a:lstStyle/>
          <a:p>
            <a:pPr>
              <a:spcAft>
                <a:spcPts val="600"/>
              </a:spcAft>
            </a:pPr>
            <a:r>
              <a:rPr lang="en-CA" sz="1800" b="1" u="sng" dirty="0">
                <a:solidFill>
                  <a:srgbClr val="003366"/>
                </a:solidFill>
                <a:latin typeface="Aptos Display" panose="020B0004020202020204" pitchFamily="34" charset="0"/>
              </a:rPr>
              <a:t>Algorithm:</a:t>
            </a:r>
          </a:p>
          <a:p>
            <a:pPr>
              <a:spcAft>
                <a:spcPts val="600"/>
              </a:spcAft>
            </a:pPr>
            <a:r>
              <a:rPr lang="en-CA" sz="1800" b="1" dirty="0">
                <a:solidFill>
                  <a:srgbClr val="003366"/>
                </a:solidFill>
                <a:latin typeface="Aptos Display" panose="020B0004020202020204" pitchFamily="34" charset="0"/>
              </a:rPr>
              <a:t>Inputs:</a:t>
            </a:r>
          </a:p>
          <a:p>
            <a:pPr>
              <a:spcAft>
                <a:spcPts val="600"/>
              </a:spcAft>
              <a:buFont typeface="Arial" panose="020B0604020202020204" pitchFamily="34" charset="0"/>
              <a:buChar char="•"/>
            </a:pPr>
            <a:r>
              <a:rPr lang="en-CA" sz="1800" b="1" dirty="0">
                <a:solidFill>
                  <a:srgbClr val="003366"/>
                </a:solidFill>
                <a:latin typeface="Aptos Display" panose="020B0004020202020204" pitchFamily="34" charset="0"/>
              </a:rPr>
              <a:t>  Oracle O: Black-box API returning high-precision confidence scores (Leaf IDs)</a:t>
            </a:r>
          </a:p>
          <a:p>
            <a:pPr>
              <a:spcAft>
                <a:spcPts val="600"/>
              </a:spcAft>
              <a:buFont typeface="Arial" panose="020B0604020202020204" pitchFamily="34" charset="0"/>
              <a:buChar char="•"/>
            </a:pPr>
            <a:r>
              <a:rPr lang="en-CA" sz="1800" b="1" dirty="0">
                <a:solidFill>
                  <a:srgbClr val="003366"/>
                </a:solidFill>
                <a:latin typeface="Aptos Display" panose="020B0004020202020204" pitchFamily="34" charset="0"/>
              </a:rPr>
              <a:t>  Features: List of continuous and categorical feature names</a:t>
            </a:r>
          </a:p>
          <a:p>
            <a:pPr marL="0" indent="0">
              <a:spcAft>
                <a:spcPts val="600"/>
              </a:spcAft>
            </a:pPr>
            <a:endParaRPr lang="en-CA" sz="1800" b="1" dirty="0">
              <a:solidFill>
                <a:srgbClr val="003366"/>
              </a:solidFill>
              <a:latin typeface="Aptos Display" panose="020B0004020202020204" pitchFamily="34" charset="0"/>
            </a:endParaRPr>
          </a:p>
          <a:p>
            <a:pPr>
              <a:spcAft>
                <a:spcPts val="600"/>
              </a:spcAft>
            </a:pPr>
            <a:r>
              <a:rPr lang="en-CA" sz="1800" b="1" u="sng" dirty="0">
                <a:solidFill>
                  <a:srgbClr val="003366"/>
                </a:solidFill>
                <a:latin typeface="Aptos Display" panose="020B0004020202020204" pitchFamily="34" charset="0"/>
              </a:rPr>
              <a:t>Steps:</a:t>
            </a:r>
          </a:p>
          <a:p>
            <a:pPr>
              <a:spcAft>
                <a:spcPts val="600"/>
              </a:spcAft>
            </a:pPr>
            <a:endParaRPr lang="en-CA" sz="1800" b="1" dirty="0">
              <a:solidFill>
                <a:srgbClr val="003366"/>
              </a:solidFill>
              <a:latin typeface="Aptos Display" panose="020B0004020202020204" pitchFamily="34" charset="0"/>
            </a:endParaRPr>
          </a:p>
        </p:txBody>
      </p:sp>
      <p:sp>
        <p:nvSpPr>
          <p:cNvPr id="4" name="Slide Number Placeholder 3">
            <a:extLst>
              <a:ext uri="{FF2B5EF4-FFF2-40B4-BE49-F238E27FC236}">
                <a16:creationId xmlns:a16="http://schemas.microsoft.com/office/drawing/2014/main" id="{6D201E13-AD3B-89D6-FB25-D05A841D98EF}"/>
              </a:ext>
            </a:extLst>
          </p:cNvPr>
          <p:cNvSpPr>
            <a:spLocks noGrp="1"/>
          </p:cNvSpPr>
          <p:nvPr>
            <p:ph type="sldNum" sz="quarter" idx="10"/>
          </p:nvPr>
        </p:nvSpPr>
        <p:spPr/>
        <p:txBody>
          <a:bodyPr/>
          <a:lstStyle/>
          <a:p>
            <a:pPr>
              <a:defRPr/>
            </a:pPr>
            <a:fld id="{FE5AEF74-5102-4921-8DBA-649C609AF6D1}" type="slidenum">
              <a:rPr lang="it-IT" smtClean="0"/>
              <a:pPr>
                <a:defRPr/>
              </a:pPr>
              <a:t>46</a:t>
            </a:fld>
            <a:endParaRPr lang="it-IT"/>
          </a:p>
        </p:txBody>
      </p:sp>
      <p:graphicFrame>
        <p:nvGraphicFramePr>
          <p:cNvPr id="10" name="Diagram 9">
            <a:extLst>
              <a:ext uri="{FF2B5EF4-FFF2-40B4-BE49-F238E27FC236}">
                <a16:creationId xmlns:a16="http://schemas.microsoft.com/office/drawing/2014/main" id="{A1E5513E-22A2-46C9-8A9F-97775A4B5513}"/>
              </a:ext>
            </a:extLst>
          </p:cNvPr>
          <p:cNvGraphicFramePr/>
          <p:nvPr>
            <p:extLst>
              <p:ext uri="{D42A27DB-BD31-4B8C-83A1-F6EECF244321}">
                <p14:modId xmlns:p14="http://schemas.microsoft.com/office/powerpoint/2010/main" val="4122305694"/>
              </p:ext>
            </p:extLst>
          </p:nvPr>
        </p:nvGraphicFramePr>
        <p:xfrm>
          <a:off x="1763688" y="3284984"/>
          <a:ext cx="5509046" cy="33285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A509D-1EEA-2E64-5528-C8601F26D7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9C5DC8-F5D0-D7CC-F6CF-4595B9E811DD}"/>
              </a:ext>
            </a:extLst>
          </p:cNvPr>
          <p:cNvSpPr>
            <a:spLocks noGrp="1"/>
          </p:cNvSpPr>
          <p:nvPr>
            <p:ph type="title"/>
          </p:nvPr>
        </p:nvSpPr>
        <p:spPr>
          <a:xfrm>
            <a:off x="719138" y="286544"/>
            <a:ext cx="5365030" cy="838200"/>
          </a:xfrm>
        </p:spPr>
        <p:txBody>
          <a:bodyPr/>
          <a:lstStyle/>
          <a:p>
            <a:r>
              <a:rPr lang="en-CA" sz="2800" i="1" dirty="0">
                <a:latin typeface="Cambria"/>
              </a:rPr>
              <a:t>B</a:t>
            </a:r>
            <a:r>
              <a:rPr lang="en-CA" sz="2600" i="1" dirty="0">
                <a:latin typeface="Cambria"/>
              </a:rPr>
              <a:t>ONUS:</a:t>
            </a:r>
            <a:r>
              <a:rPr lang="en-CA" sz="2800" i="1" dirty="0">
                <a:latin typeface="Cambria"/>
              </a:rPr>
              <a:t>S</a:t>
            </a:r>
            <a:r>
              <a:rPr lang="en-CA" sz="2600" i="1" dirty="0">
                <a:latin typeface="Cambria"/>
              </a:rPr>
              <a:t>TEALING </a:t>
            </a:r>
            <a:r>
              <a:rPr lang="en-CA" sz="2800" i="1" dirty="0">
                <a:latin typeface="Cambria"/>
              </a:rPr>
              <a:t>D</a:t>
            </a:r>
            <a:r>
              <a:rPr lang="en-CA" sz="2600" i="1" dirty="0">
                <a:latin typeface="Cambria"/>
              </a:rPr>
              <a:t>ECISION </a:t>
            </a:r>
            <a:r>
              <a:rPr lang="en-CA" sz="2800" i="1" dirty="0">
                <a:latin typeface="Cambria"/>
              </a:rPr>
              <a:t>T</a:t>
            </a:r>
            <a:r>
              <a:rPr lang="en-CA" sz="2600" i="1" dirty="0">
                <a:latin typeface="Cambria"/>
              </a:rPr>
              <a:t>REES</a:t>
            </a:r>
            <a:endParaRPr sz="2600" dirty="0">
              <a:latin typeface="Cambria"/>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192F3AE-EC87-DB9B-7569-94D1F0E62752}"/>
                  </a:ext>
                </a:extLst>
              </p:cNvPr>
              <p:cNvSpPr txBox="1"/>
              <p:nvPr/>
            </p:nvSpPr>
            <p:spPr>
              <a:xfrm>
                <a:off x="283256" y="936644"/>
                <a:ext cx="8537216" cy="5634812"/>
              </a:xfrm>
              <a:prstGeom prst="rect">
                <a:avLst/>
              </a:prstGeom>
              <a:noFill/>
            </p:spPr>
            <p:txBody>
              <a:bodyPr wrap="square">
                <a:spAutoFit/>
              </a:bodyPr>
              <a:lstStyle/>
              <a:p>
                <a:r>
                  <a:rPr lang="en-US" sz="1600" b="1" u="sng" dirty="0">
                    <a:solidFill>
                      <a:srgbClr val="003366"/>
                    </a:solidFill>
                    <a:latin typeface="Aptos Display" panose="020B0004020202020204" pitchFamily="34" charset="0"/>
                  </a:rPr>
                  <a:t>Mathematical Formulation:</a:t>
                </a:r>
              </a:p>
              <a:p>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Let </a:t>
                </a:r>
                <a14:m>
                  <m:oMath xmlns:m="http://schemas.openxmlformats.org/officeDocument/2006/math">
                    <m:r>
                      <a:rPr lang="en-US" sz="1600" i="1" dirty="0" smtClean="0">
                        <a:solidFill>
                          <a:srgbClr val="003366"/>
                        </a:solidFill>
                        <a:latin typeface="Cambria Math" panose="02040503050406030204" pitchFamily="18" charset="0"/>
                      </a:rPr>
                      <m:t>𝑇</m:t>
                    </m:r>
                  </m:oMath>
                </a14:m>
                <a:r>
                  <a:rPr lang="en-US" sz="1600" dirty="0">
                    <a:solidFill>
                      <a:srgbClr val="003366"/>
                    </a:solidFill>
                    <a:latin typeface="Aptos Display" panose="020B0004020202020204" pitchFamily="34" charset="0"/>
                  </a:rPr>
                  <a:t> be the target decision tree and </a:t>
                </a:r>
                <a14:m>
                  <m:oMath xmlns:m="http://schemas.openxmlformats.org/officeDocument/2006/math">
                    <m:r>
                      <a:rPr lang="en-US" sz="1600" i="1" dirty="0" smtClean="0">
                        <a:solidFill>
                          <a:srgbClr val="003366"/>
                        </a:solidFill>
                        <a:latin typeface="Cambria Math" panose="02040503050406030204" pitchFamily="18" charset="0"/>
                      </a:rPr>
                      <m:t>𝑂</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e>
                    </m:d>
                  </m:oMath>
                </a14:m>
                <a:r>
                  <a:rPr lang="en-US" sz="1600" dirty="0">
                    <a:solidFill>
                      <a:srgbClr val="003366"/>
                    </a:solidFill>
                    <a:latin typeface="Aptos Display" panose="020B0004020202020204" pitchFamily="34" charset="0"/>
                  </a:rPr>
                  <a:t> be the leaf-identity oracle returning a unique confidence score representing the leaf node reached by query </a:t>
                </a:r>
                <a14:m>
                  <m:oMath xmlns:m="http://schemas.openxmlformats.org/officeDocument/2006/math">
                    <m:r>
                      <a:rPr lang="en-US" sz="1600" i="1" dirty="0" smtClean="0">
                        <a:solidFill>
                          <a:srgbClr val="003366"/>
                        </a:solidFill>
                        <a:latin typeface="Cambria Math" panose="02040503050406030204" pitchFamily="18" charset="0"/>
                      </a:rPr>
                      <m:t>𝑥</m:t>
                    </m:r>
                  </m:oMath>
                </a14:m>
                <a:r>
                  <a:rPr lang="en-US" sz="1600" dirty="0">
                    <a:solidFill>
                      <a:srgbClr val="003366"/>
                    </a:solidFill>
                    <a:latin typeface="Aptos Display" panose="020B0004020202020204" pitchFamily="34" charset="0"/>
                  </a:rPr>
                  <a:t>:</a:t>
                </a:r>
              </a:p>
              <a:p>
                <a:endParaRPr lang="en-US" sz="1600"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eqArr>
                        <m:eqArrPr>
                          <m:ctrlPr>
                            <a:rPr lang="en-US" sz="1600" i="1" dirty="0" smtClean="0">
                              <a:solidFill>
                                <a:srgbClr val="003366"/>
                              </a:solidFill>
                              <a:latin typeface="Cambria Math" panose="02040503050406030204" pitchFamily="18" charset="0"/>
                            </a:rPr>
                          </m:ctrlPr>
                        </m:eqArrPr>
                        <m:e>
                          <m:r>
                            <a:rPr lang="en-US" sz="1600" i="1" dirty="0">
                              <a:solidFill>
                                <a:srgbClr val="003366"/>
                              </a:solidFill>
                              <a:latin typeface="Cambria Math" panose="02040503050406030204" pitchFamily="18" charset="0"/>
                            </a:rPr>
                            <m:t>𝑂</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e>
                          </m:d>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𝑖</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𝑑</m:t>
                              </m:r>
                            </m:e>
                            <m:sub>
                              <m:r>
                                <a:rPr lang="en-US" sz="1600" i="1" dirty="0">
                                  <a:solidFill>
                                    <a:srgbClr val="003366"/>
                                  </a:solidFill>
                                  <a:latin typeface="Cambria Math" panose="02040503050406030204" pitchFamily="18" charset="0"/>
                                </a:rPr>
                                <m:t>𝑣</m:t>
                              </m:r>
                            </m:sub>
                          </m:sSub>
                        </m:e>
                      </m:eqArr>
                    </m:oMath>
                  </m:oMathPara>
                </a14:m>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For each feature </a:t>
                </a:r>
                <a14:m>
                  <m:oMath xmlns:m="http://schemas.openxmlformats.org/officeDocument/2006/math">
                    <m:r>
                      <a:rPr lang="en-US" sz="1600" i="1" dirty="0" smtClean="0">
                        <a:solidFill>
                          <a:srgbClr val="003366"/>
                        </a:solidFill>
                        <a:latin typeface="Cambria Math" panose="02040503050406030204" pitchFamily="18" charset="0"/>
                      </a:rPr>
                      <m:t>𝑖</m:t>
                    </m:r>
                  </m:oMath>
                </a14:m>
                <a:r>
                  <a:rPr lang="en-US" sz="1600" dirty="0">
                    <a:solidFill>
                      <a:srgbClr val="003366"/>
                    </a:solidFill>
                    <a:latin typeface="Aptos Display" panose="020B0004020202020204" pitchFamily="34" charset="0"/>
                  </a:rPr>
                  <a:t> of the query vector </a:t>
                </a:r>
                <a14:m>
                  <m:oMath xmlns:m="http://schemas.openxmlformats.org/officeDocument/2006/math">
                    <m:r>
                      <a:rPr lang="en-US" sz="1600" i="1" dirty="0" smtClean="0">
                        <a:solidFill>
                          <a:srgbClr val="003366"/>
                        </a:solidFill>
                        <a:latin typeface="Cambria Math" panose="02040503050406030204" pitchFamily="18" charset="0"/>
                      </a:rPr>
                      <m:t>𝑥</m:t>
                    </m:r>
                  </m:oMath>
                </a14:m>
                <a:r>
                  <a:rPr lang="en-US" sz="1600" dirty="0">
                    <a:solidFill>
                      <a:srgbClr val="003366"/>
                    </a:solidFill>
                    <a:latin typeface="Aptos Display" panose="020B0004020202020204" pitchFamily="34" charset="0"/>
                  </a:rPr>
                  <a:t>:</a:t>
                </a:r>
              </a:p>
              <a:p>
                <a:pPr marL="285750" indent="-285750">
                  <a:buFont typeface="Arial" panose="020B0604020202020204" pitchFamily="34" charset="0"/>
                  <a:buChar char="•"/>
                </a:pPr>
                <a:r>
                  <a:rPr lang="en-US" sz="1600" u="sng" dirty="0">
                    <a:solidFill>
                      <a:srgbClr val="003366"/>
                    </a:solidFill>
                    <a:latin typeface="Aptos Display" panose="020B0004020202020204" pitchFamily="34" charset="0"/>
                  </a:rPr>
                  <a:t>Continuous Feature Line Search: </a:t>
                </a:r>
              </a:p>
              <a:p>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    Let feature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𝑋</m:t>
                        </m:r>
                      </m:e>
                      <m:sub>
                        <m:r>
                          <a:rPr lang="en-US" sz="1600" i="1" dirty="0">
                            <a:solidFill>
                              <a:srgbClr val="003366"/>
                            </a:solidFill>
                            <a:latin typeface="Cambria Math" panose="02040503050406030204" pitchFamily="18" charset="0"/>
                          </a:rPr>
                          <m:t>𝑖</m:t>
                        </m:r>
                      </m:sub>
                    </m:sSub>
                    <m:r>
                      <a:rPr lang="en-US" sz="1600" i="0" dirty="0">
                        <a:solidFill>
                          <a:srgbClr val="003366"/>
                        </a:solidFill>
                        <a:latin typeface="Cambria Math" panose="02040503050406030204" pitchFamily="18" charset="0"/>
                      </a:rPr>
                      <m:t>∈</m:t>
                    </m:r>
                    <m:d>
                      <m:dPr>
                        <m:begChr m:val="["/>
                        <m:endChr m:val="]"/>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𝑎</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𝑏</m:t>
                        </m:r>
                      </m:e>
                    </m:d>
                  </m:oMath>
                </a14:m>
                <a:r>
                  <a:rPr lang="en-US" sz="1600" dirty="0">
                    <a:solidFill>
                      <a:srgbClr val="003366"/>
                    </a:solidFill>
                    <a:latin typeface="Aptos Display" panose="020B0004020202020204" pitchFamily="34" charset="0"/>
                  </a:rPr>
                  <a:t>. If </a:t>
                </a:r>
                <a14:m>
                  <m:oMath xmlns:m="http://schemas.openxmlformats.org/officeDocument/2006/math">
                    <m:r>
                      <a:rPr lang="en-US" sz="1600" i="1" dirty="0" smtClean="0">
                        <a:solidFill>
                          <a:srgbClr val="003366"/>
                        </a:solidFill>
                        <a:latin typeface="Cambria Math" panose="02040503050406030204" pitchFamily="18" charset="0"/>
                      </a:rPr>
                      <m:t>𝑂</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d>
                          <m:dPr>
                            <m:begChr m:val="["/>
                            <m:endChr m:val="]"/>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1" dirty="0">
                                    <a:solidFill>
                                      <a:srgbClr val="003366"/>
                                    </a:solidFill>
                                    <a:latin typeface="Cambria Math" panose="02040503050406030204" pitchFamily="18" charset="0"/>
                                  </a:rPr>
                                  <m:t>𝑖</m:t>
                                </m:r>
                              </m:sub>
                            </m:sSub>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𝑎</m:t>
                            </m:r>
                          </m:e>
                        </m:d>
                      </m:e>
                    </m:d>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𝑂</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d>
                          <m:dPr>
                            <m:begChr m:val="["/>
                            <m:endChr m:val="]"/>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1" dirty="0">
                                    <a:solidFill>
                                      <a:srgbClr val="003366"/>
                                    </a:solidFill>
                                    <a:latin typeface="Cambria Math" panose="02040503050406030204" pitchFamily="18" charset="0"/>
                                  </a:rPr>
                                  <m:t>𝑖</m:t>
                                </m:r>
                              </m:sub>
                            </m:sSub>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𝑏</m:t>
                            </m:r>
                          </m:e>
                        </m:d>
                      </m:e>
                    </m:d>
                  </m:oMath>
                </a14:m>
                <a:r>
                  <a:rPr lang="en-US" sz="1600" dirty="0">
                    <a:solidFill>
                      <a:srgbClr val="003366"/>
                    </a:solidFill>
                    <a:latin typeface="Aptos Display" panose="020B0004020202020204" pitchFamily="34" charset="0"/>
                  </a:rPr>
                  <a:t>, a split threshold </a:t>
                </a:r>
                <a14:m>
                  <m:oMath xmlns:m="http://schemas.openxmlformats.org/officeDocument/2006/math">
                    <m:r>
                      <a:rPr lang="en-US" sz="1600" i="1" dirty="0" smtClean="0">
                        <a:solidFill>
                          <a:srgbClr val="003366"/>
                        </a:solidFill>
                        <a:latin typeface="Cambria Math" panose="02040503050406030204" pitchFamily="18" charset="0"/>
                      </a:rPr>
                      <m:t>𝑡</m:t>
                    </m:r>
                  </m:oMath>
                </a14:m>
                <a:r>
                  <a:rPr lang="en-US" sz="1600" dirty="0">
                    <a:solidFill>
                      <a:srgbClr val="003366"/>
                    </a:solidFill>
                    <a:latin typeface="Aptos Display" panose="020B0004020202020204" pitchFamily="34" charset="0"/>
                  </a:rPr>
                  <a:t> exists on the path. The attacker performs a binary search to find </a:t>
                </a:r>
                <a14:m>
                  <m:oMath xmlns:m="http://schemas.openxmlformats.org/officeDocument/2006/math">
                    <m:r>
                      <a:rPr lang="en-US" sz="1600" i="1" dirty="0" smtClean="0">
                        <a:solidFill>
                          <a:srgbClr val="003366"/>
                        </a:solidFill>
                        <a:latin typeface="Cambria Math" panose="02040503050406030204" pitchFamily="18" charset="0"/>
                      </a:rPr>
                      <m:t>𝑡</m:t>
                    </m:r>
                  </m:oMath>
                </a14:m>
                <a:r>
                  <a:rPr lang="en-US" sz="1600" dirty="0">
                    <a:solidFill>
                      <a:srgbClr val="003366"/>
                    </a:solidFill>
                    <a:latin typeface="Aptos Display" panose="020B0004020202020204" pitchFamily="34" charset="0"/>
                  </a:rPr>
                  <a:t> up to a precision threshold </a:t>
                </a:r>
                <a14:m>
                  <m:oMath xmlns:m="http://schemas.openxmlformats.org/officeDocument/2006/math">
                    <m:r>
                      <a:rPr lang="en-US" sz="1600" i="1" dirty="0" smtClean="0">
                        <a:solidFill>
                          <a:srgbClr val="003366"/>
                        </a:solidFill>
                        <a:latin typeface="Cambria Math" panose="02040503050406030204" pitchFamily="18" charset="0"/>
                      </a:rPr>
                      <m:t>𝜖</m:t>
                    </m:r>
                  </m:oMath>
                </a14:m>
                <a:r>
                  <a:rPr lang="en-US" sz="1600" dirty="0">
                    <a:solidFill>
                      <a:srgbClr val="003366"/>
                    </a:solidFill>
                    <a:latin typeface="Aptos Display" panose="020B0004020202020204" pitchFamily="34" charset="0"/>
                  </a:rPr>
                  <a:t>:</a:t>
                </a:r>
              </a:p>
              <a:p>
                <a:r>
                  <a:rPr lang="en-US" sz="1600" dirty="0">
                    <a:solidFill>
                      <a:srgbClr val="003366"/>
                    </a:solidFill>
                    <a:latin typeface="Aptos Display" panose="020B0004020202020204" pitchFamily="34" charset="0"/>
                  </a:rPr>
                  <a:t>    </a:t>
                </a:r>
                <a:endParaRPr lang="en-US" sz="1600" i="1"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eqArr>
                        <m:eqArrPr>
                          <m:ctrlPr>
                            <a:rPr lang="en-US" sz="1600" i="1" dirty="0">
                              <a:solidFill>
                                <a:srgbClr val="003366"/>
                              </a:solidFill>
                              <a:latin typeface="Cambria Math" panose="02040503050406030204" pitchFamily="18" charset="0"/>
                            </a:rPr>
                          </m:ctrlPr>
                        </m:eqArrPr>
                        <m:e>
                          <m:r>
                            <a:rPr lang="en-US" sz="1600" i="1" dirty="0">
                              <a:solidFill>
                                <a:srgbClr val="003366"/>
                              </a:solidFill>
                              <a:latin typeface="Cambria Math" panose="02040503050406030204" pitchFamily="18" charset="0"/>
                            </a:rPr>
                            <m:t>𝑡</m:t>
                          </m:r>
                          <m:r>
                            <a:rPr lang="en-US" sz="1600" i="0" dirty="0">
                              <a:solidFill>
                                <a:srgbClr val="003366"/>
                              </a:solidFill>
                              <a:latin typeface="Cambria Math" panose="02040503050406030204" pitchFamily="18" charset="0"/>
                            </a:rPr>
                            <m:t>=</m:t>
                          </m:r>
                          <m:r>
                            <m:rPr>
                              <m:nor/>
                            </m:rPr>
                            <a:rPr lang="en-US" sz="1600" i="0" dirty="0">
                              <a:solidFill>
                                <a:srgbClr val="003366"/>
                              </a:solidFill>
                              <a:latin typeface="Aptos Display" panose="020B0004020202020204" pitchFamily="34" charset="0"/>
                            </a:rPr>
                            <m:t>BinarySearch</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𝑎</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𝑏</m:t>
                              </m:r>
                            </m:e>
                          </m:d>
                          <m:r>
                            <a:rPr lang="en-US" sz="1600" i="0" dirty="0">
                              <a:solidFill>
                                <a:srgbClr val="003366"/>
                              </a:solidFill>
                              <a:latin typeface="Cambria Math" panose="02040503050406030204" pitchFamily="18" charset="0"/>
                            </a:rPr>
                            <m:t> </m:t>
                          </m:r>
                          <m:r>
                            <m:rPr>
                              <m:nor/>
                            </m:rPr>
                            <a:rPr lang="en-US" sz="1600" i="0" dirty="0">
                              <a:solidFill>
                                <a:srgbClr val="003366"/>
                              </a:solidFill>
                              <a:latin typeface="Aptos Display" panose="020B0004020202020204" pitchFamily="34" charset="0"/>
                            </a:rPr>
                            <m:t>where</m:t>
                          </m:r>
                          <m:r>
                            <a:rPr lang="en-US" sz="1600" i="0" dirty="0">
                              <a:solidFill>
                                <a:srgbClr val="003366"/>
                              </a:solidFill>
                              <a:latin typeface="Cambria Math" panose="02040503050406030204" pitchFamily="18" charset="0"/>
                            </a:rPr>
                            <m:t> </m:t>
                          </m:r>
                          <m:r>
                            <a:rPr lang="en-US" sz="1600" i="1" dirty="0">
                              <a:solidFill>
                                <a:srgbClr val="003366"/>
                              </a:solidFill>
                              <a:latin typeface="Cambria Math" panose="02040503050406030204" pitchFamily="18" charset="0"/>
                            </a:rPr>
                            <m:t>𝑂</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d>
                                <m:dPr>
                                  <m:begChr m:val="["/>
                                  <m:endChr m:val="]"/>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1" dirty="0">
                                          <a:solidFill>
                                            <a:srgbClr val="003366"/>
                                          </a:solidFill>
                                          <a:latin typeface="Cambria Math" panose="02040503050406030204" pitchFamily="18" charset="0"/>
                                        </a:rPr>
                                        <m:t>𝑖</m:t>
                                      </m:r>
                                    </m:sub>
                                  </m:sSub>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𝑡</m:t>
                                  </m:r>
                                </m:e>
                              </m:d>
                            </m:e>
                          </m:d>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𝑂</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d>
                                <m:dPr>
                                  <m:begChr m:val="["/>
                                  <m:endChr m:val="]"/>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1" dirty="0">
                                          <a:solidFill>
                                            <a:srgbClr val="003366"/>
                                          </a:solidFill>
                                          <a:latin typeface="Cambria Math" panose="02040503050406030204" pitchFamily="18" charset="0"/>
                                        </a:rPr>
                                        <m:t>𝑖</m:t>
                                      </m:r>
                                    </m:sub>
                                  </m:sSub>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𝑡</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𝜖</m:t>
                                  </m:r>
                                </m:e>
                              </m:d>
                            </m:e>
                          </m:d>
                        </m:e>
                      </m:eqArr>
                    </m:oMath>
                  </m:oMathPara>
                </a14:m>
                <a:endParaRPr lang="en-US" sz="1600" dirty="0">
                  <a:solidFill>
                    <a:srgbClr val="003366"/>
                  </a:solidFill>
                  <a:latin typeface="Aptos Display" panose="020B0004020202020204" pitchFamily="34" charset="0"/>
                </a:endParaRPr>
              </a:p>
              <a:p>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    The predicate for the current leaf is extracted as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1" dirty="0">
                            <a:solidFill>
                              <a:srgbClr val="003366"/>
                            </a:solidFill>
                            <a:latin typeface="Cambria Math" panose="02040503050406030204" pitchFamily="18" charset="0"/>
                          </a:rPr>
                          <m:t>𝑖</m:t>
                        </m:r>
                      </m:sub>
                    </m:sSub>
                    <m:r>
                      <a:rPr lang="en-US" sz="1600" i="0" dirty="0">
                        <a:solidFill>
                          <a:srgbClr val="003366"/>
                        </a:solidFill>
                        <a:latin typeface="Cambria Math" panose="02040503050406030204" pitchFamily="18" charset="0"/>
                      </a:rPr>
                      <m:t>&gt;</m:t>
                    </m:r>
                    <m:r>
                      <a:rPr lang="en-US" sz="1600" i="1" dirty="0">
                        <a:solidFill>
                          <a:srgbClr val="003366"/>
                        </a:solidFill>
                        <a:latin typeface="Cambria Math" panose="02040503050406030204" pitchFamily="18" charset="0"/>
                      </a:rPr>
                      <m:t>𝑡</m:t>
                    </m:r>
                  </m:oMath>
                </a14:m>
                <a:r>
                  <a:rPr lang="en-US" sz="1600" dirty="0">
                    <a:solidFill>
                      <a:srgbClr val="003366"/>
                    </a:solidFill>
                    <a:latin typeface="Aptos Display" panose="020B0004020202020204" pitchFamily="34" charset="0"/>
                  </a:rPr>
                  <a:t> or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1" dirty="0">
                            <a:solidFill>
                              <a:srgbClr val="003366"/>
                            </a:solidFill>
                            <a:latin typeface="Cambria Math" panose="02040503050406030204" pitchFamily="18" charset="0"/>
                          </a:rPr>
                          <m:t>𝑖</m:t>
                        </m:r>
                      </m:sub>
                    </m:sSub>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𝑡</m:t>
                    </m:r>
                  </m:oMath>
                </a14:m>
                <a:r>
                  <a:rPr lang="en-US" sz="1600" dirty="0">
                    <a:solidFill>
                      <a:srgbClr val="003366"/>
                    </a:solidFill>
                    <a:latin typeface="Aptos Display" panose="020B0004020202020204" pitchFamily="34" charset="0"/>
                  </a:rPr>
                  <a:t>.</a:t>
                </a:r>
              </a:p>
              <a:p>
                <a:pPr marL="285750" indent="-285750">
                  <a:buFont typeface="Arial" panose="020B0604020202020204" pitchFamily="34" charset="0"/>
                  <a:buChar char="•"/>
                </a:pPr>
                <a:endParaRPr lang="en-US" sz="1600" u="sng" dirty="0">
                  <a:solidFill>
                    <a:srgbClr val="003366"/>
                  </a:solidFill>
                  <a:latin typeface="Aptos Display" panose="020B0004020202020204" pitchFamily="34" charset="0"/>
                </a:endParaRPr>
              </a:p>
              <a:p>
                <a:pPr marL="285750" indent="-285750">
                  <a:buFont typeface="Arial" panose="020B0604020202020204" pitchFamily="34" charset="0"/>
                  <a:buChar char="•"/>
                </a:pPr>
                <a:r>
                  <a:rPr lang="en-US" sz="1600" u="sng" dirty="0">
                    <a:solidFill>
                      <a:srgbClr val="003366"/>
                    </a:solidFill>
                    <a:latin typeface="Aptos Display" panose="020B0004020202020204" pitchFamily="34" charset="0"/>
                  </a:rPr>
                  <a:t>Categorical Feature Category Split:</a:t>
                </a:r>
              </a:p>
              <a:p>
                <a:r>
                  <a:rPr lang="en-US" sz="1600" dirty="0">
                    <a:solidFill>
                      <a:srgbClr val="003366"/>
                    </a:solidFill>
                    <a:latin typeface="Aptos Display" panose="020B0004020202020204" pitchFamily="34" charset="0"/>
                  </a:rPr>
                  <a:t>    For categorical feature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𝑋</m:t>
                        </m:r>
                      </m:e>
                      <m:sub>
                        <m:r>
                          <a:rPr lang="en-US" sz="1600" i="1" dirty="0">
                            <a:solidFill>
                              <a:srgbClr val="003366"/>
                            </a:solidFill>
                            <a:latin typeface="Cambria Math" panose="02040503050406030204" pitchFamily="18" charset="0"/>
                          </a:rPr>
                          <m:t>𝑖</m:t>
                        </m:r>
                      </m:sub>
                    </m:sSub>
                    <m:r>
                      <a:rPr lang="en-US" sz="1600" i="0" dirty="0">
                        <a:solidFill>
                          <a:srgbClr val="003366"/>
                        </a:solidFill>
                        <a:latin typeface="Cambria Math" panose="02040503050406030204" pitchFamily="18" charset="0"/>
                      </a:rPr>
                      <m:t>∈</m:t>
                    </m:r>
                    <m:r>
                      <a:rPr lang="en-US" sz="1600" i="0" dirty="0">
                        <a:solidFill>
                          <a:srgbClr val="003366"/>
                        </a:solidFill>
                        <a:latin typeface="Cambria Math" panose="02040503050406030204" pitchFamily="18" charset="0"/>
                      </a:rPr>
                      <m:t>𝒱</m:t>
                    </m:r>
                  </m:oMath>
                </a14:m>
                <a:r>
                  <a:rPr lang="en-US" sz="1600" dirty="0">
                    <a:solidFill>
                      <a:srgbClr val="003366"/>
                    </a:solidFill>
                    <a:latin typeface="Aptos Display" panose="020B0004020202020204" pitchFamily="34" charset="0"/>
                  </a:rPr>
                  <a:t>, the attacker varies the feature value across all categories, grouping them into:</a:t>
                </a:r>
              </a:p>
              <a:p>
                <a:r>
                  <a:rPr lang="en-US" sz="1600" dirty="0">
                    <a:solidFill>
                      <a:srgbClr val="003366"/>
                    </a:solidFill>
                    <a:latin typeface="Aptos Display" panose="020B0004020202020204" pitchFamily="34" charset="0"/>
                  </a:rPr>
                  <a:t>    </a:t>
                </a:r>
                <a:endParaRPr lang="en-US" sz="1600" i="1"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eqArr>
                        <m:eqArrPr>
                          <m:ctrlPr>
                            <a:rPr lang="en-US" sz="1600" i="1" dirty="0">
                              <a:solidFill>
                                <a:srgbClr val="003366"/>
                              </a:solidFill>
                              <a:latin typeface="Cambria Math" panose="02040503050406030204" pitchFamily="18" charset="0"/>
                            </a:rPr>
                          </m:ctrlPr>
                        </m:eqArrPr>
                        <m:e>
                          <m:r>
                            <a:rPr lang="en-US" sz="1600" i="1" dirty="0">
                              <a:solidFill>
                                <a:srgbClr val="003366"/>
                              </a:solidFill>
                              <a:latin typeface="Cambria Math" panose="02040503050406030204" pitchFamily="18" charset="0"/>
                            </a:rPr>
                            <m:t>𝑆</m:t>
                          </m:r>
                          <m:r>
                            <m:rPr>
                              <m:aln/>
                            </m:rPr>
                            <a:rPr lang="en-US" sz="1600" i="0" dirty="0">
                              <a:solidFill>
                                <a:srgbClr val="003366"/>
                              </a:solidFill>
                              <a:latin typeface="Cambria Math" panose="02040503050406030204" pitchFamily="18" charset="0"/>
                            </a:rPr>
                            <m:t>&amp;</m:t>
                          </m:r>
                          <m:r>
                            <a:rPr lang="en-US" sz="1600" i="0" dirty="0">
                              <a:solidFill>
                                <a:srgbClr val="003366"/>
                              </a:solidFill>
                              <a:latin typeface="Cambria Math" panose="02040503050406030204" pitchFamily="18" charset="0"/>
                            </a:rPr>
                            <m:t>=</m:t>
                          </m:r>
                          <m:d>
                            <m:dPr>
                              <m:begChr m:val="{"/>
                              <m:endChr m:val="}"/>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𝑣</m:t>
                              </m:r>
                              <m:r>
                                <a:rPr lang="en-US" sz="1600" i="0" dirty="0">
                                  <a:solidFill>
                                    <a:srgbClr val="003366"/>
                                  </a:solidFill>
                                  <a:latin typeface="Cambria Math" panose="02040503050406030204" pitchFamily="18" charset="0"/>
                                </a:rPr>
                                <m:t>∈</m:t>
                              </m:r>
                              <m:r>
                                <a:rPr lang="en-US" sz="1600" i="0" dirty="0">
                                  <a:solidFill>
                                    <a:srgbClr val="003366"/>
                                  </a:solidFill>
                                  <a:latin typeface="Cambria Math" panose="02040503050406030204" pitchFamily="18" charset="0"/>
                                </a:rPr>
                                <m:t>𝒱</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𝑂</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d>
                                    <m:dPr>
                                      <m:begChr m:val="["/>
                                      <m:endChr m:val="]"/>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1" dirty="0">
                                              <a:solidFill>
                                                <a:srgbClr val="003366"/>
                                              </a:solidFill>
                                              <a:latin typeface="Cambria Math" panose="02040503050406030204" pitchFamily="18" charset="0"/>
                                            </a:rPr>
                                            <m:t>𝑖</m:t>
                                          </m:r>
                                        </m:sub>
                                      </m:sSub>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𝑣</m:t>
                                      </m:r>
                                    </m:e>
                                  </m:d>
                                </m:e>
                              </m:d>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𝑖</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𝑑</m:t>
                                  </m:r>
                                </m:e>
                                <m:sub>
                                  <m:r>
                                    <a:rPr lang="en-US" sz="1600" i="1" dirty="0">
                                      <a:solidFill>
                                        <a:srgbClr val="003366"/>
                                      </a:solidFill>
                                      <a:latin typeface="Cambria Math" panose="02040503050406030204" pitchFamily="18" charset="0"/>
                                    </a:rPr>
                                    <m:t>𝑣</m:t>
                                  </m:r>
                                </m:sub>
                              </m:sSub>
                            </m:e>
                          </m:d>
                          <m:r>
                            <a:rPr lang="en-US" sz="1600" i="0" dirty="0">
                              <a:solidFill>
                                <a:srgbClr val="003366"/>
                              </a:solidFill>
                              <a:latin typeface="Cambria Math" panose="02040503050406030204" pitchFamily="18" charset="0"/>
                            </a:rPr>
                            <m:t> </m:t>
                          </m:r>
                          <m:r>
                            <m:rPr>
                              <m:nor/>
                            </m:rPr>
                            <a:rPr lang="en-US" sz="1600" i="0" dirty="0">
                              <a:solidFill>
                                <a:srgbClr val="003366"/>
                              </a:solidFill>
                              <a:latin typeface="Aptos Display" panose="020B0004020202020204" pitchFamily="34" charset="0"/>
                            </a:rPr>
                            <m:t>(</m:t>
                          </m:r>
                          <m:r>
                            <m:rPr>
                              <m:nor/>
                            </m:rPr>
                            <a:rPr lang="en-US" sz="1600" i="0" dirty="0">
                              <a:solidFill>
                                <a:srgbClr val="003366"/>
                              </a:solidFill>
                              <a:latin typeface="Aptos Display" panose="020B0004020202020204" pitchFamily="34" charset="0"/>
                            </a:rPr>
                            <m:t>belongs</m:t>
                          </m:r>
                          <m:r>
                            <m:rPr>
                              <m:nor/>
                            </m:rPr>
                            <a:rPr lang="en-US" sz="1600" i="0" dirty="0">
                              <a:solidFill>
                                <a:srgbClr val="003366"/>
                              </a:solidFill>
                              <a:latin typeface="Aptos Display" panose="020B0004020202020204" pitchFamily="34" charset="0"/>
                            </a:rPr>
                            <m:t> </m:t>
                          </m:r>
                          <m:r>
                            <m:rPr>
                              <m:nor/>
                            </m:rPr>
                            <a:rPr lang="en-US" sz="1600" i="0" dirty="0">
                              <a:solidFill>
                                <a:srgbClr val="003366"/>
                              </a:solidFill>
                              <a:latin typeface="Aptos Display" panose="020B0004020202020204" pitchFamily="34" charset="0"/>
                            </a:rPr>
                            <m:t>to</m:t>
                          </m:r>
                          <m:r>
                            <m:rPr>
                              <m:nor/>
                            </m:rPr>
                            <a:rPr lang="en-US" sz="1600" i="0" dirty="0">
                              <a:solidFill>
                                <a:srgbClr val="003366"/>
                              </a:solidFill>
                              <a:latin typeface="Aptos Display" panose="020B0004020202020204" pitchFamily="34" charset="0"/>
                            </a:rPr>
                            <m:t> </m:t>
                          </m:r>
                          <m:r>
                            <m:rPr>
                              <m:nor/>
                            </m:rPr>
                            <a:rPr lang="en-US" sz="1600" i="0" dirty="0">
                              <a:solidFill>
                                <a:srgbClr val="003366"/>
                              </a:solidFill>
                              <a:latin typeface="Aptos Display" panose="020B0004020202020204" pitchFamily="34" charset="0"/>
                            </a:rPr>
                            <m:t>current</m:t>
                          </m:r>
                          <m:r>
                            <m:rPr>
                              <m:nor/>
                            </m:rPr>
                            <a:rPr lang="en-US" sz="1600" i="0" dirty="0">
                              <a:solidFill>
                                <a:srgbClr val="003366"/>
                              </a:solidFill>
                              <a:latin typeface="Aptos Display" panose="020B0004020202020204" pitchFamily="34" charset="0"/>
                            </a:rPr>
                            <m:t> </m:t>
                          </m:r>
                          <m:r>
                            <m:rPr>
                              <m:nor/>
                            </m:rPr>
                            <a:rPr lang="en-US" sz="1600" i="0" dirty="0">
                              <a:solidFill>
                                <a:srgbClr val="003366"/>
                              </a:solidFill>
                              <a:latin typeface="Aptos Display" panose="020B0004020202020204" pitchFamily="34" charset="0"/>
                            </a:rPr>
                            <m:t>leaf</m:t>
                          </m:r>
                          <m:r>
                            <m:rPr>
                              <m:nor/>
                            </m:rPr>
                            <a:rPr lang="en-US" sz="1600" i="0" dirty="0">
                              <a:solidFill>
                                <a:srgbClr val="003366"/>
                              </a:solidFill>
                              <a:latin typeface="Aptos Display" panose="020B0004020202020204" pitchFamily="34" charset="0"/>
                            </a:rPr>
                            <m:t>)</m:t>
                          </m:r>
                        </m:e>
                        <m:e>
                          <m:r>
                            <a:rPr lang="en-US" sz="1600" i="1" dirty="0">
                              <a:solidFill>
                                <a:srgbClr val="003366"/>
                              </a:solidFill>
                              <a:latin typeface="Cambria Math" panose="02040503050406030204" pitchFamily="18" charset="0"/>
                            </a:rPr>
                            <m:t>𝑉</m:t>
                          </m:r>
                          <m:r>
                            <m:rPr>
                              <m:aln/>
                            </m:rPr>
                            <a:rPr lang="en-US" sz="1600" i="0" dirty="0">
                              <a:solidFill>
                                <a:srgbClr val="003366"/>
                              </a:solidFill>
                              <a:latin typeface="Cambria Math" panose="02040503050406030204" pitchFamily="18" charset="0"/>
                            </a:rPr>
                            <m:t>&amp;</m:t>
                          </m:r>
                          <m:r>
                            <a:rPr lang="en-US" sz="1600" i="0" dirty="0">
                              <a:solidFill>
                                <a:srgbClr val="003366"/>
                              </a:solidFill>
                              <a:latin typeface="Cambria Math" panose="02040503050406030204" pitchFamily="18" charset="0"/>
                            </a:rPr>
                            <m:t>=</m:t>
                          </m:r>
                          <m:d>
                            <m:dPr>
                              <m:begChr m:val="{"/>
                              <m:endChr m:val="}"/>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𝑣</m:t>
                              </m:r>
                              <m:r>
                                <a:rPr lang="en-US" sz="1600" i="0" dirty="0">
                                  <a:solidFill>
                                    <a:srgbClr val="003366"/>
                                  </a:solidFill>
                                  <a:latin typeface="Cambria Math" panose="02040503050406030204" pitchFamily="18" charset="0"/>
                                </a:rPr>
                                <m:t>∈</m:t>
                              </m:r>
                              <m:r>
                                <a:rPr lang="en-US" sz="1600" i="0" dirty="0">
                                  <a:solidFill>
                                    <a:srgbClr val="003366"/>
                                  </a:solidFill>
                                  <a:latin typeface="Cambria Math" panose="02040503050406030204" pitchFamily="18" charset="0"/>
                                </a:rPr>
                                <m:t>𝒱</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𝑂</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d>
                                    <m:dPr>
                                      <m:begChr m:val="["/>
                                      <m:endChr m:val="]"/>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1" dirty="0">
                                              <a:solidFill>
                                                <a:srgbClr val="003366"/>
                                              </a:solidFill>
                                              <a:latin typeface="Cambria Math" panose="02040503050406030204" pitchFamily="18" charset="0"/>
                                            </a:rPr>
                                            <m:t>𝑖</m:t>
                                          </m:r>
                                        </m:sub>
                                      </m:sSub>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𝑣</m:t>
                                      </m:r>
                                    </m:e>
                                  </m:d>
                                </m:e>
                              </m:d>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𝑖</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𝑑</m:t>
                                  </m:r>
                                </m:e>
                                <m:sub>
                                  <m:r>
                                    <a:rPr lang="en-US" sz="1600" i="1" dirty="0">
                                      <a:solidFill>
                                        <a:srgbClr val="003366"/>
                                      </a:solidFill>
                                      <a:latin typeface="Cambria Math" panose="02040503050406030204" pitchFamily="18" charset="0"/>
                                    </a:rPr>
                                    <m:t>𝑣</m:t>
                                  </m:r>
                                </m:sub>
                              </m:sSub>
                            </m:e>
                          </m:d>
                          <m:r>
                            <a:rPr lang="en-US" sz="1600" i="0" dirty="0">
                              <a:solidFill>
                                <a:srgbClr val="003366"/>
                              </a:solidFill>
                              <a:latin typeface="Cambria Math" panose="02040503050406030204" pitchFamily="18" charset="0"/>
                            </a:rPr>
                            <m:t> </m:t>
                          </m:r>
                          <m:r>
                            <m:rPr>
                              <m:nor/>
                            </m:rPr>
                            <a:rPr lang="en-US" sz="1600" i="0" dirty="0">
                              <a:solidFill>
                                <a:srgbClr val="003366"/>
                              </a:solidFill>
                              <a:latin typeface="Aptos Display" panose="020B0004020202020204" pitchFamily="34" charset="0"/>
                            </a:rPr>
                            <m:t>(</m:t>
                          </m:r>
                          <m:r>
                            <m:rPr>
                              <m:nor/>
                            </m:rPr>
                            <a:rPr lang="en-US" sz="1600" i="0" dirty="0">
                              <a:solidFill>
                                <a:srgbClr val="003366"/>
                              </a:solidFill>
                              <a:latin typeface="Aptos Display" panose="020B0004020202020204" pitchFamily="34" charset="0"/>
                            </a:rPr>
                            <m:t>leads</m:t>
                          </m:r>
                          <m:r>
                            <m:rPr>
                              <m:nor/>
                            </m:rPr>
                            <a:rPr lang="en-US" sz="1600" i="0" dirty="0">
                              <a:solidFill>
                                <a:srgbClr val="003366"/>
                              </a:solidFill>
                              <a:latin typeface="Aptos Display" panose="020B0004020202020204" pitchFamily="34" charset="0"/>
                            </a:rPr>
                            <m:t> </m:t>
                          </m:r>
                          <m:r>
                            <m:rPr>
                              <m:nor/>
                            </m:rPr>
                            <a:rPr lang="en-US" sz="1600" i="0" dirty="0">
                              <a:solidFill>
                                <a:srgbClr val="003366"/>
                              </a:solidFill>
                              <a:latin typeface="Aptos Display" panose="020B0004020202020204" pitchFamily="34" charset="0"/>
                            </a:rPr>
                            <m:t>to</m:t>
                          </m:r>
                          <m:r>
                            <m:rPr>
                              <m:nor/>
                            </m:rPr>
                            <a:rPr lang="en-US" sz="1600" i="0" dirty="0">
                              <a:solidFill>
                                <a:srgbClr val="003366"/>
                              </a:solidFill>
                              <a:latin typeface="Aptos Display" panose="020B0004020202020204" pitchFamily="34" charset="0"/>
                            </a:rPr>
                            <m:t> </m:t>
                          </m:r>
                          <m:r>
                            <m:rPr>
                              <m:nor/>
                            </m:rPr>
                            <a:rPr lang="en-US" sz="1600" i="0" dirty="0">
                              <a:solidFill>
                                <a:srgbClr val="003366"/>
                              </a:solidFill>
                              <a:latin typeface="Aptos Display" panose="020B0004020202020204" pitchFamily="34" charset="0"/>
                            </a:rPr>
                            <m:t>unvisited</m:t>
                          </m:r>
                          <m:r>
                            <m:rPr>
                              <m:nor/>
                            </m:rPr>
                            <a:rPr lang="en-US" sz="1600" i="0" dirty="0">
                              <a:solidFill>
                                <a:srgbClr val="003366"/>
                              </a:solidFill>
                              <a:latin typeface="Aptos Display" panose="020B0004020202020204" pitchFamily="34" charset="0"/>
                            </a:rPr>
                            <m:t> </m:t>
                          </m:r>
                          <m:r>
                            <m:rPr>
                              <m:nor/>
                            </m:rPr>
                            <a:rPr lang="en-US" sz="1600" i="0" dirty="0">
                              <a:solidFill>
                                <a:srgbClr val="003366"/>
                              </a:solidFill>
                              <a:latin typeface="Aptos Display" panose="020B0004020202020204" pitchFamily="34" charset="0"/>
                            </a:rPr>
                            <m:t>leaves</m:t>
                          </m:r>
                          <m:r>
                            <m:rPr>
                              <m:nor/>
                            </m:rPr>
                            <a:rPr lang="en-US" sz="1600" i="0" dirty="0">
                              <a:solidFill>
                                <a:srgbClr val="003366"/>
                              </a:solidFill>
                              <a:latin typeface="Aptos Display" panose="020B0004020202020204" pitchFamily="34" charset="0"/>
                            </a:rPr>
                            <m:t>)</m:t>
                          </m:r>
                        </m:e>
                      </m:eqArr>
                    </m:oMath>
                  </m:oMathPara>
                </a14:m>
                <a:endParaRPr lang="en-US" sz="1600" dirty="0">
                  <a:solidFill>
                    <a:srgbClr val="003366"/>
                  </a:solidFill>
                  <a:latin typeface="Aptos Display" panose="020B0004020202020204" pitchFamily="34" charset="0"/>
                </a:endParaRPr>
              </a:p>
            </p:txBody>
          </p:sp>
        </mc:Choice>
        <mc:Fallback xmlns="">
          <p:sp>
            <p:nvSpPr>
              <p:cNvPr id="6" name="TextBox 5">
                <a:extLst>
                  <a:ext uri="{FF2B5EF4-FFF2-40B4-BE49-F238E27FC236}">
                    <a16:creationId xmlns:a16="http://schemas.microsoft.com/office/drawing/2014/main" id="{9192F3AE-EC87-DB9B-7569-94D1F0E62752}"/>
                  </a:ext>
                </a:extLst>
              </p:cNvPr>
              <p:cNvSpPr txBox="1">
                <a:spLocks noRot="1" noChangeAspect="1" noMove="1" noResize="1" noEditPoints="1" noAdjustHandles="1" noChangeArrowheads="1" noChangeShapeType="1" noTextEdit="1"/>
              </p:cNvSpPr>
              <p:nvPr/>
            </p:nvSpPr>
            <p:spPr>
              <a:xfrm>
                <a:off x="283256" y="936644"/>
                <a:ext cx="8537216" cy="5634812"/>
              </a:xfrm>
              <a:prstGeom prst="rect">
                <a:avLst/>
              </a:prstGeom>
              <a:blipFill>
                <a:blip r:embed="rId2"/>
                <a:stretch>
                  <a:fillRect l="-446" t="-225" b="-225"/>
                </a:stretch>
              </a:blipFill>
            </p:spPr>
            <p:txBody>
              <a:bodyPr/>
              <a:lstStyle/>
              <a:p>
                <a:r>
                  <a:rPr lang="en-US">
                    <a:noFill/>
                  </a:rPr>
                  <a:t> </a:t>
                </a:r>
              </a:p>
            </p:txBody>
          </p:sp>
        </mc:Fallback>
      </mc:AlternateContent>
      <p:sp>
        <p:nvSpPr>
          <p:cNvPr id="7" name="Slide Number Placeholder 6">
            <a:extLst>
              <a:ext uri="{FF2B5EF4-FFF2-40B4-BE49-F238E27FC236}">
                <a16:creationId xmlns:a16="http://schemas.microsoft.com/office/drawing/2014/main" id="{FAE286B6-0ED1-62B2-D257-930665CDCA82}"/>
              </a:ext>
            </a:extLst>
          </p:cNvPr>
          <p:cNvSpPr>
            <a:spLocks noGrp="1"/>
          </p:cNvSpPr>
          <p:nvPr>
            <p:ph type="sldNum" sz="quarter" idx="10"/>
          </p:nvPr>
        </p:nvSpPr>
        <p:spPr/>
        <p:txBody>
          <a:bodyPr/>
          <a:lstStyle/>
          <a:p>
            <a:pPr>
              <a:defRPr/>
            </a:pPr>
            <a:fld id="{FE5AEF74-5102-4921-8DBA-649C609AF6D1}" type="slidenum">
              <a:rPr lang="it-IT" smtClean="0"/>
              <a:pPr>
                <a:defRPr/>
              </a:pPr>
              <a:t>47</a:t>
            </a:fld>
            <a:endParaRPr lang="it-IT"/>
          </a:p>
        </p:txBody>
      </p:sp>
      <p:sp>
        <p:nvSpPr>
          <p:cNvPr id="3" name="Round Diagonal Corner Rectangle 2">
            <a:extLst>
              <a:ext uri="{FF2B5EF4-FFF2-40B4-BE49-F238E27FC236}">
                <a16:creationId xmlns:a16="http://schemas.microsoft.com/office/drawing/2014/main" id="{64772D3F-474A-F6C0-FF9A-3FA50887324C}"/>
              </a:ext>
            </a:extLst>
          </p:cNvPr>
          <p:cNvSpPr/>
          <p:nvPr/>
        </p:nvSpPr>
        <p:spPr>
          <a:xfrm>
            <a:off x="231384" y="2708920"/>
            <a:ext cx="8640960" cy="2044134"/>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Round Diagonal Corner Rectangle 3">
            <a:extLst>
              <a:ext uri="{FF2B5EF4-FFF2-40B4-BE49-F238E27FC236}">
                <a16:creationId xmlns:a16="http://schemas.microsoft.com/office/drawing/2014/main" id="{AA7C003B-E799-7D71-9E60-0763710B84BF}"/>
              </a:ext>
            </a:extLst>
          </p:cNvPr>
          <p:cNvSpPr/>
          <p:nvPr/>
        </p:nvSpPr>
        <p:spPr>
          <a:xfrm>
            <a:off x="231384" y="4869160"/>
            <a:ext cx="8640960" cy="1628260"/>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3515526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95413-6D0C-2470-E21F-F60FFDD149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BC41DE-896E-1688-F210-083F74B5C97F}"/>
              </a:ext>
            </a:extLst>
          </p:cNvPr>
          <p:cNvSpPr>
            <a:spLocks noGrp="1"/>
          </p:cNvSpPr>
          <p:nvPr>
            <p:ph type="title"/>
          </p:nvPr>
        </p:nvSpPr>
        <p:spPr>
          <a:xfrm>
            <a:off x="719138" y="286544"/>
            <a:ext cx="5365030" cy="838200"/>
          </a:xfrm>
        </p:spPr>
        <p:txBody>
          <a:bodyPr/>
          <a:lstStyle/>
          <a:p>
            <a:r>
              <a:rPr lang="en-CA" sz="2800" i="1" dirty="0">
                <a:latin typeface="Cambria"/>
              </a:rPr>
              <a:t>B</a:t>
            </a:r>
            <a:r>
              <a:rPr lang="en-CA" sz="2600" i="1" dirty="0">
                <a:latin typeface="Cambria"/>
              </a:rPr>
              <a:t>ONUS:</a:t>
            </a:r>
            <a:r>
              <a:rPr lang="en-CA" sz="2800" i="1" dirty="0">
                <a:latin typeface="Cambria"/>
              </a:rPr>
              <a:t>S</a:t>
            </a:r>
            <a:r>
              <a:rPr lang="en-CA" sz="2600" i="1" dirty="0">
                <a:latin typeface="Cambria"/>
              </a:rPr>
              <a:t>TEALING </a:t>
            </a:r>
            <a:r>
              <a:rPr lang="en-CA" sz="2800" i="1" dirty="0">
                <a:latin typeface="Cambria"/>
              </a:rPr>
              <a:t>D</a:t>
            </a:r>
            <a:r>
              <a:rPr lang="en-CA" sz="2600" i="1" dirty="0">
                <a:latin typeface="Cambria"/>
              </a:rPr>
              <a:t>ECISION </a:t>
            </a:r>
            <a:r>
              <a:rPr lang="en-CA" sz="2800" i="1" dirty="0">
                <a:latin typeface="Cambria"/>
              </a:rPr>
              <a:t>T</a:t>
            </a:r>
            <a:r>
              <a:rPr lang="en-CA" sz="2600" i="1" dirty="0">
                <a:latin typeface="Cambria"/>
              </a:rPr>
              <a:t>REES</a:t>
            </a:r>
            <a:endParaRPr sz="2600" dirty="0">
              <a:latin typeface="Cambria"/>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9FDF312-DD81-32F2-D506-294031AE0669}"/>
                  </a:ext>
                </a:extLst>
              </p:cNvPr>
              <p:cNvSpPr txBox="1"/>
              <p:nvPr/>
            </p:nvSpPr>
            <p:spPr>
              <a:xfrm>
                <a:off x="719138" y="1196752"/>
                <a:ext cx="7597278" cy="4865756"/>
              </a:xfrm>
              <a:prstGeom prst="rect">
                <a:avLst/>
              </a:prstGeom>
              <a:noFill/>
            </p:spPr>
            <p:txBody>
              <a:bodyPr wrap="square">
                <a:spAutoFit/>
              </a:bodyPr>
              <a:lstStyle/>
              <a:p>
                <a:r>
                  <a:rPr lang="en-US" dirty="0">
                    <a:solidFill>
                      <a:srgbClr val="003366"/>
                    </a:solidFill>
                    <a:latin typeface="Aptos Display" panose="020B0004020202020204" pitchFamily="34" charset="0"/>
                  </a:rPr>
                  <a:t>Consider a target decision tree classifying samples using two features: a continuous feature </a:t>
                </a:r>
                <a14:m>
                  <m:oMath xmlns:m="http://schemas.openxmlformats.org/officeDocument/2006/math">
                    <m:r>
                      <m:rPr>
                        <m:nor/>
                      </m:rPr>
                      <a:rPr lang="en-US" i="0" dirty="0" smtClean="0">
                        <a:solidFill>
                          <a:srgbClr val="003366"/>
                        </a:solidFill>
                        <a:latin typeface="Aptos Display" panose="020B0004020202020204" pitchFamily="34" charset="0"/>
                      </a:rPr>
                      <m:t>Size</m:t>
                    </m:r>
                    <m:r>
                      <a:rPr lang="en-US" i="0" dirty="0">
                        <a:solidFill>
                          <a:srgbClr val="003366"/>
                        </a:solidFill>
                        <a:latin typeface="Cambria Math" panose="02040503050406030204" pitchFamily="18" charset="0"/>
                      </a:rPr>
                      <m:t>∈</m:t>
                    </m:r>
                    <m:d>
                      <m:dPr>
                        <m:begChr m:val="["/>
                        <m:endChr m:val="]"/>
                        <m:ctrlPr>
                          <a:rPr lang="en-US" i="1" dirty="0">
                            <a:solidFill>
                              <a:srgbClr val="003366"/>
                            </a:solidFill>
                            <a:latin typeface="Cambria Math" panose="02040503050406030204" pitchFamily="18" charset="0"/>
                          </a:rPr>
                        </m:ctrlPr>
                      </m:dPr>
                      <m:e>
                        <m:r>
                          <a:rPr lang="en-US" i="0" dirty="0">
                            <a:solidFill>
                              <a:srgbClr val="003366"/>
                            </a:solidFill>
                            <a:latin typeface="Cambria Math" panose="02040503050406030204" pitchFamily="18" charset="0"/>
                          </a:rPr>
                          <m:t>0,100</m:t>
                        </m:r>
                      </m:e>
                    </m:d>
                  </m:oMath>
                </a14:m>
                <a:r>
                  <a:rPr lang="en-US" dirty="0">
                    <a:solidFill>
                      <a:srgbClr val="003366"/>
                    </a:solidFill>
                    <a:latin typeface="Aptos Display" panose="020B0004020202020204" pitchFamily="34" charset="0"/>
                  </a:rPr>
                  <a:t> and a categorical feature </a:t>
                </a:r>
                <a14:m>
                  <m:oMath xmlns:m="http://schemas.openxmlformats.org/officeDocument/2006/math">
                    <m:r>
                      <m:rPr>
                        <m:nor/>
                      </m:rPr>
                      <a:rPr lang="en-US" i="0" dirty="0" smtClean="0">
                        <a:solidFill>
                          <a:srgbClr val="003366"/>
                        </a:solidFill>
                        <a:latin typeface="Aptos Display" panose="020B0004020202020204" pitchFamily="34" charset="0"/>
                      </a:rPr>
                      <m:t>Color</m:t>
                    </m:r>
                    <m:r>
                      <a:rPr lang="en-US" i="0" dirty="0">
                        <a:solidFill>
                          <a:srgbClr val="003366"/>
                        </a:solidFill>
                        <a:latin typeface="Cambria Math" panose="02040503050406030204" pitchFamily="18" charset="0"/>
                      </a:rPr>
                      <m:t>∈</m:t>
                    </m:r>
                    <m:d>
                      <m:dPr>
                        <m:begChr m:val="{"/>
                        <m:endChr m:val="}"/>
                        <m:ctrlPr>
                          <a:rPr lang="en-US" i="1" dirty="0">
                            <a:solidFill>
                              <a:srgbClr val="003366"/>
                            </a:solidFill>
                            <a:latin typeface="Cambria Math" panose="02040503050406030204" pitchFamily="18" charset="0"/>
                          </a:rPr>
                        </m:ctrlPr>
                      </m:dPr>
                      <m:e>
                        <m:r>
                          <m:rPr>
                            <m:nor/>
                          </m:rPr>
                          <a:rPr lang="en-US" i="0" dirty="0">
                            <a:solidFill>
                              <a:srgbClr val="003366"/>
                            </a:solidFill>
                            <a:latin typeface="Aptos Display" panose="020B0004020202020204" pitchFamily="34" charset="0"/>
                          </a:rPr>
                          <m:t>Red</m:t>
                        </m:r>
                        <m:r>
                          <a:rPr lang="en-US" i="0" dirty="0">
                            <a:solidFill>
                              <a:srgbClr val="003366"/>
                            </a:solidFill>
                            <a:latin typeface="Cambria Math" panose="02040503050406030204" pitchFamily="18" charset="0"/>
                          </a:rPr>
                          <m:t>,</m:t>
                        </m:r>
                        <m:r>
                          <m:rPr>
                            <m:nor/>
                          </m:rPr>
                          <a:rPr lang="en-US" i="0" dirty="0">
                            <a:solidFill>
                              <a:srgbClr val="003366"/>
                            </a:solidFill>
                            <a:latin typeface="Aptos Display" panose="020B0004020202020204" pitchFamily="34" charset="0"/>
                          </a:rPr>
                          <m:t>Blue</m:t>
                        </m:r>
                      </m:e>
                    </m:d>
                  </m:oMath>
                </a14:m>
                <a:r>
                  <a:rPr lang="en-US" dirty="0">
                    <a:solidFill>
                      <a:srgbClr val="003366"/>
                    </a:solidFill>
                    <a:latin typeface="Aptos Display" panose="020B0004020202020204" pitchFamily="34" charset="0"/>
                  </a:rPr>
                  <a:t>. Suppose the hidden target tree is structured as:</a:t>
                </a:r>
              </a:p>
              <a:p>
                <a:endParaRPr lang="en-US" dirty="0">
                  <a:solidFill>
                    <a:srgbClr val="003366"/>
                  </a:solidFill>
                  <a:latin typeface="Aptos Display" panose="020B0004020202020204" pitchFamily="34" charset="0"/>
                </a:endParaRPr>
              </a:p>
              <a:p>
                <a:r>
                  <a:rPr lang="en-US" dirty="0">
                    <a:solidFill>
                      <a:srgbClr val="003366"/>
                    </a:solidFill>
                    <a:latin typeface="Aptos Display" panose="020B0004020202020204" pitchFamily="34" charset="0"/>
                  </a:rPr>
                  <a:t>Split 1: </a:t>
                </a:r>
                <a14:m>
                  <m:oMath xmlns:m="http://schemas.openxmlformats.org/officeDocument/2006/math">
                    <m:r>
                      <m:rPr>
                        <m:nor/>
                      </m:rPr>
                      <a:rPr lang="en-US" i="0" dirty="0" smtClean="0">
                        <a:solidFill>
                          <a:srgbClr val="003366"/>
                        </a:solidFill>
                        <a:latin typeface="Aptos Display" panose="020B0004020202020204" pitchFamily="34" charset="0"/>
                      </a:rPr>
                      <m:t>Size</m:t>
                    </m:r>
                    <m:r>
                      <a:rPr lang="en-US" i="0" dirty="0">
                        <a:solidFill>
                          <a:srgbClr val="003366"/>
                        </a:solidFill>
                        <a:latin typeface="Cambria Math" panose="02040503050406030204" pitchFamily="18" charset="0"/>
                      </a:rPr>
                      <m:t>≤40⟹</m:t>
                    </m:r>
                    <m:r>
                      <m:rPr>
                        <m:nor/>
                      </m:rPr>
                      <a:rPr lang="en-US" i="0" dirty="0">
                        <a:solidFill>
                          <a:srgbClr val="003366"/>
                        </a:solidFill>
                        <a:latin typeface="Aptos Display" panose="020B0004020202020204" pitchFamily="34" charset="0"/>
                      </a:rPr>
                      <m:t>Leaf</m:t>
                    </m:r>
                    <m:r>
                      <m:rPr>
                        <m:nor/>
                      </m:rPr>
                      <a:rPr lang="en-US" i="0" dirty="0">
                        <a:solidFill>
                          <a:srgbClr val="003366"/>
                        </a:solidFill>
                        <a:latin typeface="Aptos Display" panose="020B0004020202020204" pitchFamily="34" charset="0"/>
                      </a:rPr>
                      <m:t> 1</m:t>
                    </m:r>
                  </m:oMath>
                </a14:m>
                <a:r>
                  <a:rPr lang="en-US" dirty="0">
                    <a:solidFill>
                      <a:srgbClr val="003366"/>
                    </a:solidFill>
                    <a:latin typeface="Aptos Display" panose="020B0004020202020204" pitchFamily="34" charset="0"/>
                  </a:rPr>
                  <a:t> (confidence = 0.95)</a:t>
                </a:r>
              </a:p>
              <a:p>
                <a:r>
                  <a:rPr lang="en-US" dirty="0">
                    <a:solidFill>
                      <a:srgbClr val="003366"/>
                    </a:solidFill>
                    <a:latin typeface="Aptos Display" panose="020B0004020202020204" pitchFamily="34" charset="0"/>
                  </a:rPr>
                  <a:t>Split 2: </a:t>
                </a:r>
                <a14:m>
                  <m:oMath xmlns:m="http://schemas.openxmlformats.org/officeDocument/2006/math">
                    <m:r>
                      <m:rPr>
                        <m:nor/>
                      </m:rPr>
                      <a:rPr lang="en-US" i="0" dirty="0" smtClean="0">
                        <a:solidFill>
                          <a:srgbClr val="003366"/>
                        </a:solidFill>
                        <a:latin typeface="Aptos Display" panose="020B0004020202020204" pitchFamily="34" charset="0"/>
                      </a:rPr>
                      <m:t>Size</m:t>
                    </m:r>
                    <m:r>
                      <a:rPr lang="en-US" i="0" dirty="0">
                        <a:solidFill>
                          <a:srgbClr val="003366"/>
                        </a:solidFill>
                        <a:latin typeface="Cambria Math" panose="02040503050406030204" pitchFamily="18" charset="0"/>
                      </a:rPr>
                      <m:t>&gt;40</m:t>
                    </m:r>
                  </m:oMath>
                </a14:m>
                <a:r>
                  <a:rPr lang="en-US" dirty="0">
                    <a:solidFill>
                      <a:srgbClr val="003366"/>
                    </a:solidFill>
                    <a:latin typeface="Aptos Display" panose="020B0004020202020204" pitchFamily="34" charset="0"/>
                  </a:rPr>
                  <a:t> and </a:t>
                </a:r>
                <a14:m>
                  <m:oMath xmlns:m="http://schemas.openxmlformats.org/officeDocument/2006/math">
                    <m:r>
                      <m:rPr>
                        <m:nor/>
                      </m:rPr>
                      <a:rPr lang="en-US" i="0" dirty="0" smtClean="0">
                        <a:solidFill>
                          <a:srgbClr val="003366"/>
                        </a:solidFill>
                        <a:latin typeface="Aptos Display" panose="020B0004020202020204" pitchFamily="34" charset="0"/>
                      </a:rPr>
                      <m:t>Color</m:t>
                    </m:r>
                    <m:r>
                      <a:rPr lang="en-US" i="0" dirty="0">
                        <a:solidFill>
                          <a:srgbClr val="003366"/>
                        </a:solidFill>
                        <a:latin typeface="Cambria Math" panose="02040503050406030204" pitchFamily="18" charset="0"/>
                      </a:rPr>
                      <m:t>=</m:t>
                    </m:r>
                    <m:r>
                      <m:rPr>
                        <m:nor/>
                      </m:rPr>
                      <a:rPr lang="en-US" i="0" dirty="0">
                        <a:solidFill>
                          <a:srgbClr val="003366"/>
                        </a:solidFill>
                        <a:latin typeface="Aptos Display" panose="020B0004020202020204" pitchFamily="34" charset="0"/>
                      </a:rPr>
                      <m:t>Red</m:t>
                    </m:r>
                    <m:r>
                      <a:rPr lang="en-US" i="0" dirty="0">
                        <a:solidFill>
                          <a:srgbClr val="003366"/>
                        </a:solidFill>
                        <a:latin typeface="Cambria Math" panose="02040503050406030204" pitchFamily="18" charset="0"/>
                      </a:rPr>
                      <m:t>⟹</m:t>
                    </m:r>
                    <m:r>
                      <m:rPr>
                        <m:nor/>
                      </m:rPr>
                      <a:rPr lang="en-US" i="0" dirty="0">
                        <a:solidFill>
                          <a:srgbClr val="003366"/>
                        </a:solidFill>
                        <a:latin typeface="Aptos Display" panose="020B0004020202020204" pitchFamily="34" charset="0"/>
                      </a:rPr>
                      <m:t>Leaf</m:t>
                    </m:r>
                    <m:r>
                      <m:rPr>
                        <m:nor/>
                      </m:rPr>
                      <a:rPr lang="en-US" i="0" dirty="0">
                        <a:solidFill>
                          <a:srgbClr val="003366"/>
                        </a:solidFill>
                        <a:latin typeface="Aptos Display" panose="020B0004020202020204" pitchFamily="34" charset="0"/>
                      </a:rPr>
                      <m:t> 2</m:t>
                    </m:r>
                  </m:oMath>
                </a14:m>
                <a:r>
                  <a:rPr lang="en-US" dirty="0">
                    <a:solidFill>
                      <a:srgbClr val="003366"/>
                    </a:solidFill>
                    <a:latin typeface="Aptos Display" panose="020B0004020202020204" pitchFamily="34" charset="0"/>
                  </a:rPr>
                  <a:t> (confidence = 0.85)</a:t>
                </a:r>
              </a:p>
              <a:p>
                <a:r>
                  <a:rPr lang="en-US" dirty="0">
                    <a:solidFill>
                      <a:srgbClr val="003366"/>
                    </a:solidFill>
                    <a:latin typeface="Aptos Display" panose="020B0004020202020204" pitchFamily="34" charset="0"/>
                  </a:rPr>
                  <a:t>Split 3: </a:t>
                </a:r>
                <a14:m>
                  <m:oMath xmlns:m="http://schemas.openxmlformats.org/officeDocument/2006/math">
                    <m:r>
                      <m:rPr>
                        <m:nor/>
                      </m:rPr>
                      <a:rPr lang="en-US" i="0" dirty="0" smtClean="0">
                        <a:solidFill>
                          <a:srgbClr val="003366"/>
                        </a:solidFill>
                        <a:latin typeface="Aptos Display" panose="020B0004020202020204" pitchFamily="34" charset="0"/>
                      </a:rPr>
                      <m:t>Size</m:t>
                    </m:r>
                    <m:r>
                      <a:rPr lang="en-US" i="0" dirty="0">
                        <a:solidFill>
                          <a:srgbClr val="003366"/>
                        </a:solidFill>
                        <a:latin typeface="Cambria Math" panose="02040503050406030204" pitchFamily="18" charset="0"/>
                      </a:rPr>
                      <m:t>&gt;40</m:t>
                    </m:r>
                  </m:oMath>
                </a14:m>
                <a:r>
                  <a:rPr lang="en-US" dirty="0">
                    <a:solidFill>
                      <a:srgbClr val="003366"/>
                    </a:solidFill>
                    <a:latin typeface="Aptos Display" panose="020B0004020202020204" pitchFamily="34" charset="0"/>
                  </a:rPr>
                  <a:t> and </a:t>
                </a:r>
                <a14:m>
                  <m:oMath xmlns:m="http://schemas.openxmlformats.org/officeDocument/2006/math">
                    <m:r>
                      <m:rPr>
                        <m:nor/>
                      </m:rPr>
                      <a:rPr lang="en-US" i="0" dirty="0" smtClean="0">
                        <a:solidFill>
                          <a:srgbClr val="003366"/>
                        </a:solidFill>
                        <a:latin typeface="Aptos Display" panose="020B0004020202020204" pitchFamily="34" charset="0"/>
                      </a:rPr>
                      <m:t>Color</m:t>
                    </m:r>
                    <m:r>
                      <a:rPr lang="en-US" i="0" dirty="0">
                        <a:solidFill>
                          <a:srgbClr val="003366"/>
                        </a:solidFill>
                        <a:latin typeface="Cambria Math" panose="02040503050406030204" pitchFamily="18" charset="0"/>
                      </a:rPr>
                      <m:t>=</m:t>
                    </m:r>
                    <m:r>
                      <m:rPr>
                        <m:nor/>
                      </m:rPr>
                      <a:rPr lang="en-US" i="0" dirty="0">
                        <a:solidFill>
                          <a:srgbClr val="003366"/>
                        </a:solidFill>
                        <a:latin typeface="Aptos Display" panose="020B0004020202020204" pitchFamily="34" charset="0"/>
                      </a:rPr>
                      <m:t>Blue</m:t>
                    </m:r>
                    <m:r>
                      <a:rPr lang="en-US" i="0" dirty="0">
                        <a:solidFill>
                          <a:srgbClr val="003366"/>
                        </a:solidFill>
                        <a:latin typeface="Cambria Math" panose="02040503050406030204" pitchFamily="18" charset="0"/>
                      </a:rPr>
                      <m:t>⟹</m:t>
                    </m:r>
                    <m:r>
                      <m:rPr>
                        <m:nor/>
                      </m:rPr>
                      <a:rPr lang="en-US" i="0" dirty="0">
                        <a:solidFill>
                          <a:srgbClr val="003366"/>
                        </a:solidFill>
                        <a:latin typeface="Aptos Display" panose="020B0004020202020204" pitchFamily="34" charset="0"/>
                      </a:rPr>
                      <m:t>Leaf</m:t>
                    </m:r>
                    <m:r>
                      <m:rPr>
                        <m:nor/>
                      </m:rPr>
                      <a:rPr lang="en-US" i="0" dirty="0">
                        <a:solidFill>
                          <a:srgbClr val="003366"/>
                        </a:solidFill>
                        <a:latin typeface="Aptos Display" panose="020B0004020202020204" pitchFamily="34" charset="0"/>
                      </a:rPr>
                      <m:t> 3</m:t>
                    </m:r>
                  </m:oMath>
                </a14:m>
                <a:r>
                  <a:rPr lang="en-US" dirty="0">
                    <a:solidFill>
                      <a:srgbClr val="003366"/>
                    </a:solidFill>
                    <a:latin typeface="Aptos Display" panose="020B0004020202020204" pitchFamily="34" charset="0"/>
                  </a:rPr>
                  <a:t> (confidence = 0.75)</a:t>
                </a:r>
              </a:p>
              <a:p>
                <a:endParaRPr lang="en-US" dirty="0">
                  <a:solidFill>
                    <a:srgbClr val="003366"/>
                  </a:solidFill>
                  <a:latin typeface="Aptos Display" panose="020B0004020202020204" pitchFamily="34" charset="0"/>
                </a:endParaRPr>
              </a:p>
              <a:p>
                <a:r>
                  <a:rPr lang="en-US" dirty="0">
                    <a:solidFill>
                      <a:srgbClr val="003366"/>
                    </a:solidFill>
                    <a:latin typeface="Aptos Display" panose="020B0004020202020204" pitchFamily="34" charset="0"/>
                  </a:rPr>
                  <a:t>The extraction progresses as follows:</a:t>
                </a:r>
              </a:p>
              <a:p>
                <a:endParaRPr lang="en-US" dirty="0">
                  <a:solidFill>
                    <a:srgbClr val="003366"/>
                  </a:solidFill>
                  <a:latin typeface="Aptos Display" panose="020B0004020202020204" pitchFamily="34" charset="0"/>
                </a:endParaRPr>
              </a:p>
              <a:p>
                <a:r>
                  <a:rPr lang="en-US" u="sng" dirty="0">
                    <a:solidFill>
                      <a:srgbClr val="003366"/>
                    </a:solidFill>
                    <a:latin typeface="Aptos Display" panose="020B0004020202020204" pitchFamily="34" charset="0"/>
                  </a:rPr>
                  <a:t>Step 1: Initialize Seed Query:</a:t>
                </a:r>
              </a:p>
              <a:p>
                <a:endParaRPr lang="en-US" dirty="0">
                  <a:solidFill>
                    <a:srgbClr val="003366"/>
                  </a:solidFill>
                  <a:latin typeface="Aptos Display" panose="020B0004020202020204" pitchFamily="34" charset="0"/>
                </a:endParaRPr>
              </a:p>
              <a:p>
                <a:r>
                  <a:rPr lang="en-US" dirty="0">
                    <a:solidFill>
                      <a:srgbClr val="003366"/>
                    </a:solidFill>
                    <a:latin typeface="Aptos Display" panose="020B0004020202020204" pitchFamily="34" charset="0"/>
                  </a:rPr>
                  <a:t>    The attacker starts with a random query </a:t>
                </a:r>
                <a14:m>
                  <m:oMath xmlns:m="http://schemas.openxmlformats.org/officeDocument/2006/math">
                    <m:sSup>
                      <m:sSupPr>
                        <m:ctrlPr>
                          <a:rPr lang="en-US" i="1" dirty="0" smtClean="0">
                            <a:solidFill>
                              <a:srgbClr val="003366"/>
                            </a:solidFill>
                            <a:latin typeface="Cambria Math" panose="02040503050406030204" pitchFamily="18" charset="0"/>
                          </a:rPr>
                        </m:ctrlPr>
                      </m:sSupPr>
                      <m:e>
                        <m:r>
                          <a:rPr lang="en-US" i="1" dirty="0">
                            <a:solidFill>
                              <a:srgbClr val="003366"/>
                            </a:solidFill>
                            <a:latin typeface="Cambria Math" panose="02040503050406030204" pitchFamily="18" charset="0"/>
                          </a:rPr>
                          <m:t>𝑥</m:t>
                        </m:r>
                      </m:e>
                      <m:sup>
                        <m:d>
                          <m:dPr>
                            <m:ctrlPr>
                              <a:rPr lang="en-US" i="1" dirty="0">
                                <a:solidFill>
                                  <a:srgbClr val="003366"/>
                                </a:solidFill>
                                <a:latin typeface="Cambria Math" panose="02040503050406030204" pitchFamily="18" charset="0"/>
                              </a:rPr>
                            </m:ctrlPr>
                          </m:dPr>
                          <m:e>
                            <m:r>
                              <a:rPr lang="en-US" i="0" dirty="0">
                                <a:solidFill>
                                  <a:srgbClr val="003366"/>
                                </a:solidFill>
                                <a:latin typeface="Cambria Math" panose="02040503050406030204" pitchFamily="18" charset="0"/>
                              </a:rPr>
                              <m:t>0</m:t>
                            </m:r>
                          </m:e>
                        </m:d>
                      </m:sup>
                    </m:sSup>
                    <m:r>
                      <a:rPr lang="en-US" i="0" dirty="0">
                        <a:solidFill>
                          <a:srgbClr val="003366"/>
                        </a:solidFill>
                        <a:latin typeface="Cambria Math" panose="02040503050406030204" pitchFamily="18" charset="0"/>
                      </a:rPr>
                      <m:t>=</m:t>
                    </m:r>
                    <m:d>
                      <m:dPr>
                        <m:begChr m:val="{"/>
                        <m:endChr m:val="}"/>
                        <m:ctrlPr>
                          <a:rPr lang="en-US" i="1" dirty="0">
                            <a:solidFill>
                              <a:srgbClr val="003366"/>
                            </a:solidFill>
                            <a:latin typeface="Cambria Math" panose="02040503050406030204" pitchFamily="18" charset="0"/>
                          </a:rPr>
                        </m:ctrlPr>
                      </m:dPr>
                      <m:e>
                        <m:r>
                          <m:rPr>
                            <m:nor/>
                          </m:rPr>
                          <a:rPr lang="en-US" i="0" dirty="0">
                            <a:solidFill>
                              <a:srgbClr val="003366"/>
                            </a:solidFill>
                            <a:latin typeface="Aptos Display" panose="020B0004020202020204" pitchFamily="34" charset="0"/>
                          </a:rPr>
                          <m:t>Size</m:t>
                        </m:r>
                        <m:r>
                          <a:rPr lang="en-US" i="0" dirty="0">
                            <a:solidFill>
                              <a:srgbClr val="003366"/>
                            </a:solidFill>
                            <a:latin typeface="Cambria Math" panose="02040503050406030204" pitchFamily="18" charset="0"/>
                          </a:rPr>
                          <m:t>=50, </m:t>
                        </m:r>
                        <m:r>
                          <m:rPr>
                            <m:nor/>
                          </m:rPr>
                          <a:rPr lang="en-US" i="0" dirty="0">
                            <a:solidFill>
                              <a:srgbClr val="003366"/>
                            </a:solidFill>
                            <a:latin typeface="Aptos Display" panose="020B0004020202020204" pitchFamily="34" charset="0"/>
                          </a:rPr>
                          <m:t>Color</m:t>
                        </m:r>
                        <m:r>
                          <a:rPr lang="en-US" i="0" dirty="0">
                            <a:solidFill>
                              <a:srgbClr val="003366"/>
                            </a:solidFill>
                            <a:latin typeface="Cambria Math" panose="02040503050406030204" pitchFamily="18" charset="0"/>
                          </a:rPr>
                          <m:t>=</m:t>
                        </m:r>
                        <m:r>
                          <m:rPr>
                            <m:nor/>
                          </m:rPr>
                          <a:rPr lang="en-US" i="0" dirty="0">
                            <a:solidFill>
                              <a:srgbClr val="003366"/>
                            </a:solidFill>
                            <a:latin typeface="Aptos Display" panose="020B0004020202020204" pitchFamily="34" charset="0"/>
                          </a:rPr>
                          <m:t>Red</m:t>
                        </m:r>
                      </m:e>
                    </m:d>
                  </m:oMath>
                </a14:m>
                <a:r>
                  <a:rPr lang="en-US" dirty="0">
                    <a:solidFill>
                      <a:srgbClr val="003366"/>
                    </a:solidFill>
                    <a:latin typeface="Aptos Display" panose="020B0004020202020204" pitchFamily="34" charset="0"/>
                  </a:rPr>
                  <a:t> and queries the oracle:</a:t>
                </a:r>
              </a:p>
              <a:p>
                <a:r>
                  <a:rPr lang="en-US" dirty="0">
                    <a:solidFill>
                      <a:srgbClr val="003366"/>
                    </a:solidFill>
                    <a:latin typeface="Aptos Display" panose="020B0004020202020204" pitchFamily="34" charset="0"/>
                  </a:rPr>
                  <a:t>  </a:t>
                </a:r>
                <a:endParaRPr lang="en-US" i="1"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r>
                        <a:rPr lang="en-US" i="1" dirty="0">
                          <a:solidFill>
                            <a:srgbClr val="003366"/>
                          </a:solidFill>
                          <a:latin typeface="Cambria Math" panose="02040503050406030204" pitchFamily="18" charset="0"/>
                        </a:rPr>
                        <m:t>𝑂</m:t>
                      </m:r>
                      <m:d>
                        <m:dPr>
                          <m:ctrlPr>
                            <a:rPr lang="en-US" i="1" dirty="0">
                              <a:solidFill>
                                <a:srgbClr val="003366"/>
                              </a:solidFill>
                              <a:latin typeface="Cambria Math" panose="02040503050406030204" pitchFamily="18" charset="0"/>
                            </a:rPr>
                          </m:ctrlPr>
                        </m:dPr>
                        <m:e>
                          <m:sSup>
                            <m:sSupPr>
                              <m:ctrlPr>
                                <a:rPr lang="en-US" i="1" dirty="0">
                                  <a:solidFill>
                                    <a:srgbClr val="003366"/>
                                  </a:solidFill>
                                  <a:latin typeface="Cambria Math" panose="02040503050406030204" pitchFamily="18" charset="0"/>
                                </a:rPr>
                              </m:ctrlPr>
                            </m:sSupPr>
                            <m:e>
                              <m:r>
                                <a:rPr lang="en-US" i="1" dirty="0">
                                  <a:solidFill>
                                    <a:srgbClr val="003366"/>
                                  </a:solidFill>
                                  <a:latin typeface="Cambria Math" panose="02040503050406030204" pitchFamily="18" charset="0"/>
                                </a:rPr>
                                <m:t>𝑥</m:t>
                              </m:r>
                            </m:e>
                            <m:sup>
                              <m:d>
                                <m:dPr>
                                  <m:ctrlPr>
                                    <a:rPr lang="en-US" i="1" dirty="0">
                                      <a:solidFill>
                                        <a:srgbClr val="003366"/>
                                      </a:solidFill>
                                      <a:latin typeface="Cambria Math" panose="02040503050406030204" pitchFamily="18" charset="0"/>
                                    </a:rPr>
                                  </m:ctrlPr>
                                </m:dPr>
                                <m:e>
                                  <m:r>
                                    <a:rPr lang="en-US" i="0" dirty="0">
                                      <a:solidFill>
                                        <a:srgbClr val="003366"/>
                                      </a:solidFill>
                                      <a:latin typeface="Cambria Math" panose="02040503050406030204" pitchFamily="18" charset="0"/>
                                    </a:rPr>
                                    <m:t>0</m:t>
                                  </m:r>
                                </m:e>
                              </m:d>
                            </m:sup>
                          </m:sSup>
                        </m:e>
                      </m:d>
                      <m:r>
                        <a:rPr lang="en-US" i="0" dirty="0">
                          <a:solidFill>
                            <a:srgbClr val="003366"/>
                          </a:solidFill>
                          <a:latin typeface="Cambria Math" panose="02040503050406030204" pitchFamily="18" charset="0"/>
                        </a:rPr>
                        <m:t>=0.85 </m:t>
                      </m:r>
                      <m:d>
                        <m:dPr>
                          <m:ctrlPr>
                            <a:rPr lang="en-US" i="1" dirty="0">
                              <a:solidFill>
                                <a:srgbClr val="003366"/>
                              </a:solidFill>
                              <a:latin typeface="Cambria Math" panose="02040503050406030204" pitchFamily="18" charset="0"/>
                            </a:rPr>
                          </m:ctrlPr>
                        </m:dPr>
                        <m:e>
                          <m:r>
                            <m:rPr>
                              <m:nor/>
                            </m:rPr>
                            <a:rPr lang="en-US" i="0" dirty="0">
                              <a:solidFill>
                                <a:srgbClr val="003366"/>
                              </a:solidFill>
                              <a:latin typeface="Aptos Display" panose="020B0004020202020204" pitchFamily="34" charset="0"/>
                            </a:rPr>
                            <m:t>identifies</m:t>
                          </m:r>
                          <m:r>
                            <m:rPr>
                              <m:nor/>
                            </m:rPr>
                            <a:rPr lang="en-US" i="0" dirty="0">
                              <a:solidFill>
                                <a:srgbClr val="003366"/>
                              </a:solidFill>
                              <a:latin typeface="Aptos Display" panose="020B0004020202020204" pitchFamily="34" charset="0"/>
                            </a:rPr>
                            <m:t> </m:t>
                          </m:r>
                          <m:r>
                            <m:rPr>
                              <m:nor/>
                            </m:rPr>
                            <a:rPr lang="en-US" i="0" dirty="0">
                              <a:solidFill>
                                <a:srgbClr val="003366"/>
                              </a:solidFill>
                              <a:latin typeface="Aptos Display" panose="020B0004020202020204" pitchFamily="34" charset="0"/>
                            </a:rPr>
                            <m:t>Leaf</m:t>
                          </m:r>
                          <m:r>
                            <m:rPr>
                              <m:nor/>
                            </m:rPr>
                            <a:rPr lang="en-US" i="0" dirty="0">
                              <a:solidFill>
                                <a:srgbClr val="003366"/>
                              </a:solidFill>
                              <a:latin typeface="Aptos Display" panose="020B0004020202020204" pitchFamily="34" charset="0"/>
                            </a:rPr>
                            <m:t> 2</m:t>
                          </m:r>
                        </m:e>
                      </m:d>
                    </m:oMath>
                  </m:oMathPara>
                </a14:m>
                <a:endParaRPr lang="en-US" dirty="0">
                  <a:solidFill>
                    <a:srgbClr val="003366"/>
                  </a:solidFill>
                  <a:latin typeface="Aptos Display" panose="020B0004020202020204" pitchFamily="34" charset="0"/>
                </a:endParaRPr>
              </a:p>
              <a:p>
                <a:r>
                  <a:rPr lang="en-US" dirty="0">
                    <a:solidFill>
                      <a:srgbClr val="003366"/>
                    </a:solidFill>
                    <a:latin typeface="Aptos Display" panose="020B0004020202020204" pitchFamily="34" charset="0"/>
                  </a:rPr>
                  <a:t>    </a:t>
                </a:r>
              </a:p>
            </p:txBody>
          </p:sp>
        </mc:Choice>
        <mc:Fallback xmlns="">
          <p:sp>
            <p:nvSpPr>
              <p:cNvPr id="4" name="TextBox 3">
                <a:extLst>
                  <a:ext uri="{FF2B5EF4-FFF2-40B4-BE49-F238E27FC236}">
                    <a16:creationId xmlns:a16="http://schemas.microsoft.com/office/drawing/2014/main" id="{99FDF312-DD81-32F2-D506-294031AE0669}"/>
                  </a:ext>
                </a:extLst>
              </p:cNvPr>
              <p:cNvSpPr txBox="1">
                <a:spLocks noRot="1" noChangeAspect="1" noMove="1" noResize="1" noEditPoints="1" noAdjustHandles="1" noChangeArrowheads="1" noChangeShapeType="1" noTextEdit="1"/>
              </p:cNvSpPr>
              <p:nvPr/>
            </p:nvSpPr>
            <p:spPr>
              <a:xfrm>
                <a:off x="719138" y="1196752"/>
                <a:ext cx="7597278" cy="4865756"/>
              </a:xfrm>
              <a:prstGeom prst="rect">
                <a:avLst/>
              </a:prstGeom>
              <a:blipFill>
                <a:blip r:embed="rId2"/>
                <a:stretch>
                  <a:fillRect l="-668" t="-521" r="-668"/>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C5912A1E-71C7-9E4B-6FD6-4735C8CC04BB}"/>
              </a:ext>
            </a:extLst>
          </p:cNvPr>
          <p:cNvSpPr>
            <a:spLocks noGrp="1"/>
          </p:cNvSpPr>
          <p:nvPr>
            <p:ph type="sldNum" sz="quarter" idx="10"/>
          </p:nvPr>
        </p:nvSpPr>
        <p:spPr/>
        <p:txBody>
          <a:bodyPr/>
          <a:lstStyle/>
          <a:p>
            <a:pPr>
              <a:defRPr/>
            </a:pPr>
            <a:fld id="{FE5AEF74-5102-4921-8DBA-649C609AF6D1}" type="slidenum">
              <a:rPr lang="it-IT" smtClean="0"/>
              <a:pPr>
                <a:defRPr/>
              </a:pPr>
              <a:t>48</a:t>
            </a:fld>
            <a:endParaRPr lang="it-IT"/>
          </a:p>
        </p:txBody>
      </p:sp>
      <p:sp>
        <p:nvSpPr>
          <p:cNvPr id="3" name="Round Diagonal Corner Rectangle 2">
            <a:extLst>
              <a:ext uri="{FF2B5EF4-FFF2-40B4-BE49-F238E27FC236}">
                <a16:creationId xmlns:a16="http://schemas.microsoft.com/office/drawing/2014/main" id="{828A63EC-8F78-DF8D-65B2-658C47EA8134}"/>
              </a:ext>
            </a:extLst>
          </p:cNvPr>
          <p:cNvSpPr/>
          <p:nvPr/>
        </p:nvSpPr>
        <p:spPr>
          <a:xfrm>
            <a:off x="539552" y="2204864"/>
            <a:ext cx="8208912" cy="1080120"/>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 Diagonal Corner Rectangle 5">
            <a:extLst>
              <a:ext uri="{FF2B5EF4-FFF2-40B4-BE49-F238E27FC236}">
                <a16:creationId xmlns:a16="http://schemas.microsoft.com/office/drawing/2014/main" id="{B2B47649-AAD3-B0EC-CBDB-D3C550953D95}"/>
              </a:ext>
            </a:extLst>
          </p:cNvPr>
          <p:cNvSpPr/>
          <p:nvPr/>
        </p:nvSpPr>
        <p:spPr>
          <a:xfrm>
            <a:off x="539552" y="3861048"/>
            <a:ext cx="8208912" cy="2044134"/>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1441932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CB26E-09C7-8592-CDC2-228FFFDAED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488F00-FED1-FEC5-C590-EDFECDBFD525}"/>
              </a:ext>
            </a:extLst>
          </p:cNvPr>
          <p:cNvSpPr>
            <a:spLocks noGrp="1"/>
          </p:cNvSpPr>
          <p:nvPr>
            <p:ph type="title"/>
          </p:nvPr>
        </p:nvSpPr>
        <p:spPr>
          <a:xfrm>
            <a:off x="719138" y="286544"/>
            <a:ext cx="5509046" cy="838200"/>
          </a:xfrm>
        </p:spPr>
        <p:txBody>
          <a:bodyPr/>
          <a:lstStyle/>
          <a:p>
            <a:r>
              <a:rPr lang="en-CA" sz="2800" i="1" dirty="0">
                <a:latin typeface="Cambria"/>
              </a:rPr>
              <a:t>B</a:t>
            </a:r>
            <a:r>
              <a:rPr lang="en-CA" sz="2600" i="1" dirty="0">
                <a:latin typeface="Cambria"/>
              </a:rPr>
              <a:t>ONUS:</a:t>
            </a:r>
            <a:r>
              <a:rPr lang="en-CA" sz="2800" i="1" dirty="0">
                <a:latin typeface="Cambria"/>
              </a:rPr>
              <a:t>S</a:t>
            </a:r>
            <a:r>
              <a:rPr lang="en-CA" sz="2600" i="1" dirty="0">
                <a:latin typeface="Cambria"/>
              </a:rPr>
              <a:t>TEALING </a:t>
            </a:r>
            <a:r>
              <a:rPr lang="en-CA" sz="2800" i="1" dirty="0">
                <a:latin typeface="Cambria"/>
              </a:rPr>
              <a:t>D</a:t>
            </a:r>
            <a:r>
              <a:rPr lang="en-CA" sz="2600" i="1" dirty="0">
                <a:latin typeface="Cambria"/>
              </a:rPr>
              <a:t>ECISION </a:t>
            </a:r>
            <a:r>
              <a:rPr lang="en-CA" sz="2800" i="1" dirty="0">
                <a:latin typeface="Cambria"/>
              </a:rPr>
              <a:t>T</a:t>
            </a:r>
            <a:r>
              <a:rPr lang="en-CA" sz="2600" i="1" dirty="0">
                <a:latin typeface="Cambria"/>
              </a:rPr>
              <a:t>REES</a:t>
            </a:r>
            <a:endParaRPr sz="2600" dirty="0">
              <a:latin typeface="Cambria"/>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FB522F9-18F2-F856-B363-6C6460CAD175}"/>
                  </a:ext>
                </a:extLst>
              </p:cNvPr>
              <p:cNvSpPr txBox="1"/>
              <p:nvPr/>
            </p:nvSpPr>
            <p:spPr>
              <a:xfrm>
                <a:off x="719138" y="1268760"/>
                <a:ext cx="7957318" cy="5142370"/>
              </a:xfrm>
              <a:prstGeom prst="rect">
                <a:avLst/>
              </a:prstGeom>
              <a:noFill/>
            </p:spPr>
            <p:txBody>
              <a:bodyPr wrap="square">
                <a:spAutoFit/>
              </a:bodyPr>
              <a:lstStyle/>
              <a:p>
                <a:r>
                  <a:rPr lang="en-US" sz="1600" u="sng" dirty="0">
                    <a:solidFill>
                      <a:srgbClr val="003366"/>
                    </a:solidFill>
                  </a:rPr>
                  <a:t>Step 2: Line Search for Continuous Feature (Size):</a:t>
                </a:r>
              </a:p>
              <a:p>
                <a:endParaRPr lang="en-US" sz="1600" dirty="0">
                  <a:solidFill>
                    <a:srgbClr val="003366"/>
                  </a:solidFill>
                </a:endParaRPr>
              </a:p>
              <a:p>
                <a:r>
                  <a:rPr lang="en-US" sz="1600" dirty="0">
                    <a:solidFill>
                      <a:srgbClr val="003366"/>
                    </a:solidFill>
                  </a:rPr>
                  <a:t>    The attacker queries the boundaries of feature </a:t>
                </a:r>
                <a14:m>
                  <m:oMath xmlns:m="http://schemas.openxmlformats.org/officeDocument/2006/math">
                    <m:r>
                      <m:rPr>
                        <m:nor/>
                      </m:rPr>
                      <a:rPr lang="en-US" sz="1600" i="0" dirty="0" smtClean="0">
                        <a:solidFill>
                          <a:srgbClr val="003366"/>
                        </a:solidFill>
                        <a:latin typeface="Cambria Math" panose="02040503050406030204" pitchFamily="18" charset="0"/>
                      </a:rPr>
                      <m:t>Size</m:t>
                    </m:r>
                  </m:oMath>
                </a14:m>
                <a:r>
                  <a:rPr lang="en-US" sz="1600" dirty="0">
                    <a:solidFill>
                      <a:srgbClr val="003366"/>
                    </a:solidFill>
                  </a:rPr>
                  <a:t> with </a:t>
                </a:r>
                <a14:m>
                  <m:oMath xmlns:m="http://schemas.openxmlformats.org/officeDocument/2006/math">
                    <m:r>
                      <m:rPr>
                        <m:nor/>
                      </m:rPr>
                      <a:rPr lang="en-US" sz="1600" i="0" dirty="0" smtClean="0">
                        <a:solidFill>
                          <a:srgbClr val="003366"/>
                        </a:solidFill>
                        <a:latin typeface="Cambria Math" panose="02040503050406030204" pitchFamily="18" charset="0"/>
                      </a:rPr>
                      <m:t>Color</m:t>
                    </m:r>
                    <m:r>
                      <a:rPr lang="en-US" sz="1600" i="0" dirty="0">
                        <a:solidFill>
                          <a:srgbClr val="003366"/>
                        </a:solidFill>
                        <a:latin typeface="Cambria Math" panose="02040503050406030204" pitchFamily="18" charset="0"/>
                      </a:rPr>
                      <m:t>=</m:t>
                    </m:r>
                    <m:r>
                      <m:rPr>
                        <m:nor/>
                      </m:rPr>
                      <a:rPr lang="en-US" sz="1600" i="0" dirty="0">
                        <a:solidFill>
                          <a:srgbClr val="003366"/>
                        </a:solidFill>
                        <a:latin typeface="Cambria Math" panose="02040503050406030204" pitchFamily="18" charset="0"/>
                      </a:rPr>
                      <m:t>Red</m:t>
                    </m:r>
                  </m:oMath>
                </a14:m>
                <a:r>
                  <a:rPr lang="en-US" sz="1600" dirty="0">
                    <a:solidFill>
                      <a:srgbClr val="003366"/>
                    </a:solidFill>
                  </a:rPr>
                  <a:t>:</a:t>
                </a:r>
              </a:p>
              <a:p>
                <a:r>
                  <a:rPr lang="en-US" sz="1600" dirty="0">
                    <a:solidFill>
                      <a:srgbClr val="003366"/>
                    </a:solidFill>
                  </a:rPr>
                  <a:t>    </a:t>
                </a:r>
                <a:endParaRPr lang="en-US" sz="1600" i="1" dirty="0">
                  <a:solidFill>
                    <a:srgbClr val="003366"/>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eqArr>
                        <m:eqArrPr>
                          <m:ctrlPr>
                            <a:rPr lang="en-US" sz="1600" i="1" dirty="0">
                              <a:solidFill>
                                <a:srgbClr val="003366"/>
                              </a:solidFill>
                              <a:latin typeface="Cambria Math" panose="02040503050406030204" pitchFamily="18" charset="0"/>
                            </a:rPr>
                          </m:ctrlPr>
                        </m:eqArrPr>
                        <m:e>
                          <m:r>
                            <a:rPr lang="en-US" sz="1600" i="1" dirty="0">
                              <a:solidFill>
                                <a:srgbClr val="003366"/>
                              </a:solidFill>
                              <a:latin typeface="Cambria Math" panose="02040503050406030204" pitchFamily="18" charset="0"/>
                            </a:rPr>
                            <m:t>𝑂</m:t>
                          </m:r>
                          <m:d>
                            <m:dPr>
                              <m:ctrlPr>
                                <a:rPr lang="en-US" sz="1600" i="1" dirty="0">
                                  <a:solidFill>
                                    <a:srgbClr val="003366"/>
                                  </a:solidFill>
                                  <a:latin typeface="Cambria Math" panose="02040503050406030204" pitchFamily="18" charset="0"/>
                                </a:rPr>
                              </m:ctrlPr>
                            </m:dPr>
                            <m:e>
                              <m:d>
                                <m:dPr>
                                  <m:begChr m:val="{"/>
                                  <m:endChr m:val="}"/>
                                  <m:ctrlPr>
                                    <a:rPr lang="en-US" sz="1600" i="1" dirty="0">
                                      <a:solidFill>
                                        <a:srgbClr val="003366"/>
                                      </a:solidFill>
                                      <a:latin typeface="Cambria Math" panose="02040503050406030204" pitchFamily="18" charset="0"/>
                                    </a:rPr>
                                  </m:ctrlPr>
                                </m:dPr>
                                <m:e>
                                  <m:r>
                                    <m:rPr>
                                      <m:nor/>
                                    </m:rPr>
                                    <a:rPr lang="en-US" sz="1600" i="0" dirty="0">
                                      <a:solidFill>
                                        <a:srgbClr val="003366"/>
                                      </a:solidFill>
                                      <a:latin typeface="Cambria Math" panose="02040503050406030204" pitchFamily="18" charset="0"/>
                                    </a:rPr>
                                    <m:t>Size</m:t>
                                  </m:r>
                                  <m:r>
                                    <a:rPr lang="en-US" sz="1600" i="0" dirty="0">
                                      <a:solidFill>
                                        <a:srgbClr val="003366"/>
                                      </a:solidFill>
                                      <a:latin typeface="Cambria Math" panose="02040503050406030204" pitchFamily="18" charset="0"/>
                                    </a:rPr>
                                    <m:t>=0, </m:t>
                                  </m:r>
                                  <m:r>
                                    <m:rPr>
                                      <m:nor/>
                                    </m:rPr>
                                    <a:rPr lang="en-US" sz="1600" i="0" dirty="0">
                                      <a:solidFill>
                                        <a:srgbClr val="003366"/>
                                      </a:solidFill>
                                      <a:latin typeface="Cambria Math" panose="02040503050406030204" pitchFamily="18" charset="0"/>
                                    </a:rPr>
                                    <m:t>Color</m:t>
                                  </m:r>
                                  <m:r>
                                    <a:rPr lang="en-US" sz="1600" i="0" dirty="0">
                                      <a:solidFill>
                                        <a:srgbClr val="003366"/>
                                      </a:solidFill>
                                      <a:latin typeface="Cambria Math" panose="02040503050406030204" pitchFamily="18" charset="0"/>
                                    </a:rPr>
                                    <m:t>=</m:t>
                                  </m:r>
                                  <m:r>
                                    <m:rPr>
                                      <m:nor/>
                                    </m:rPr>
                                    <a:rPr lang="en-US" sz="1600" i="0" dirty="0">
                                      <a:solidFill>
                                        <a:srgbClr val="003366"/>
                                      </a:solidFill>
                                      <a:latin typeface="Cambria Math" panose="02040503050406030204" pitchFamily="18" charset="0"/>
                                    </a:rPr>
                                    <m:t>Red</m:t>
                                  </m:r>
                                </m:e>
                              </m:d>
                            </m:e>
                          </m:d>
                          <m:r>
                            <m:rPr>
                              <m:aln/>
                            </m:rPr>
                            <a:rPr lang="en-US" sz="1600" i="0" dirty="0">
                              <a:solidFill>
                                <a:srgbClr val="003366"/>
                              </a:solidFill>
                              <a:latin typeface="Cambria Math" panose="02040503050406030204" pitchFamily="18" charset="0"/>
                            </a:rPr>
                            <m:t>&amp;</m:t>
                          </m:r>
                          <m:r>
                            <a:rPr lang="en-US" sz="1600" i="0" dirty="0">
                              <a:solidFill>
                                <a:srgbClr val="003366"/>
                              </a:solidFill>
                              <a:latin typeface="Cambria Math" panose="02040503050406030204" pitchFamily="18" charset="0"/>
                            </a:rPr>
                            <m:t>=0.95 </m:t>
                          </m:r>
                          <m:d>
                            <m:dPr>
                              <m:ctrlPr>
                                <a:rPr lang="en-US" sz="1600" i="1" dirty="0">
                                  <a:solidFill>
                                    <a:srgbClr val="003366"/>
                                  </a:solidFill>
                                  <a:latin typeface="Cambria Math" panose="02040503050406030204" pitchFamily="18" charset="0"/>
                                </a:rPr>
                              </m:ctrlPr>
                            </m:dPr>
                            <m:e>
                              <m:r>
                                <m:rPr>
                                  <m:nor/>
                                </m:rPr>
                                <a:rPr lang="en-US" sz="1600" i="0" dirty="0">
                                  <a:solidFill>
                                    <a:srgbClr val="003366"/>
                                  </a:solidFill>
                                  <a:latin typeface="Cambria Math" panose="02040503050406030204" pitchFamily="18" charset="0"/>
                                </a:rPr>
                                <m:t>Leaf</m:t>
                              </m:r>
                              <m:r>
                                <m:rPr>
                                  <m:nor/>
                                </m:rPr>
                                <a:rPr lang="en-US" sz="1600" i="0" dirty="0">
                                  <a:solidFill>
                                    <a:srgbClr val="003366"/>
                                  </a:solidFill>
                                  <a:latin typeface="Cambria Math" panose="02040503050406030204" pitchFamily="18" charset="0"/>
                                </a:rPr>
                                <m:t> 1</m:t>
                              </m:r>
                            </m:e>
                          </m:d>
                        </m:e>
                        <m:e>
                          <m:r>
                            <a:rPr lang="en-US" sz="1600" i="1" dirty="0">
                              <a:solidFill>
                                <a:srgbClr val="003366"/>
                              </a:solidFill>
                              <a:latin typeface="Cambria Math" panose="02040503050406030204" pitchFamily="18" charset="0"/>
                            </a:rPr>
                            <m:t>𝑂</m:t>
                          </m:r>
                          <m:d>
                            <m:dPr>
                              <m:ctrlPr>
                                <a:rPr lang="en-US" sz="1600" i="1" dirty="0">
                                  <a:solidFill>
                                    <a:srgbClr val="003366"/>
                                  </a:solidFill>
                                  <a:latin typeface="Cambria Math" panose="02040503050406030204" pitchFamily="18" charset="0"/>
                                </a:rPr>
                              </m:ctrlPr>
                            </m:dPr>
                            <m:e>
                              <m:d>
                                <m:dPr>
                                  <m:begChr m:val="{"/>
                                  <m:endChr m:val="}"/>
                                  <m:ctrlPr>
                                    <a:rPr lang="en-US" sz="1600" i="1" dirty="0">
                                      <a:solidFill>
                                        <a:srgbClr val="003366"/>
                                      </a:solidFill>
                                      <a:latin typeface="Cambria Math" panose="02040503050406030204" pitchFamily="18" charset="0"/>
                                    </a:rPr>
                                  </m:ctrlPr>
                                </m:dPr>
                                <m:e>
                                  <m:r>
                                    <m:rPr>
                                      <m:nor/>
                                    </m:rPr>
                                    <a:rPr lang="en-US" sz="1600" i="0" dirty="0">
                                      <a:solidFill>
                                        <a:srgbClr val="003366"/>
                                      </a:solidFill>
                                      <a:latin typeface="Cambria Math" panose="02040503050406030204" pitchFamily="18" charset="0"/>
                                    </a:rPr>
                                    <m:t>Size</m:t>
                                  </m:r>
                                  <m:r>
                                    <a:rPr lang="en-US" sz="1600" i="0" dirty="0">
                                      <a:solidFill>
                                        <a:srgbClr val="003366"/>
                                      </a:solidFill>
                                      <a:latin typeface="Cambria Math" panose="02040503050406030204" pitchFamily="18" charset="0"/>
                                    </a:rPr>
                                    <m:t>=100, </m:t>
                                  </m:r>
                                  <m:r>
                                    <m:rPr>
                                      <m:nor/>
                                    </m:rPr>
                                    <a:rPr lang="en-US" sz="1600" i="0" dirty="0">
                                      <a:solidFill>
                                        <a:srgbClr val="003366"/>
                                      </a:solidFill>
                                      <a:latin typeface="Cambria Math" panose="02040503050406030204" pitchFamily="18" charset="0"/>
                                    </a:rPr>
                                    <m:t>Color</m:t>
                                  </m:r>
                                  <m:r>
                                    <a:rPr lang="en-US" sz="1600" i="0" dirty="0">
                                      <a:solidFill>
                                        <a:srgbClr val="003366"/>
                                      </a:solidFill>
                                      <a:latin typeface="Cambria Math" panose="02040503050406030204" pitchFamily="18" charset="0"/>
                                    </a:rPr>
                                    <m:t>=</m:t>
                                  </m:r>
                                  <m:r>
                                    <m:rPr>
                                      <m:nor/>
                                    </m:rPr>
                                    <a:rPr lang="en-US" sz="1600" i="0" dirty="0">
                                      <a:solidFill>
                                        <a:srgbClr val="003366"/>
                                      </a:solidFill>
                                      <a:latin typeface="Cambria Math" panose="02040503050406030204" pitchFamily="18" charset="0"/>
                                    </a:rPr>
                                    <m:t>Red</m:t>
                                  </m:r>
                                </m:e>
                              </m:d>
                            </m:e>
                          </m:d>
                          <m:r>
                            <m:rPr>
                              <m:aln/>
                            </m:rPr>
                            <a:rPr lang="en-US" sz="1600" i="0" dirty="0">
                              <a:solidFill>
                                <a:srgbClr val="003366"/>
                              </a:solidFill>
                              <a:latin typeface="Cambria Math" panose="02040503050406030204" pitchFamily="18" charset="0"/>
                            </a:rPr>
                            <m:t>&amp;</m:t>
                          </m:r>
                          <m:r>
                            <a:rPr lang="en-US" sz="1600" i="0" dirty="0">
                              <a:solidFill>
                                <a:srgbClr val="003366"/>
                              </a:solidFill>
                              <a:latin typeface="Cambria Math" panose="02040503050406030204" pitchFamily="18" charset="0"/>
                            </a:rPr>
                            <m:t>=0.85 </m:t>
                          </m:r>
                          <m:d>
                            <m:dPr>
                              <m:ctrlPr>
                                <a:rPr lang="en-US" sz="1600" i="1" dirty="0">
                                  <a:solidFill>
                                    <a:srgbClr val="003366"/>
                                  </a:solidFill>
                                  <a:latin typeface="Cambria Math" panose="02040503050406030204" pitchFamily="18" charset="0"/>
                                </a:rPr>
                              </m:ctrlPr>
                            </m:dPr>
                            <m:e>
                              <m:r>
                                <m:rPr>
                                  <m:nor/>
                                </m:rPr>
                                <a:rPr lang="en-US" sz="1600" i="0" dirty="0">
                                  <a:solidFill>
                                    <a:srgbClr val="003366"/>
                                  </a:solidFill>
                                  <a:latin typeface="Cambria Math" panose="02040503050406030204" pitchFamily="18" charset="0"/>
                                </a:rPr>
                                <m:t>Leaf</m:t>
                              </m:r>
                              <m:r>
                                <m:rPr>
                                  <m:nor/>
                                </m:rPr>
                                <a:rPr lang="en-US" sz="1600" i="0" dirty="0">
                                  <a:solidFill>
                                    <a:srgbClr val="003366"/>
                                  </a:solidFill>
                                  <a:latin typeface="Cambria Math" panose="02040503050406030204" pitchFamily="18" charset="0"/>
                                </a:rPr>
                                <m:t> 2</m:t>
                              </m:r>
                            </m:e>
                          </m:d>
                        </m:e>
                      </m:eqArr>
                    </m:oMath>
                  </m:oMathPara>
                </a14:m>
                <a:endParaRPr lang="en-US" sz="1600" dirty="0">
                  <a:solidFill>
                    <a:srgbClr val="003366"/>
                  </a:solidFill>
                </a:endParaRPr>
              </a:p>
              <a:p>
                <a:r>
                  <a:rPr lang="en-US" sz="1600" dirty="0">
                    <a:solidFill>
                      <a:srgbClr val="003366"/>
                    </a:solidFill>
                  </a:rPr>
                  <a:t>    </a:t>
                </a:r>
              </a:p>
              <a:p>
                <a:r>
                  <a:rPr lang="en-US" sz="1600" dirty="0">
                    <a:solidFill>
                      <a:srgbClr val="003366"/>
                    </a:solidFill>
                  </a:rPr>
                  <a:t>Since the outputs differ, a split exists in </a:t>
                </a:r>
                <a14:m>
                  <m:oMath xmlns:m="http://schemas.openxmlformats.org/officeDocument/2006/math">
                    <m:d>
                      <m:dPr>
                        <m:begChr m:val="["/>
                        <m:endChr m:val="]"/>
                        <m:ctrlPr>
                          <a:rPr lang="en-US" sz="1600" i="1" dirty="0" smtClean="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0,50</m:t>
                        </m:r>
                      </m:e>
                    </m:d>
                  </m:oMath>
                </a14:m>
                <a:r>
                  <a:rPr lang="en-US" sz="1600" dirty="0">
                    <a:solidFill>
                      <a:srgbClr val="003366"/>
                    </a:solidFill>
                  </a:rPr>
                  <a:t>. The attacker runs a binary search on the interval </a:t>
                </a:r>
                <a14:m>
                  <m:oMath xmlns:m="http://schemas.openxmlformats.org/officeDocument/2006/math">
                    <m:d>
                      <m:dPr>
                        <m:begChr m:val="["/>
                        <m:endChr m:val="]"/>
                        <m:ctrlPr>
                          <a:rPr lang="en-US" sz="1600" i="1" dirty="0" smtClean="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0,50</m:t>
                        </m:r>
                      </m:e>
                    </m:d>
                  </m:oMath>
                </a14:m>
                <a:r>
                  <a:rPr lang="en-US" sz="1600" dirty="0">
                    <a:solidFill>
                      <a:srgbClr val="003366"/>
                    </a:solidFill>
                  </a:rPr>
                  <a:t>:</a:t>
                </a:r>
              </a:p>
              <a:p>
                <a:endParaRPr lang="en-US" sz="1600" dirty="0">
                  <a:solidFill>
                    <a:srgbClr val="003366"/>
                  </a:solidFill>
                </a:endParaRPr>
              </a:p>
              <a:p>
                <a:r>
                  <a:rPr lang="en-US" sz="1600" dirty="0">
                    <a:solidFill>
                      <a:srgbClr val="003366"/>
                    </a:solidFill>
                  </a:rPr>
                  <a:t>Midpoint Size = 25 </a:t>
                </a:r>
                <a14:m>
                  <m:oMath xmlns:m="http://schemas.openxmlformats.org/officeDocument/2006/math">
                    <m:r>
                      <a:rPr lang="en-US" sz="1600" dirty="0" smtClean="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𝑂</m:t>
                    </m:r>
                    <m:d>
                      <m:dPr>
                        <m:ctrlPr>
                          <a:rPr lang="en-US" sz="1600" i="1" dirty="0">
                            <a:solidFill>
                              <a:srgbClr val="003366"/>
                            </a:solidFill>
                            <a:latin typeface="Cambria Math" panose="02040503050406030204" pitchFamily="18" charset="0"/>
                          </a:rPr>
                        </m:ctrlPr>
                      </m:dPr>
                      <m:e>
                        <m:d>
                          <m:dPr>
                            <m:begChr m:val="{"/>
                            <m:endChr m:val="}"/>
                            <m:ctrlPr>
                              <a:rPr lang="en-US" sz="1600" i="1" dirty="0">
                                <a:solidFill>
                                  <a:srgbClr val="003366"/>
                                </a:solidFill>
                                <a:latin typeface="Cambria Math" panose="02040503050406030204" pitchFamily="18" charset="0"/>
                              </a:rPr>
                            </m:ctrlPr>
                          </m:dPr>
                          <m:e>
                            <m:r>
                              <m:rPr>
                                <m:nor/>
                              </m:rPr>
                              <a:rPr lang="en-US" sz="1600" i="0" dirty="0">
                                <a:solidFill>
                                  <a:srgbClr val="003366"/>
                                </a:solidFill>
                                <a:latin typeface="Cambria Math" panose="02040503050406030204" pitchFamily="18" charset="0"/>
                              </a:rPr>
                              <m:t>Size</m:t>
                            </m:r>
                            <m:r>
                              <a:rPr lang="en-US" sz="1600" i="0" dirty="0">
                                <a:solidFill>
                                  <a:srgbClr val="003366"/>
                                </a:solidFill>
                                <a:latin typeface="Cambria Math" panose="02040503050406030204" pitchFamily="18" charset="0"/>
                              </a:rPr>
                              <m:t>=25</m:t>
                            </m:r>
                          </m:e>
                        </m:d>
                      </m:e>
                    </m:d>
                    <m:r>
                      <a:rPr lang="en-US" sz="1600" i="0" dirty="0">
                        <a:solidFill>
                          <a:srgbClr val="003366"/>
                        </a:solidFill>
                        <a:latin typeface="Cambria Math" panose="02040503050406030204" pitchFamily="18" charset="0"/>
                      </a:rPr>
                      <m:t>=0.95</m:t>
                    </m:r>
                  </m:oMath>
                </a14:m>
                <a:r>
                  <a:rPr lang="en-US" sz="1600" dirty="0">
                    <a:solidFill>
                      <a:srgbClr val="003366"/>
                    </a:solidFill>
                  </a:rPr>
                  <a:t> (Leaf 1). Split lies in </a:t>
                </a:r>
                <a14:m>
                  <m:oMath xmlns:m="http://schemas.openxmlformats.org/officeDocument/2006/math">
                    <m:r>
                      <a:rPr lang="en-US" sz="1600" dirty="0" smtClean="0">
                        <a:solidFill>
                          <a:srgbClr val="003366"/>
                        </a:solidFill>
                        <a:latin typeface="Cambria Math" panose="02040503050406030204" pitchFamily="18" charset="0"/>
                      </a:rPr>
                      <m:t>(</m:t>
                    </m:r>
                    <m:r>
                      <a:rPr lang="en-US" sz="1600" i="0" dirty="0">
                        <a:solidFill>
                          <a:srgbClr val="003366"/>
                        </a:solidFill>
                        <a:latin typeface="Cambria Math" panose="02040503050406030204" pitchFamily="18" charset="0"/>
                      </a:rPr>
                      <m:t>25,50]</m:t>
                    </m:r>
                  </m:oMath>
                </a14:m>
                <a:r>
                  <a:rPr lang="en-US" sz="1600" dirty="0">
                    <a:solidFill>
                      <a:srgbClr val="003366"/>
                    </a:solidFill>
                  </a:rPr>
                  <a:t>.</a:t>
                </a:r>
              </a:p>
              <a:p>
                <a:r>
                  <a:rPr lang="en-US" sz="1600" dirty="0">
                    <a:solidFill>
                      <a:srgbClr val="003366"/>
                    </a:solidFill>
                  </a:rPr>
                  <a:t>Midpoint Size = 37.5 </a:t>
                </a:r>
                <a14:m>
                  <m:oMath xmlns:m="http://schemas.openxmlformats.org/officeDocument/2006/math">
                    <m:r>
                      <a:rPr lang="en-US" sz="1600" dirty="0" smtClean="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𝑂</m:t>
                    </m:r>
                    <m:d>
                      <m:dPr>
                        <m:ctrlPr>
                          <a:rPr lang="en-US" sz="1600" i="1" dirty="0">
                            <a:solidFill>
                              <a:srgbClr val="003366"/>
                            </a:solidFill>
                            <a:latin typeface="Cambria Math" panose="02040503050406030204" pitchFamily="18" charset="0"/>
                          </a:rPr>
                        </m:ctrlPr>
                      </m:dPr>
                      <m:e>
                        <m:d>
                          <m:dPr>
                            <m:begChr m:val="{"/>
                            <m:endChr m:val="}"/>
                            <m:ctrlPr>
                              <a:rPr lang="en-US" sz="1600" i="1" dirty="0">
                                <a:solidFill>
                                  <a:srgbClr val="003366"/>
                                </a:solidFill>
                                <a:latin typeface="Cambria Math" panose="02040503050406030204" pitchFamily="18" charset="0"/>
                              </a:rPr>
                            </m:ctrlPr>
                          </m:dPr>
                          <m:e>
                            <m:r>
                              <m:rPr>
                                <m:nor/>
                              </m:rPr>
                              <a:rPr lang="en-US" sz="1600" i="0" dirty="0">
                                <a:solidFill>
                                  <a:srgbClr val="003366"/>
                                </a:solidFill>
                                <a:latin typeface="Cambria Math" panose="02040503050406030204" pitchFamily="18" charset="0"/>
                              </a:rPr>
                              <m:t>Size</m:t>
                            </m:r>
                            <m:r>
                              <a:rPr lang="en-US" sz="1600" i="0" dirty="0">
                                <a:solidFill>
                                  <a:srgbClr val="003366"/>
                                </a:solidFill>
                                <a:latin typeface="Cambria Math" panose="02040503050406030204" pitchFamily="18" charset="0"/>
                              </a:rPr>
                              <m:t>=37.5</m:t>
                            </m:r>
                          </m:e>
                        </m:d>
                      </m:e>
                    </m:d>
                    <m:r>
                      <a:rPr lang="en-US" sz="1600" i="0" dirty="0">
                        <a:solidFill>
                          <a:srgbClr val="003366"/>
                        </a:solidFill>
                        <a:latin typeface="Cambria Math" panose="02040503050406030204" pitchFamily="18" charset="0"/>
                      </a:rPr>
                      <m:t>=0.95</m:t>
                    </m:r>
                  </m:oMath>
                </a14:m>
                <a:r>
                  <a:rPr lang="en-US" sz="1600" dirty="0">
                    <a:solidFill>
                      <a:srgbClr val="003366"/>
                    </a:solidFill>
                  </a:rPr>
                  <a:t> (Leaf 1). Split lies in </a:t>
                </a:r>
                <a14:m>
                  <m:oMath xmlns:m="http://schemas.openxmlformats.org/officeDocument/2006/math">
                    <m:r>
                      <a:rPr lang="en-US" sz="1600" dirty="0" smtClean="0">
                        <a:solidFill>
                          <a:srgbClr val="003366"/>
                        </a:solidFill>
                        <a:latin typeface="Cambria Math" panose="02040503050406030204" pitchFamily="18" charset="0"/>
                      </a:rPr>
                      <m:t>(</m:t>
                    </m:r>
                    <m:r>
                      <a:rPr lang="en-US" sz="1600" i="0" dirty="0">
                        <a:solidFill>
                          <a:srgbClr val="003366"/>
                        </a:solidFill>
                        <a:latin typeface="Cambria Math" panose="02040503050406030204" pitchFamily="18" charset="0"/>
                      </a:rPr>
                      <m:t>37.5,50]</m:t>
                    </m:r>
                  </m:oMath>
                </a14:m>
                <a:r>
                  <a:rPr lang="en-US" sz="1600" dirty="0">
                    <a:solidFill>
                      <a:srgbClr val="003366"/>
                    </a:solidFill>
                  </a:rPr>
                  <a:t>.</a:t>
                </a:r>
              </a:p>
              <a:p>
                <a:endParaRPr lang="en-US" sz="1600" dirty="0">
                  <a:solidFill>
                    <a:srgbClr val="003366"/>
                  </a:solidFill>
                </a:endParaRPr>
              </a:p>
              <a:p>
                <a:r>
                  <a:rPr lang="en-US" sz="1600" dirty="0">
                    <a:solidFill>
                      <a:srgbClr val="003366"/>
                    </a:solidFill>
                  </a:rPr>
                  <a:t>The search converges to the threshold </a:t>
                </a:r>
                <a14:m>
                  <m:oMath xmlns:m="http://schemas.openxmlformats.org/officeDocument/2006/math">
                    <m:r>
                      <a:rPr lang="en-US" sz="1600" i="1" dirty="0" smtClean="0">
                        <a:solidFill>
                          <a:srgbClr val="003366"/>
                        </a:solidFill>
                        <a:latin typeface="Cambria Math" panose="02040503050406030204" pitchFamily="18" charset="0"/>
                      </a:rPr>
                      <m:t>𝑡</m:t>
                    </m:r>
                    <m:r>
                      <a:rPr lang="en-US" sz="1600" i="0" dirty="0">
                        <a:solidFill>
                          <a:srgbClr val="003366"/>
                        </a:solidFill>
                        <a:latin typeface="Cambria Math" panose="02040503050406030204" pitchFamily="18" charset="0"/>
                      </a:rPr>
                      <m:t>=40</m:t>
                    </m:r>
                  </m:oMath>
                </a14:m>
                <a:r>
                  <a:rPr lang="en-US" sz="1600" dirty="0">
                    <a:solidFill>
                      <a:srgbClr val="003366"/>
                    </a:solidFill>
                  </a:rPr>
                  <a:t>.</a:t>
                </a:r>
              </a:p>
              <a:p>
                <a:endParaRPr lang="en-US" sz="1600" dirty="0">
                  <a:solidFill>
                    <a:srgbClr val="003366"/>
                  </a:solidFill>
                </a:endParaRPr>
              </a:p>
              <a:p>
                <a:r>
                  <a:rPr lang="en-US" sz="1600" dirty="0">
                    <a:solidFill>
                      <a:srgbClr val="003366"/>
                    </a:solidFill>
                  </a:rPr>
                  <a:t>The attacker extracts the predicate </a:t>
                </a:r>
                <a14:m>
                  <m:oMath xmlns:m="http://schemas.openxmlformats.org/officeDocument/2006/math">
                    <m:r>
                      <m:rPr>
                        <m:nor/>
                      </m:rPr>
                      <a:rPr lang="en-US" sz="1600" i="0" dirty="0" smtClean="0">
                        <a:solidFill>
                          <a:srgbClr val="003366"/>
                        </a:solidFill>
                        <a:latin typeface="Cambria Math" panose="02040503050406030204" pitchFamily="18" charset="0"/>
                      </a:rPr>
                      <m:t>Size</m:t>
                    </m:r>
                    <m:r>
                      <a:rPr lang="en-US" sz="1600" i="0" dirty="0">
                        <a:solidFill>
                          <a:srgbClr val="003366"/>
                        </a:solidFill>
                        <a:latin typeface="Cambria Math" panose="02040503050406030204" pitchFamily="18" charset="0"/>
                      </a:rPr>
                      <m:t>&gt;40</m:t>
                    </m:r>
                  </m:oMath>
                </a14:m>
                <a:r>
                  <a:rPr lang="en-US" sz="1600" dirty="0">
                    <a:solidFill>
                      <a:srgbClr val="003366"/>
                    </a:solidFill>
                  </a:rPr>
                  <a:t> for the current leaf and creates a query to explore the left branch:</a:t>
                </a:r>
              </a:p>
              <a:p>
                <a:r>
                  <a:rPr lang="en-US" sz="1600" dirty="0">
                    <a:solidFill>
                      <a:srgbClr val="003366"/>
                    </a:solidFill>
                  </a:rPr>
                  <a:t>    </a:t>
                </a:r>
                <a:endParaRPr lang="en-US" sz="1600" dirty="0">
                  <a:solidFill>
                    <a:srgbClr val="003366"/>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en-US" sz="1600" i="1" dirty="0">
                              <a:solidFill>
                                <a:srgbClr val="003366"/>
                              </a:solidFill>
                              <a:latin typeface="Cambria Math" panose="02040503050406030204" pitchFamily="18" charset="0"/>
                            </a:rPr>
                          </m:ctrlPr>
                        </m:sSupPr>
                        <m:e>
                          <m:r>
                            <a:rPr lang="en-US" sz="1600" i="1" dirty="0">
                              <a:solidFill>
                                <a:srgbClr val="003366"/>
                              </a:solidFill>
                              <a:latin typeface="Cambria Math" panose="02040503050406030204" pitchFamily="18" charset="0"/>
                            </a:rPr>
                            <m:t>𝑥</m:t>
                          </m:r>
                        </m:e>
                        <m:sup>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1</m:t>
                              </m:r>
                            </m:e>
                          </m:d>
                        </m:sup>
                      </m:sSup>
                      <m:r>
                        <a:rPr lang="en-US" sz="1600" i="0" dirty="0">
                          <a:solidFill>
                            <a:srgbClr val="003366"/>
                          </a:solidFill>
                          <a:latin typeface="Cambria Math" panose="02040503050406030204" pitchFamily="18" charset="0"/>
                        </a:rPr>
                        <m:t>=</m:t>
                      </m:r>
                      <m:d>
                        <m:dPr>
                          <m:begChr m:val="{"/>
                          <m:endChr m:val="}"/>
                          <m:ctrlPr>
                            <a:rPr lang="en-US" sz="1600" i="1" dirty="0">
                              <a:solidFill>
                                <a:srgbClr val="003366"/>
                              </a:solidFill>
                              <a:latin typeface="Cambria Math" panose="02040503050406030204" pitchFamily="18" charset="0"/>
                            </a:rPr>
                          </m:ctrlPr>
                        </m:dPr>
                        <m:e>
                          <m:r>
                            <m:rPr>
                              <m:nor/>
                            </m:rPr>
                            <a:rPr lang="en-US" sz="1600" i="0" dirty="0">
                              <a:solidFill>
                                <a:srgbClr val="003366"/>
                              </a:solidFill>
                              <a:latin typeface="Cambria Math" panose="02040503050406030204" pitchFamily="18" charset="0"/>
                            </a:rPr>
                            <m:t>Size</m:t>
                          </m:r>
                          <m:r>
                            <a:rPr lang="en-US" sz="1600" i="0" dirty="0">
                              <a:solidFill>
                                <a:srgbClr val="003366"/>
                              </a:solidFill>
                              <a:latin typeface="Cambria Math" panose="02040503050406030204" pitchFamily="18" charset="0"/>
                            </a:rPr>
                            <m:t>=39, </m:t>
                          </m:r>
                          <m:r>
                            <m:rPr>
                              <m:nor/>
                            </m:rPr>
                            <a:rPr lang="en-US" sz="1600" i="0" dirty="0">
                              <a:solidFill>
                                <a:srgbClr val="003366"/>
                              </a:solidFill>
                              <a:latin typeface="Cambria Math" panose="02040503050406030204" pitchFamily="18" charset="0"/>
                            </a:rPr>
                            <m:t>Color</m:t>
                          </m:r>
                          <m:r>
                            <a:rPr lang="en-US" sz="1600" i="0" dirty="0">
                              <a:solidFill>
                                <a:srgbClr val="003366"/>
                              </a:solidFill>
                              <a:latin typeface="Cambria Math" panose="02040503050406030204" pitchFamily="18" charset="0"/>
                            </a:rPr>
                            <m:t>=</m:t>
                          </m:r>
                          <m:r>
                            <m:rPr>
                              <m:nor/>
                            </m:rPr>
                            <a:rPr lang="en-US" sz="1600" i="0" dirty="0">
                              <a:solidFill>
                                <a:srgbClr val="003366"/>
                              </a:solidFill>
                              <a:latin typeface="Cambria Math" panose="02040503050406030204" pitchFamily="18" charset="0"/>
                            </a:rPr>
                            <m:t>Red</m:t>
                          </m:r>
                        </m:e>
                      </m:d>
                      <m:r>
                        <a:rPr lang="en-US" sz="1600" i="0" dirty="0">
                          <a:solidFill>
                            <a:srgbClr val="003366"/>
                          </a:solidFill>
                          <a:latin typeface="Cambria Math" panose="02040503050406030204" pitchFamily="18" charset="0"/>
                        </a:rPr>
                        <m:t> </m:t>
                      </m:r>
                      <m:d>
                        <m:dPr>
                          <m:ctrlPr>
                            <a:rPr lang="en-US" sz="1600" i="1" dirty="0">
                              <a:solidFill>
                                <a:srgbClr val="003366"/>
                              </a:solidFill>
                              <a:latin typeface="Cambria Math" panose="02040503050406030204" pitchFamily="18" charset="0"/>
                            </a:rPr>
                          </m:ctrlPr>
                        </m:dPr>
                        <m:e>
                          <m:r>
                            <m:rPr>
                              <m:nor/>
                            </m:rPr>
                            <a:rPr lang="en-US" sz="1600" i="0" dirty="0">
                              <a:solidFill>
                                <a:srgbClr val="003366"/>
                              </a:solidFill>
                              <a:latin typeface="Cambria Math" panose="02040503050406030204" pitchFamily="18" charset="0"/>
                            </a:rPr>
                            <m:t>leads</m:t>
                          </m:r>
                          <m:r>
                            <m:rPr>
                              <m:nor/>
                            </m:rPr>
                            <a:rPr lang="en-US" sz="1600" i="0" dirty="0">
                              <a:solidFill>
                                <a:srgbClr val="003366"/>
                              </a:solidFill>
                              <a:latin typeface="Cambria Math" panose="02040503050406030204" pitchFamily="18" charset="0"/>
                            </a:rPr>
                            <m:t> </m:t>
                          </m:r>
                          <m:r>
                            <m:rPr>
                              <m:nor/>
                            </m:rPr>
                            <a:rPr lang="en-US" sz="1600" i="0" dirty="0">
                              <a:solidFill>
                                <a:srgbClr val="003366"/>
                              </a:solidFill>
                              <a:latin typeface="Cambria Math" panose="02040503050406030204" pitchFamily="18" charset="0"/>
                            </a:rPr>
                            <m:t>to</m:t>
                          </m:r>
                          <m:r>
                            <m:rPr>
                              <m:nor/>
                            </m:rPr>
                            <a:rPr lang="en-US" sz="1600" i="0" dirty="0">
                              <a:solidFill>
                                <a:srgbClr val="003366"/>
                              </a:solidFill>
                              <a:latin typeface="Cambria Math" panose="02040503050406030204" pitchFamily="18" charset="0"/>
                            </a:rPr>
                            <m:t> </m:t>
                          </m:r>
                          <m:r>
                            <m:rPr>
                              <m:nor/>
                            </m:rPr>
                            <a:rPr lang="en-US" sz="1600" i="0" dirty="0">
                              <a:solidFill>
                                <a:srgbClr val="003366"/>
                              </a:solidFill>
                              <a:latin typeface="Cambria Math" panose="02040503050406030204" pitchFamily="18" charset="0"/>
                            </a:rPr>
                            <m:t>Leaf</m:t>
                          </m:r>
                          <m:r>
                            <m:rPr>
                              <m:nor/>
                            </m:rPr>
                            <a:rPr lang="en-US" sz="1600" i="0" dirty="0">
                              <a:solidFill>
                                <a:srgbClr val="003366"/>
                              </a:solidFill>
                              <a:latin typeface="Cambria Math" panose="02040503050406030204" pitchFamily="18" charset="0"/>
                            </a:rPr>
                            <m:t> 1</m:t>
                          </m:r>
                        </m:e>
                      </m:d>
                    </m:oMath>
                  </m:oMathPara>
                </a14:m>
                <a:endParaRPr lang="en-US" sz="1600" dirty="0">
                  <a:solidFill>
                    <a:srgbClr val="003366"/>
                  </a:solidFill>
                </a:endParaRPr>
              </a:p>
              <a:p>
                <a:r>
                  <a:rPr lang="en-US" sz="1600" dirty="0">
                    <a:solidFill>
                      <a:srgbClr val="003366"/>
                    </a:solidFill>
                  </a:rPr>
                  <a:t>    </a:t>
                </a:r>
              </a:p>
            </p:txBody>
          </p:sp>
        </mc:Choice>
        <mc:Fallback xmlns="">
          <p:sp>
            <p:nvSpPr>
              <p:cNvPr id="4" name="TextBox 3">
                <a:extLst>
                  <a:ext uri="{FF2B5EF4-FFF2-40B4-BE49-F238E27FC236}">
                    <a16:creationId xmlns:a16="http://schemas.microsoft.com/office/drawing/2014/main" id="{0FB522F9-18F2-F856-B363-6C6460CAD175}"/>
                  </a:ext>
                </a:extLst>
              </p:cNvPr>
              <p:cNvSpPr txBox="1">
                <a:spLocks noRot="1" noChangeAspect="1" noMove="1" noResize="1" noEditPoints="1" noAdjustHandles="1" noChangeArrowheads="1" noChangeShapeType="1" noTextEdit="1"/>
              </p:cNvSpPr>
              <p:nvPr/>
            </p:nvSpPr>
            <p:spPr>
              <a:xfrm>
                <a:off x="719138" y="1268760"/>
                <a:ext cx="7957318" cy="5142370"/>
              </a:xfrm>
              <a:prstGeom prst="rect">
                <a:avLst/>
              </a:prstGeom>
              <a:blipFill>
                <a:blip r:embed="rId2"/>
                <a:stretch>
                  <a:fillRect l="-318" t="-246"/>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101D9179-145C-30F0-0CB6-1C29A7AE962A}"/>
              </a:ext>
            </a:extLst>
          </p:cNvPr>
          <p:cNvSpPr>
            <a:spLocks noGrp="1"/>
          </p:cNvSpPr>
          <p:nvPr>
            <p:ph type="sldNum" sz="quarter" idx="10"/>
          </p:nvPr>
        </p:nvSpPr>
        <p:spPr/>
        <p:txBody>
          <a:bodyPr/>
          <a:lstStyle/>
          <a:p>
            <a:pPr>
              <a:defRPr/>
            </a:pPr>
            <a:fld id="{FE5AEF74-5102-4921-8DBA-649C609AF6D1}" type="slidenum">
              <a:rPr lang="it-IT" smtClean="0"/>
              <a:pPr>
                <a:defRPr/>
              </a:pPr>
              <a:t>49</a:t>
            </a:fld>
            <a:endParaRPr lang="it-IT"/>
          </a:p>
        </p:txBody>
      </p:sp>
      <p:sp>
        <p:nvSpPr>
          <p:cNvPr id="3" name="Round Diagonal Corner Rectangle 2">
            <a:extLst>
              <a:ext uri="{FF2B5EF4-FFF2-40B4-BE49-F238E27FC236}">
                <a16:creationId xmlns:a16="http://schemas.microsoft.com/office/drawing/2014/main" id="{A2D190E5-8D27-93D3-3EB6-7C51EAB1DD48}"/>
              </a:ext>
            </a:extLst>
          </p:cNvPr>
          <p:cNvSpPr/>
          <p:nvPr/>
        </p:nvSpPr>
        <p:spPr>
          <a:xfrm>
            <a:off x="467544" y="1094942"/>
            <a:ext cx="8208912" cy="5142370"/>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948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B4067-967C-46B7-F77F-C73D23C0C9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6035F7-D4D7-80D2-B900-2A44B6D295C6}"/>
              </a:ext>
            </a:extLst>
          </p:cNvPr>
          <p:cNvSpPr>
            <a:spLocks noGrp="1"/>
          </p:cNvSpPr>
          <p:nvPr>
            <p:ph type="title"/>
          </p:nvPr>
        </p:nvSpPr>
        <p:spPr>
          <a:xfrm>
            <a:off x="719138" y="286544"/>
            <a:ext cx="5437038" cy="838200"/>
          </a:xfrm>
        </p:spPr>
        <p:txBody>
          <a:bodyPr/>
          <a:lstStyle/>
          <a:p>
            <a:r>
              <a:rPr lang="en-CA" sz="2800" i="1" dirty="0">
                <a:latin typeface="Cambria"/>
              </a:rPr>
              <a:t>B</a:t>
            </a:r>
            <a:r>
              <a:rPr lang="en-CA" sz="2600" i="1" dirty="0">
                <a:latin typeface="Cambria"/>
              </a:rPr>
              <a:t>ONUS:</a:t>
            </a:r>
            <a:r>
              <a:rPr lang="en-CA" sz="2800" i="1" dirty="0">
                <a:latin typeface="Cambria"/>
              </a:rPr>
              <a:t>S</a:t>
            </a:r>
            <a:r>
              <a:rPr lang="en-CA" sz="2600" i="1" dirty="0">
                <a:latin typeface="Cambria"/>
              </a:rPr>
              <a:t>TEALING </a:t>
            </a:r>
            <a:r>
              <a:rPr lang="en-CA" sz="2800" i="1" dirty="0">
                <a:latin typeface="Cambria"/>
              </a:rPr>
              <a:t>D</a:t>
            </a:r>
            <a:r>
              <a:rPr lang="en-CA" sz="2600" i="1" dirty="0">
                <a:latin typeface="Cambria"/>
              </a:rPr>
              <a:t>ECISION </a:t>
            </a:r>
            <a:r>
              <a:rPr lang="en-CA" sz="2800" i="1" dirty="0">
                <a:latin typeface="Cambria"/>
              </a:rPr>
              <a:t>T</a:t>
            </a:r>
            <a:r>
              <a:rPr lang="en-CA" sz="2600" i="1" dirty="0">
                <a:latin typeface="Cambria"/>
              </a:rPr>
              <a:t>REES</a:t>
            </a:r>
            <a:endParaRPr sz="2600" dirty="0">
              <a:latin typeface="Cambria"/>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494D6A1-5864-3ED7-F7DB-58C7579C880E}"/>
                  </a:ext>
                </a:extLst>
              </p:cNvPr>
              <p:cNvSpPr txBox="1"/>
              <p:nvPr/>
            </p:nvSpPr>
            <p:spPr>
              <a:xfrm>
                <a:off x="685841" y="1135759"/>
                <a:ext cx="8029327" cy="3779496"/>
              </a:xfrm>
              <a:prstGeom prst="rect">
                <a:avLst/>
              </a:prstGeom>
              <a:noFill/>
            </p:spPr>
            <p:txBody>
              <a:bodyPr wrap="square">
                <a:spAutoFit/>
              </a:bodyPr>
              <a:lstStyle/>
              <a:p>
                <a:r>
                  <a:rPr lang="en-US" u="sng" dirty="0">
                    <a:solidFill>
                      <a:srgbClr val="003366"/>
                    </a:solidFill>
                  </a:rPr>
                  <a:t>Step 3: Category Split for Categorical Feature (Color):</a:t>
                </a:r>
              </a:p>
              <a:p>
                <a:endParaRPr lang="en-US" dirty="0">
                  <a:solidFill>
                    <a:srgbClr val="003366"/>
                  </a:solidFill>
                </a:endParaRPr>
              </a:p>
              <a:p>
                <a:r>
                  <a:rPr lang="en-US" dirty="0">
                    <a:solidFill>
                      <a:srgbClr val="003366"/>
                    </a:solidFill>
                  </a:rPr>
                  <a:t>    The attacker varies </a:t>
                </a:r>
                <a14:m>
                  <m:oMath xmlns:m="http://schemas.openxmlformats.org/officeDocument/2006/math">
                    <m:r>
                      <m:rPr>
                        <m:nor/>
                      </m:rPr>
                      <a:rPr lang="en-US" i="0" dirty="0" smtClean="0">
                        <a:solidFill>
                          <a:srgbClr val="003366"/>
                        </a:solidFill>
                        <a:latin typeface="Cambria Math" panose="02040503050406030204" pitchFamily="18" charset="0"/>
                      </a:rPr>
                      <m:t>Color</m:t>
                    </m:r>
                  </m:oMath>
                </a14:m>
                <a:r>
                  <a:rPr lang="en-US" dirty="0">
                    <a:solidFill>
                      <a:srgbClr val="003366"/>
                    </a:solidFill>
                  </a:rPr>
                  <a:t> for the query </a:t>
                </a:r>
                <a14:m>
                  <m:oMath xmlns:m="http://schemas.openxmlformats.org/officeDocument/2006/math">
                    <m:r>
                      <m:rPr>
                        <m:nor/>
                      </m:rPr>
                      <a:rPr lang="en-US" i="0" dirty="0" smtClean="0">
                        <a:solidFill>
                          <a:srgbClr val="003366"/>
                        </a:solidFill>
                        <a:latin typeface="Cambria Math" panose="02040503050406030204" pitchFamily="18" charset="0"/>
                      </a:rPr>
                      <m:t>Size</m:t>
                    </m:r>
                    <m:r>
                      <a:rPr lang="en-US" i="0" dirty="0">
                        <a:solidFill>
                          <a:srgbClr val="003366"/>
                        </a:solidFill>
                        <a:latin typeface="Cambria Math" panose="02040503050406030204" pitchFamily="18" charset="0"/>
                      </a:rPr>
                      <m:t>=50</m:t>
                    </m:r>
                  </m:oMath>
                </a14:m>
                <a:r>
                  <a:rPr lang="en-US" dirty="0">
                    <a:solidFill>
                      <a:srgbClr val="003366"/>
                    </a:solidFill>
                  </a:rPr>
                  <a:t>:</a:t>
                </a:r>
              </a:p>
              <a:p>
                <a:r>
                  <a:rPr lang="en-US" dirty="0">
                    <a:solidFill>
                      <a:srgbClr val="003366"/>
                    </a:solidFill>
                  </a:rPr>
                  <a:t>    </a:t>
                </a:r>
                <a:endParaRPr lang="en-US" i="1" dirty="0">
                  <a:solidFill>
                    <a:srgbClr val="003366"/>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dirty="0">
                          <a:solidFill>
                            <a:srgbClr val="003366"/>
                          </a:solidFill>
                          <a:latin typeface="Cambria Math" panose="02040503050406030204" pitchFamily="18" charset="0"/>
                        </a:rPr>
                        <m:t>𝑂</m:t>
                      </m:r>
                      <m:d>
                        <m:dPr>
                          <m:ctrlPr>
                            <a:rPr lang="en-US" i="1" dirty="0">
                              <a:solidFill>
                                <a:srgbClr val="003366"/>
                              </a:solidFill>
                              <a:latin typeface="Cambria Math" panose="02040503050406030204" pitchFamily="18" charset="0"/>
                            </a:rPr>
                          </m:ctrlPr>
                        </m:dPr>
                        <m:e>
                          <m:d>
                            <m:dPr>
                              <m:begChr m:val="{"/>
                              <m:endChr m:val="}"/>
                              <m:ctrlPr>
                                <a:rPr lang="en-US" i="1" dirty="0">
                                  <a:solidFill>
                                    <a:srgbClr val="003366"/>
                                  </a:solidFill>
                                  <a:latin typeface="Cambria Math" panose="02040503050406030204" pitchFamily="18" charset="0"/>
                                </a:rPr>
                              </m:ctrlPr>
                            </m:dPr>
                            <m:e>
                              <m:r>
                                <m:rPr>
                                  <m:nor/>
                                </m:rPr>
                                <a:rPr lang="en-US" i="0" dirty="0">
                                  <a:solidFill>
                                    <a:srgbClr val="003366"/>
                                  </a:solidFill>
                                  <a:latin typeface="Cambria Math" panose="02040503050406030204" pitchFamily="18" charset="0"/>
                                </a:rPr>
                                <m:t>Size</m:t>
                              </m:r>
                              <m:r>
                                <a:rPr lang="en-US" i="0" dirty="0">
                                  <a:solidFill>
                                    <a:srgbClr val="003366"/>
                                  </a:solidFill>
                                  <a:latin typeface="Cambria Math" panose="02040503050406030204" pitchFamily="18" charset="0"/>
                                </a:rPr>
                                <m:t>=50, </m:t>
                              </m:r>
                              <m:r>
                                <m:rPr>
                                  <m:nor/>
                                </m:rPr>
                                <a:rPr lang="en-US" i="0" dirty="0">
                                  <a:solidFill>
                                    <a:srgbClr val="003366"/>
                                  </a:solidFill>
                                  <a:latin typeface="Cambria Math" panose="02040503050406030204" pitchFamily="18" charset="0"/>
                                </a:rPr>
                                <m:t>Color</m:t>
                              </m:r>
                              <m:r>
                                <a:rPr lang="en-US" i="0" dirty="0">
                                  <a:solidFill>
                                    <a:srgbClr val="003366"/>
                                  </a:solidFill>
                                  <a:latin typeface="Cambria Math" panose="02040503050406030204" pitchFamily="18" charset="0"/>
                                </a:rPr>
                                <m:t>=</m:t>
                              </m:r>
                              <m:r>
                                <m:rPr>
                                  <m:nor/>
                                </m:rPr>
                                <a:rPr lang="en-US" i="0" dirty="0">
                                  <a:solidFill>
                                    <a:srgbClr val="003366"/>
                                  </a:solidFill>
                                  <a:latin typeface="Cambria Math" panose="02040503050406030204" pitchFamily="18" charset="0"/>
                                </a:rPr>
                                <m:t>Blue</m:t>
                              </m:r>
                            </m:e>
                          </m:d>
                        </m:e>
                      </m:d>
                      <m:r>
                        <a:rPr lang="en-US" i="0" dirty="0">
                          <a:solidFill>
                            <a:srgbClr val="003366"/>
                          </a:solidFill>
                          <a:latin typeface="Cambria Math" panose="02040503050406030204" pitchFamily="18" charset="0"/>
                        </a:rPr>
                        <m:t>=0.75 </m:t>
                      </m:r>
                      <m:d>
                        <m:dPr>
                          <m:ctrlPr>
                            <a:rPr lang="en-US" i="1" dirty="0">
                              <a:solidFill>
                                <a:srgbClr val="003366"/>
                              </a:solidFill>
                              <a:latin typeface="Cambria Math" panose="02040503050406030204" pitchFamily="18" charset="0"/>
                            </a:rPr>
                          </m:ctrlPr>
                        </m:dPr>
                        <m:e>
                          <m:r>
                            <m:rPr>
                              <m:nor/>
                            </m:rPr>
                            <a:rPr lang="en-US" i="0" dirty="0">
                              <a:solidFill>
                                <a:srgbClr val="003366"/>
                              </a:solidFill>
                              <a:latin typeface="Cambria Math" panose="02040503050406030204" pitchFamily="18" charset="0"/>
                            </a:rPr>
                            <m:t>Leaf</m:t>
                          </m:r>
                          <m:r>
                            <m:rPr>
                              <m:nor/>
                            </m:rPr>
                            <a:rPr lang="en-US" i="0" dirty="0">
                              <a:solidFill>
                                <a:srgbClr val="003366"/>
                              </a:solidFill>
                              <a:latin typeface="Cambria Math" panose="02040503050406030204" pitchFamily="18" charset="0"/>
                            </a:rPr>
                            <m:t> 3</m:t>
                          </m:r>
                        </m:e>
                      </m:d>
                    </m:oMath>
                  </m:oMathPara>
                </a14:m>
                <a:endParaRPr lang="en-US" dirty="0">
                  <a:solidFill>
                    <a:srgbClr val="003366"/>
                  </a:solidFill>
                </a:endParaRPr>
              </a:p>
              <a:p>
                <a:endParaRPr lang="en-US" dirty="0">
                  <a:solidFill>
                    <a:srgbClr val="003366"/>
                  </a:solidFill>
                </a:endParaRPr>
              </a:p>
              <a:p>
                <a:r>
                  <a:rPr lang="en-US" dirty="0">
                    <a:solidFill>
                      <a:srgbClr val="003366"/>
                    </a:solidFill>
                  </a:rPr>
                  <a:t>    Since this is a different leaf, the attacker extracts the predicate </a:t>
                </a:r>
                <a14:m>
                  <m:oMath xmlns:m="http://schemas.openxmlformats.org/officeDocument/2006/math">
                    <m:r>
                      <m:rPr>
                        <m:nor/>
                      </m:rPr>
                      <a:rPr lang="en-US" i="0" dirty="0" smtClean="0">
                        <a:solidFill>
                          <a:srgbClr val="003366"/>
                        </a:solidFill>
                        <a:latin typeface="Cambria Math" panose="02040503050406030204" pitchFamily="18" charset="0"/>
                      </a:rPr>
                      <m:t>Color</m:t>
                    </m:r>
                    <m:r>
                      <a:rPr lang="en-US" i="0" dirty="0">
                        <a:solidFill>
                          <a:srgbClr val="003366"/>
                        </a:solidFill>
                        <a:latin typeface="Cambria Math" panose="02040503050406030204" pitchFamily="18" charset="0"/>
                      </a:rPr>
                      <m:t>=</m:t>
                    </m:r>
                    <m:r>
                      <m:rPr>
                        <m:nor/>
                      </m:rPr>
                      <a:rPr lang="en-US" i="0" dirty="0">
                        <a:solidFill>
                          <a:srgbClr val="003366"/>
                        </a:solidFill>
                        <a:latin typeface="Cambria Math" panose="02040503050406030204" pitchFamily="18" charset="0"/>
                      </a:rPr>
                      <m:t>Red</m:t>
                    </m:r>
                  </m:oMath>
                </a14:m>
                <a:r>
                  <a:rPr lang="en-US" dirty="0">
                    <a:solidFill>
                      <a:srgbClr val="003366"/>
                    </a:solidFill>
                  </a:rPr>
                  <a:t> for Leaf 2 and schedules a query to explore the Blue branch:</a:t>
                </a:r>
              </a:p>
              <a:p>
                <a:r>
                  <a:rPr lang="en-US" dirty="0">
                    <a:solidFill>
                      <a:srgbClr val="003366"/>
                    </a:solidFill>
                  </a:rPr>
                  <a:t>    </a:t>
                </a:r>
                <a:endParaRPr lang="en-US" dirty="0">
                  <a:solidFill>
                    <a:srgbClr val="003366"/>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en-US" i="1" dirty="0">
                              <a:solidFill>
                                <a:srgbClr val="003366"/>
                              </a:solidFill>
                              <a:latin typeface="Cambria Math" panose="02040503050406030204" pitchFamily="18" charset="0"/>
                            </a:rPr>
                          </m:ctrlPr>
                        </m:sSupPr>
                        <m:e>
                          <m:r>
                            <a:rPr lang="en-US" i="1" dirty="0">
                              <a:solidFill>
                                <a:srgbClr val="003366"/>
                              </a:solidFill>
                              <a:latin typeface="Cambria Math" panose="02040503050406030204" pitchFamily="18" charset="0"/>
                            </a:rPr>
                            <m:t>𝑥</m:t>
                          </m:r>
                        </m:e>
                        <m:sup>
                          <m:d>
                            <m:dPr>
                              <m:ctrlPr>
                                <a:rPr lang="en-US" i="1" dirty="0">
                                  <a:solidFill>
                                    <a:srgbClr val="003366"/>
                                  </a:solidFill>
                                  <a:latin typeface="Cambria Math" panose="02040503050406030204" pitchFamily="18" charset="0"/>
                                </a:rPr>
                              </m:ctrlPr>
                            </m:dPr>
                            <m:e>
                              <m:r>
                                <a:rPr lang="en-US" i="0" dirty="0">
                                  <a:solidFill>
                                    <a:srgbClr val="003366"/>
                                  </a:solidFill>
                                  <a:latin typeface="Cambria Math" panose="02040503050406030204" pitchFamily="18" charset="0"/>
                                </a:rPr>
                                <m:t>2</m:t>
                              </m:r>
                            </m:e>
                          </m:d>
                        </m:sup>
                      </m:sSup>
                      <m:r>
                        <a:rPr lang="en-US" i="0" dirty="0">
                          <a:solidFill>
                            <a:srgbClr val="003366"/>
                          </a:solidFill>
                          <a:latin typeface="Cambria Math" panose="02040503050406030204" pitchFamily="18" charset="0"/>
                        </a:rPr>
                        <m:t>=</m:t>
                      </m:r>
                      <m:d>
                        <m:dPr>
                          <m:begChr m:val="{"/>
                          <m:endChr m:val="}"/>
                          <m:ctrlPr>
                            <a:rPr lang="en-US" i="1" dirty="0">
                              <a:solidFill>
                                <a:srgbClr val="003366"/>
                              </a:solidFill>
                              <a:latin typeface="Cambria Math" panose="02040503050406030204" pitchFamily="18" charset="0"/>
                            </a:rPr>
                          </m:ctrlPr>
                        </m:dPr>
                        <m:e>
                          <m:r>
                            <m:rPr>
                              <m:nor/>
                            </m:rPr>
                            <a:rPr lang="en-US" i="0" dirty="0">
                              <a:solidFill>
                                <a:srgbClr val="003366"/>
                              </a:solidFill>
                              <a:latin typeface="Cambria Math" panose="02040503050406030204" pitchFamily="18" charset="0"/>
                            </a:rPr>
                            <m:t>Size</m:t>
                          </m:r>
                          <m:r>
                            <a:rPr lang="en-US" i="0" dirty="0">
                              <a:solidFill>
                                <a:srgbClr val="003366"/>
                              </a:solidFill>
                              <a:latin typeface="Cambria Math" panose="02040503050406030204" pitchFamily="18" charset="0"/>
                            </a:rPr>
                            <m:t>=50, </m:t>
                          </m:r>
                          <m:r>
                            <m:rPr>
                              <m:nor/>
                            </m:rPr>
                            <a:rPr lang="en-US" i="0" dirty="0">
                              <a:solidFill>
                                <a:srgbClr val="003366"/>
                              </a:solidFill>
                              <a:latin typeface="Cambria Math" panose="02040503050406030204" pitchFamily="18" charset="0"/>
                            </a:rPr>
                            <m:t>Color</m:t>
                          </m:r>
                          <m:r>
                            <a:rPr lang="en-US" i="0" dirty="0">
                              <a:solidFill>
                                <a:srgbClr val="003366"/>
                              </a:solidFill>
                              <a:latin typeface="Cambria Math" panose="02040503050406030204" pitchFamily="18" charset="0"/>
                            </a:rPr>
                            <m:t>=</m:t>
                          </m:r>
                          <m:r>
                            <m:rPr>
                              <m:nor/>
                            </m:rPr>
                            <a:rPr lang="en-US" i="0" dirty="0">
                              <a:solidFill>
                                <a:srgbClr val="003366"/>
                              </a:solidFill>
                              <a:latin typeface="Cambria Math" panose="02040503050406030204" pitchFamily="18" charset="0"/>
                            </a:rPr>
                            <m:t>Blue</m:t>
                          </m:r>
                        </m:e>
                      </m:d>
                      <m:r>
                        <a:rPr lang="en-US" i="0" dirty="0">
                          <a:solidFill>
                            <a:srgbClr val="003366"/>
                          </a:solidFill>
                          <a:latin typeface="Cambria Math" panose="02040503050406030204" pitchFamily="18" charset="0"/>
                        </a:rPr>
                        <m:t> </m:t>
                      </m:r>
                      <m:d>
                        <m:dPr>
                          <m:ctrlPr>
                            <a:rPr lang="en-US" i="1" dirty="0">
                              <a:solidFill>
                                <a:srgbClr val="003366"/>
                              </a:solidFill>
                              <a:latin typeface="Cambria Math" panose="02040503050406030204" pitchFamily="18" charset="0"/>
                            </a:rPr>
                          </m:ctrlPr>
                        </m:dPr>
                        <m:e>
                          <m:r>
                            <m:rPr>
                              <m:nor/>
                            </m:rPr>
                            <a:rPr lang="en-US" i="0" dirty="0">
                              <a:solidFill>
                                <a:srgbClr val="003366"/>
                              </a:solidFill>
                              <a:latin typeface="Cambria Math" panose="02040503050406030204" pitchFamily="18" charset="0"/>
                            </a:rPr>
                            <m:t>leads</m:t>
                          </m:r>
                          <m:r>
                            <m:rPr>
                              <m:nor/>
                            </m:rPr>
                            <a:rPr lang="en-US" i="0" dirty="0">
                              <a:solidFill>
                                <a:srgbClr val="003366"/>
                              </a:solidFill>
                              <a:latin typeface="Cambria Math" panose="02040503050406030204" pitchFamily="18" charset="0"/>
                            </a:rPr>
                            <m:t> </m:t>
                          </m:r>
                          <m:r>
                            <m:rPr>
                              <m:nor/>
                            </m:rPr>
                            <a:rPr lang="en-US" i="0" dirty="0">
                              <a:solidFill>
                                <a:srgbClr val="003366"/>
                              </a:solidFill>
                              <a:latin typeface="Cambria Math" panose="02040503050406030204" pitchFamily="18" charset="0"/>
                            </a:rPr>
                            <m:t>to</m:t>
                          </m:r>
                          <m:r>
                            <m:rPr>
                              <m:nor/>
                            </m:rPr>
                            <a:rPr lang="en-US" i="0" dirty="0">
                              <a:solidFill>
                                <a:srgbClr val="003366"/>
                              </a:solidFill>
                              <a:latin typeface="Cambria Math" panose="02040503050406030204" pitchFamily="18" charset="0"/>
                            </a:rPr>
                            <m:t> </m:t>
                          </m:r>
                          <m:r>
                            <m:rPr>
                              <m:nor/>
                            </m:rPr>
                            <a:rPr lang="en-US" i="0" dirty="0">
                              <a:solidFill>
                                <a:srgbClr val="003366"/>
                              </a:solidFill>
                              <a:latin typeface="Cambria Math" panose="02040503050406030204" pitchFamily="18" charset="0"/>
                            </a:rPr>
                            <m:t>Leaf</m:t>
                          </m:r>
                          <m:r>
                            <m:rPr>
                              <m:nor/>
                            </m:rPr>
                            <a:rPr lang="en-US" i="0" dirty="0">
                              <a:solidFill>
                                <a:srgbClr val="003366"/>
                              </a:solidFill>
                              <a:latin typeface="Cambria Math" panose="02040503050406030204" pitchFamily="18" charset="0"/>
                            </a:rPr>
                            <m:t> 3</m:t>
                          </m:r>
                        </m:e>
                      </m:d>
                    </m:oMath>
                  </m:oMathPara>
                </a14:m>
                <a:endParaRPr lang="en-US" dirty="0">
                  <a:solidFill>
                    <a:srgbClr val="003366"/>
                  </a:solidFill>
                </a:endParaRPr>
              </a:p>
              <a:p>
                <a:endParaRPr lang="en-US" dirty="0">
                  <a:solidFill>
                    <a:srgbClr val="003366"/>
                  </a:solidFill>
                </a:endParaRPr>
              </a:p>
              <a:p>
                <a:r>
                  <a:rPr lang="en-US" dirty="0">
                    <a:solidFill>
                      <a:srgbClr val="003366"/>
                    </a:solidFill>
                  </a:rPr>
                  <a:t>By processing </a:t>
                </a:r>
                <a14:m>
                  <m:oMath xmlns:m="http://schemas.openxmlformats.org/officeDocument/2006/math">
                    <m:sSup>
                      <m:sSupPr>
                        <m:ctrlPr>
                          <a:rPr lang="en-US" i="1" dirty="0" smtClean="0">
                            <a:solidFill>
                              <a:srgbClr val="003366"/>
                            </a:solidFill>
                            <a:latin typeface="Cambria Math" panose="02040503050406030204" pitchFamily="18" charset="0"/>
                          </a:rPr>
                        </m:ctrlPr>
                      </m:sSupPr>
                      <m:e>
                        <m:r>
                          <a:rPr lang="en-US" i="1" dirty="0">
                            <a:solidFill>
                              <a:srgbClr val="003366"/>
                            </a:solidFill>
                            <a:latin typeface="Cambria Math" panose="02040503050406030204" pitchFamily="18" charset="0"/>
                          </a:rPr>
                          <m:t>𝑥</m:t>
                        </m:r>
                      </m:e>
                      <m:sup>
                        <m:d>
                          <m:dPr>
                            <m:ctrlPr>
                              <a:rPr lang="en-US" i="1" dirty="0">
                                <a:solidFill>
                                  <a:srgbClr val="003366"/>
                                </a:solidFill>
                                <a:latin typeface="Cambria Math" panose="02040503050406030204" pitchFamily="18" charset="0"/>
                              </a:rPr>
                            </m:ctrlPr>
                          </m:dPr>
                          <m:e>
                            <m:r>
                              <a:rPr lang="en-US" i="0" dirty="0">
                                <a:solidFill>
                                  <a:srgbClr val="003366"/>
                                </a:solidFill>
                                <a:latin typeface="Cambria Math" panose="02040503050406030204" pitchFamily="18" charset="0"/>
                              </a:rPr>
                              <m:t>1</m:t>
                            </m:r>
                          </m:e>
                        </m:d>
                      </m:sup>
                    </m:sSup>
                  </m:oMath>
                </a14:m>
                <a:r>
                  <a:rPr lang="en-US" dirty="0">
                    <a:solidFill>
                      <a:srgbClr val="003366"/>
                    </a:solidFill>
                  </a:rPr>
                  <a:t> and </a:t>
                </a:r>
                <a14:m>
                  <m:oMath xmlns:m="http://schemas.openxmlformats.org/officeDocument/2006/math">
                    <m:sSup>
                      <m:sSupPr>
                        <m:ctrlPr>
                          <a:rPr lang="en-US" i="1" dirty="0" smtClean="0">
                            <a:solidFill>
                              <a:srgbClr val="003366"/>
                            </a:solidFill>
                            <a:latin typeface="Cambria Math" panose="02040503050406030204" pitchFamily="18" charset="0"/>
                          </a:rPr>
                        </m:ctrlPr>
                      </m:sSupPr>
                      <m:e>
                        <m:r>
                          <a:rPr lang="en-US" i="1" dirty="0">
                            <a:solidFill>
                              <a:srgbClr val="003366"/>
                            </a:solidFill>
                            <a:latin typeface="Cambria Math" panose="02040503050406030204" pitchFamily="18" charset="0"/>
                          </a:rPr>
                          <m:t>𝑥</m:t>
                        </m:r>
                      </m:e>
                      <m:sup>
                        <m:d>
                          <m:dPr>
                            <m:ctrlPr>
                              <a:rPr lang="en-US" i="1" dirty="0">
                                <a:solidFill>
                                  <a:srgbClr val="003366"/>
                                </a:solidFill>
                                <a:latin typeface="Cambria Math" panose="02040503050406030204" pitchFamily="18" charset="0"/>
                              </a:rPr>
                            </m:ctrlPr>
                          </m:dPr>
                          <m:e>
                            <m:r>
                              <a:rPr lang="en-US" i="0" dirty="0">
                                <a:solidFill>
                                  <a:srgbClr val="003366"/>
                                </a:solidFill>
                                <a:latin typeface="Cambria Math" panose="02040503050406030204" pitchFamily="18" charset="0"/>
                              </a:rPr>
                              <m:t>2</m:t>
                            </m:r>
                          </m:e>
                        </m:d>
                      </m:sup>
                    </m:sSup>
                  </m:oMath>
                </a14:m>
                <a:r>
                  <a:rPr lang="en-US" dirty="0">
                    <a:solidFill>
                      <a:srgbClr val="003366"/>
                    </a:solidFill>
                  </a:rPr>
                  <a:t> in the queue, the attacker successfully reconstructs the complete tree structure.</a:t>
                </a:r>
              </a:p>
            </p:txBody>
          </p:sp>
        </mc:Choice>
        <mc:Fallback xmlns="">
          <p:sp>
            <p:nvSpPr>
              <p:cNvPr id="4" name="TextBox 3">
                <a:extLst>
                  <a:ext uri="{FF2B5EF4-FFF2-40B4-BE49-F238E27FC236}">
                    <a16:creationId xmlns:a16="http://schemas.microsoft.com/office/drawing/2014/main" id="{E494D6A1-5864-3ED7-F7DB-58C7579C880E}"/>
                  </a:ext>
                </a:extLst>
              </p:cNvPr>
              <p:cNvSpPr txBox="1">
                <a:spLocks noRot="1" noChangeAspect="1" noMove="1" noResize="1" noEditPoints="1" noAdjustHandles="1" noChangeArrowheads="1" noChangeShapeType="1" noTextEdit="1"/>
              </p:cNvSpPr>
              <p:nvPr/>
            </p:nvSpPr>
            <p:spPr>
              <a:xfrm>
                <a:off x="685841" y="1135759"/>
                <a:ext cx="8029327" cy="3779496"/>
              </a:xfrm>
              <a:prstGeom prst="rect">
                <a:avLst/>
              </a:prstGeom>
              <a:blipFill>
                <a:blip r:embed="rId2"/>
                <a:stretch>
                  <a:fillRect l="-790" t="-671" b="-1678"/>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D06E333B-DEC4-D0A3-D2EB-F78D46FA5D96}"/>
              </a:ext>
            </a:extLst>
          </p:cNvPr>
          <p:cNvSpPr>
            <a:spLocks noGrp="1"/>
          </p:cNvSpPr>
          <p:nvPr>
            <p:ph type="sldNum" sz="quarter" idx="10"/>
          </p:nvPr>
        </p:nvSpPr>
        <p:spPr/>
        <p:txBody>
          <a:bodyPr/>
          <a:lstStyle/>
          <a:p>
            <a:pPr>
              <a:defRPr/>
            </a:pPr>
            <a:fld id="{FE5AEF74-5102-4921-8DBA-649C609AF6D1}" type="slidenum">
              <a:rPr lang="it-IT" smtClean="0"/>
              <a:pPr>
                <a:defRPr/>
              </a:pPr>
              <a:t>50</a:t>
            </a:fld>
            <a:endParaRPr lang="it-IT"/>
          </a:p>
        </p:txBody>
      </p:sp>
      <p:sp>
        <p:nvSpPr>
          <p:cNvPr id="5" name="Round Diagonal Corner Rectangle 4">
            <a:extLst>
              <a:ext uri="{FF2B5EF4-FFF2-40B4-BE49-F238E27FC236}">
                <a16:creationId xmlns:a16="http://schemas.microsoft.com/office/drawing/2014/main" id="{55CF446D-B241-A9CB-C586-F9A364B9B181}"/>
              </a:ext>
            </a:extLst>
          </p:cNvPr>
          <p:cNvSpPr/>
          <p:nvPr/>
        </p:nvSpPr>
        <p:spPr>
          <a:xfrm>
            <a:off x="428832" y="980728"/>
            <a:ext cx="8286336" cy="4320480"/>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1664802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dirty="0">
                <a:solidFill>
                  <a:srgbClr val="003F6E"/>
                </a:solidFill>
                <a:latin typeface="Cambria"/>
              </a:rPr>
              <a:t>Open Challenges</a:t>
            </a:r>
          </a:p>
        </p:txBody>
      </p:sp>
      <p:graphicFrame>
        <p:nvGraphicFramePr>
          <p:cNvPr id="5" name="Content Placeholder 4">
            <a:extLst>
              <a:ext uri="{FF2B5EF4-FFF2-40B4-BE49-F238E27FC236}">
                <a16:creationId xmlns:a16="http://schemas.microsoft.com/office/drawing/2014/main" id="{30409182-6B87-FB77-1DC4-C5584C938502}"/>
              </a:ext>
            </a:extLst>
          </p:cNvPr>
          <p:cNvGraphicFramePr>
            <a:graphicFrameLocks noGrp="1"/>
          </p:cNvGraphicFramePr>
          <p:nvPr>
            <p:ph idx="1"/>
            <p:extLst>
              <p:ext uri="{D42A27DB-BD31-4B8C-83A1-F6EECF244321}">
                <p14:modId xmlns:p14="http://schemas.microsoft.com/office/powerpoint/2010/main" val="3483887217"/>
              </p:ext>
            </p:extLst>
          </p:nvPr>
        </p:nvGraphicFramePr>
        <p:xfrm>
          <a:off x="731520" y="1645920"/>
          <a:ext cx="7680960" cy="4389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99312FF0-7620-6A9D-5E02-6D231F70433E}"/>
              </a:ext>
            </a:extLst>
          </p:cNvPr>
          <p:cNvSpPr>
            <a:spLocks noGrp="1"/>
          </p:cNvSpPr>
          <p:nvPr>
            <p:ph type="sldNum" sz="quarter" idx="10"/>
          </p:nvPr>
        </p:nvSpPr>
        <p:spPr/>
        <p:txBody>
          <a:bodyPr/>
          <a:lstStyle/>
          <a:p>
            <a:pPr>
              <a:defRPr/>
            </a:pPr>
            <a:fld id="{FE5AEF74-5102-4921-8DBA-649C609AF6D1}" type="slidenum">
              <a:rPr lang="it-IT" smtClean="0"/>
              <a:pPr>
                <a:defRPr/>
              </a:pPr>
              <a:t>51</a:t>
            </a:fld>
            <a:endParaRPr lang="it-IT"/>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003F6E"/>
                </a:solidFill>
                <a:latin typeface="Cambria"/>
              </a:rPr>
              <a:t>Summary &amp; Key Takeaways</a:t>
            </a:r>
          </a:p>
        </p:txBody>
      </p:sp>
      <p:graphicFrame>
        <p:nvGraphicFramePr>
          <p:cNvPr id="5" name="Content Placeholder 4">
            <a:extLst>
              <a:ext uri="{FF2B5EF4-FFF2-40B4-BE49-F238E27FC236}">
                <a16:creationId xmlns:a16="http://schemas.microsoft.com/office/drawing/2014/main" id="{968DAAE8-EF7D-025D-4E0F-212235758FFD}"/>
              </a:ext>
            </a:extLst>
          </p:cNvPr>
          <p:cNvGraphicFramePr>
            <a:graphicFrameLocks noGrp="1"/>
          </p:cNvGraphicFramePr>
          <p:nvPr>
            <p:ph idx="1"/>
            <p:extLst>
              <p:ext uri="{D42A27DB-BD31-4B8C-83A1-F6EECF244321}">
                <p14:modId xmlns:p14="http://schemas.microsoft.com/office/powerpoint/2010/main" val="469320223"/>
              </p:ext>
            </p:extLst>
          </p:nvPr>
        </p:nvGraphicFramePr>
        <p:xfrm>
          <a:off x="731520" y="1645920"/>
          <a:ext cx="7680960" cy="4389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754E938A-1E67-886B-8849-D75D6476ED27}"/>
              </a:ext>
            </a:extLst>
          </p:cNvPr>
          <p:cNvSpPr>
            <a:spLocks noGrp="1"/>
          </p:cNvSpPr>
          <p:nvPr>
            <p:ph type="sldNum" sz="quarter" idx="10"/>
          </p:nvPr>
        </p:nvSpPr>
        <p:spPr/>
        <p:txBody>
          <a:bodyPr/>
          <a:lstStyle/>
          <a:p>
            <a:pPr>
              <a:defRPr/>
            </a:pPr>
            <a:fld id="{FE5AEF74-5102-4921-8DBA-649C609AF6D1}" type="slidenum">
              <a:rPr lang="it-IT" smtClean="0"/>
              <a:pPr>
                <a:defRPr/>
              </a:pPr>
              <a:t>52</a:t>
            </a:fld>
            <a:endParaRPr lang="it-IT"/>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003F6E"/>
                </a:solidFill>
                <a:latin typeface="Cambria"/>
              </a:rPr>
              <a:t>Main References</a:t>
            </a:r>
          </a:p>
        </p:txBody>
      </p:sp>
      <p:sp>
        <p:nvSpPr>
          <p:cNvPr id="3" name="Content Placeholder 2"/>
          <p:cNvSpPr>
            <a:spLocks noGrp="1"/>
          </p:cNvSpPr>
          <p:nvPr>
            <p:ph idx="1"/>
          </p:nvPr>
        </p:nvSpPr>
        <p:spPr>
          <a:xfrm>
            <a:off x="395536" y="1170856"/>
            <a:ext cx="8532440" cy="5652219"/>
          </a:xfrm>
        </p:spPr>
        <p:txBody>
          <a:bodyPr wrap="square"/>
          <a:lstStyle/>
          <a:p>
            <a:pPr>
              <a:spcAft>
                <a:spcPts val="600"/>
              </a:spcAft>
            </a:pPr>
            <a:r>
              <a:rPr sz="1800" dirty="0">
                <a:solidFill>
                  <a:srgbClr val="000000"/>
                </a:solidFill>
                <a:latin typeface="Cambria"/>
              </a:rPr>
              <a:t>• Florian </a:t>
            </a:r>
            <a:r>
              <a:rPr sz="1800" dirty="0" err="1">
                <a:solidFill>
                  <a:srgbClr val="000000"/>
                </a:solidFill>
                <a:latin typeface="Cambria"/>
              </a:rPr>
              <a:t>Tramèr</a:t>
            </a:r>
            <a:r>
              <a:rPr sz="1800" dirty="0">
                <a:solidFill>
                  <a:srgbClr val="000000"/>
                </a:solidFill>
                <a:latin typeface="Cambria"/>
              </a:rPr>
              <a:t>, Fan Zhang, Ari Juels, Michael K. Reiter, and Thomas </a:t>
            </a:r>
            <a:r>
              <a:rPr sz="1800" dirty="0" err="1">
                <a:solidFill>
                  <a:srgbClr val="000000"/>
                </a:solidFill>
                <a:latin typeface="Cambria"/>
              </a:rPr>
              <a:t>Ristenpart</a:t>
            </a:r>
            <a:r>
              <a:rPr sz="1800" dirty="0">
                <a:solidFill>
                  <a:srgbClr val="000000"/>
                </a:solidFill>
                <a:latin typeface="Cambria"/>
              </a:rPr>
              <a:t>.</a:t>
            </a:r>
          </a:p>
          <a:p>
            <a:pPr lvl="1">
              <a:spcAft>
                <a:spcPts val="600"/>
              </a:spcAft>
            </a:pPr>
            <a:r>
              <a:rPr sz="1600" dirty="0">
                <a:solidFill>
                  <a:srgbClr val="000000"/>
                </a:solidFill>
                <a:latin typeface="Cambria"/>
              </a:rPr>
              <a:t>  "Stealing Machine Learning Models via Prediction APIs", USENIX Security 2016.</a:t>
            </a:r>
          </a:p>
          <a:p>
            <a:pPr>
              <a:spcAft>
                <a:spcPts val="600"/>
              </a:spcAft>
            </a:pPr>
            <a:r>
              <a:rPr sz="1800" dirty="0">
                <a:solidFill>
                  <a:srgbClr val="000000"/>
                </a:solidFill>
                <a:latin typeface="Cambria"/>
              </a:rPr>
              <a:t>• Daryna Oliynyk, Rudolf Mayer, and Andreas Rauber.</a:t>
            </a:r>
          </a:p>
          <a:p>
            <a:pPr lvl="1">
              <a:spcAft>
                <a:spcPts val="600"/>
              </a:spcAft>
            </a:pPr>
            <a:r>
              <a:rPr sz="1600" dirty="0">
                <a:solidFill>
                  <a:srgbClr val="000000"/>
                </a:solidFill>
                <a:latin typeface="Cambria"/>
              </a:rPr>
              <a:t>  "I Know What You Trained Last Summer: A Survey on Stealing Machine Learning Models and </a:t>
            </a:r>
            <a:r>
              <a:rPr sz="1600" dirty="0" err="1">
                <a:solidFill>
                  <a:srgbClr val="000000"/>
                </a:solidFill>
                <a:latin typeface="Cambria"/>
              </a:rPr>
              <a:t>Defences</a:t>
            </a:r>
            <a:r>
              <a:rPr sz="1600" dirty="0">
                <a:solidFill>
                  <a:srgbClr val="000000"/>
                </a:solidFill>
                <a:latin typeface="Cambria"/>
              </a:rPr>
              <a:t>", ACM </a:t>
            </a:r>
            <a:r>
              <a:rPr sz="1600" dirty="0" err="1">
                <a:solidFill>
                  <a:srgbClr val="000000"/>
                </a:solidFill>
                <a:latin typeface="Cambria"/>
              </a:rPr>
              <a:t>Comput</a:t>
            </a:r>
            <a:r>
              <a:rPr sz="1600" dirty="0">
                <a:solidFill>
                  <a:srgbClr val="000000"/>
                </a:solidFill>
                <a:latin typeface="Cambria"/>
              </a:rPr>
              <a:t>. </a:t>
            </a:r>
            <a:r>
              <a:rPr sz="1600" dirty="0" err="1">
                <a:solidFill>
                  <a:srgbClr val="000000"/>
                </a:solidFill>
                <a:latin typeface="Cambria"/>
              </a:rPr>
              <a:t>Surv</a:t>
            </a:r>
            <a:r>
              <a:rPr sz="1600" dirty="0">
                <a:solidFill>
                  <a:srgbClr val="000000"/>
                </a:solidFill>
                <a:latin typeface="Cambria"/>
              </a:rPr>
              <a:t>. 2023.</a:t>
            </a:r>
          </a:p>
          <a:p>
            <a:pPr>
              <a:spcAft>
                <a:spcPts val="600"/>
              </a:spcAft>
            </a:pPr>
            <a:r>
              <a:rPr sz="1800" dirty="0">
                <a:solidFill>
                  <a:srgbClr val="000000"/>
                </a:solidFill>
                <a:latin typeface="Cambria"/>
              </a:rPr>
              <a:t>• </a:t>
            </a:r>
            <a:r>
              <a:rPr sz="1800" dirty="0" err="1">
                <a:solidFill>
                  <a:srgbClr val="000000"/>
                </a:solidFill>
                <a:latin typeface="Cambria"/>
              </a:rPr>
              <a:t>Kaixiang</a:t>
            </a:r>
            <a:r>
              <a:rPr sz="1800" dirty="0">
                <a:solidFill>
                  <a:srgbClr val="000000"/>
                </a:solidFill>
                <a:latin typeface="Cambria"/>
              </a:rPr>
              <a:t> Zhao, </a:t>
            </a:r>
            <a:r>
              <a:rPr sz="1800" dirty="0" err="1">
                <a:solidFill>
                  <a:srgbClr val="000000"/>
                </a:solidFill>
                <a:latin typeface="Cambria"/>
              </a:rPr>
              <a:t>Lincan</a:t>
            </a:r>
            <a:r>
              <a:rPr sz="1800" dirty="0">
                <a:solidFill>
                  <a:srgbClr val="000000"/>
                </a:solidFill>
                <a:latin typeface="Cambria"/>
              </a:rPr>
              <a:t> Li, </a:t>
            </a:r>
            <a:r>
              <a:rPr sz="1800" dirty="0" err="1">
                <a:solidFill>
                  <a:srgbClr val="000000"/>
                </a:solidFill>
                <a:latin typeface="Cambria"/>
              </a:rPr>
              <a:t>Kaize</a:t>
            </a:r>
            <a:r>
              <a:rPr sz="1800" dirty="0">
                <a:solidFill>
                  <a:srgbClr val="000000"/>
                </a:solidFill>
                <a:latin typeface="Cambria"/>
              </a:rPr>
              <a:t> Ding, Neil </a:t>
            </a:r>
            <a:r>
              <a:rPr sz="1800" dirty="0" err="1">
                <a:solidFill>
                  <a:srgbClr val="000000"/>
                </a:solidFill>
                <a:latin typeface="Cambria"/>
              </a:rPr>
              <a:t>Zhenqiang</a:t>
            </a:r>
            <a:r>
              <a:rPr sz="1800" dirty="0">
                <a:solidFill>
                  <a:srgbClr val="000000"/>
                </a:solidFill>
                <a:latin typeface="Cambria"/>
              </a:rPr>
              <a:t> Gong, Yue Zhao, and </a:t>
            </a:r>
            <a:r>
              <a:rPr sz="1800" dirty="0" err="1">
                <a:solidFill>
                  <a:srgbClr val="000000"/>
                </a:solidFill>
                <a:latin typeface="Cambria"/>
              </a:rPr>
              <a:t>Yushun</a:t>
            </a:r>
            <a:r>
              <a:rPr sz="1800" dirty="0">
                <a:solidFill>
                  <a:srgbClr val="000000"/>
                </a:solidFill>
                <a:latin typeface="Cambria"/>
              </a:rPr>
              <a:t> Dong.</a:t>
            </a:r>
          </a:p>
          <a:p>
            <a:pPr lvl="1">
              <a:spcAft>
                <a:spcPts val="600"/>
              </a:spcAft>
            </a:pPr>
            <a:r>
              <a:rPr sz="1600" dirty="0">
                <a:solidFill>
                  <a:srgbClr val="000000"/>
                </a:solidFill>
                <a:latin typeface="Cambria"/>
              </a:rPr>
              <a:t>  "A Systematic Survey of Model Extraction Attacks and Defenses: State-of-the-Art and Perspectives", </a:t>
            </a:r>
            <a:r>
              <a:rPr sz="1600" dirty="0" err="1">
                <a:solidFill>
                  <a:srgbClr val="000000"/>
                </a:solidFill>
                <a:latin typeface="Cambria"/>
              </a:rPr>
              <a:t>arXiv</a:t>
            </a:r>
            <a:r>
              <a:rPr sz="1600" dirty="0">
                <a:solidFill>
                  <a:srgbClr val="000000"/>
                </a:solidFill>
                <a:latin typeface="Cambria"/>
              </a:rPr>
              <a:t> 2025.</a:t>
            </a:r>
          </a:p>
          <a:p>
            <a:pPr>
              <a:spcAft>
                <a:spcPts val="600"/>
              </a:spcAft>
            </a:pPr>
            <a:r>
              <a:rPr sz="1800" dirty="0">
                <a:solidFill>
                  <a:srgbClr val="000000"/>
                </a:solidFill>
                <a:latin typeface="Cambria"/>
              </a:rPr>
              <a:t>• Bang Wu, </a:t>
            </a:r>
            <a:r>
              <a:rPr sz="1800" dirty="0" err="1">
                <a:solidFill>
                  <a:srgbClr val="000000"/>
                </a:solidFill>
                <a:latin typeface="Cambria"/>
              </a:rPr>
              <a:t>Xiangwen</a:t>
            </a:r>
            <a:r>
              <a:rPr sz="1800" dirty="0">
                <a:solidFill>
                  <a:srgbClr val="000000"/>
                </a:solidFill>
                <a:latin typeface="Cambria"/>
              </a:rPr>
              <a:t> Yang, </a:t>
            </a:r>
            <a:r>
              <a:rPr sz="1800" dirty="0" err="1">
                <a:solidFill>
                  <a:srgbClr val="000000"/>
                </a:solidFill>
                <a:latin typeface="Cambria"/>
              </a:rPr>
              <a:t>Shirui</a:t>
            </a:r>
            <a:r>
              <a:rPr sz="1800" dirty="0">
                <a:solidFill>
                  <a:srgbClr val="000000"/>
                </a:solidFill>
                <a:latin typeface="Cambria"/>
              </a:rPr>
              <a:t> Pan, and </a:t>
            </a:r>
            <a:r>
              <a:rPr sz="1800" dirty="0" err="1">
                <a:solidFill>
                  <a:srgbClr val="000000"/>
                </a:solidFill>
                <a:latin typeface="Cambria"/>
              </a:rPr>
              <a:t>Xingliang</a:t>
            </a:r>
            <a:r>
              <a:rPr sz="1800" dirty="0">
                <a:solidFill>
                  <a:srgbClr val="000000"/>
                </a:solidFill>
                <a:latin typeface="Cambria"/>
              </a:rPr>
              <a:t> Yuan.</a:t>
            </a:r>
          </a:p>
          <a:p>
            <a:pPr lvl="1">
              <a:spcAft>
                <a:spcPts val="600"/>
              </a:spcAft>
            </a:pPr>
            <a:r>
              <a:rPr sz="1600" dirty="0">
                <a:solidFill>
                  <a:srgbClr val="000000"/>
                </a:solidFill>
                <a:latin typeface="Cambria"/>
              </a:rPr>
              <a:t>  "Model Extraction Attacks on Graph Neural Networks: Taxonomy and </a:t>
            </a:r>
            <a:r>
              <a:rPr sz="1600" dirty="0" err="1">
                <a:solidFill>
                  <a:srgbClr val="000000"/>
                </a:solidFill>
                <a:latin typeface="Cambria"/>
              </a:rPr>
              <a:t>Realisation</a:t>
            </a:r>
            <a:r>
              <a:rPr sz="1600" dirty="0">
                <a:solidFill>
                  <a:srgbClr val="000000"/>
                </a:solidFill>
                <a:latin typeface="Cambria"/>
              </a:rPr>
              <a:t>", ASIA CCS 2022.</a:t>
            </a:r>
          </a:p>
          <a:p>
            <a:pPr>
              <a:spcAft>
                <a:spcPts val="600"/>
              </a:spcAft>
            </a:pPr>
            <a:r>
              <a:rPr sz="1800" dirty="0">
                <a:solidFill>
                  <a:srgbClr val="000000"/>
                </a:solidFill>
                <a:latin typeface="Cambria"/>
              </a:rPr>
              <a:t>• Tushar Nayan, Qiming Guo, Mohammed Al </a:t>
            </a:r>
            <a:r>
              <a:rPr sz="1800" dirty="0" err="1">
                <a:solidFill>
                  <a:srgbClr val="000000"/>
                </a:solidFill>
                <a:latin typeface="Cambria"/>
              </a:rPr>
              <a:t>Duniawi</a:t>
            </a:r>
            <a:r>
              <a:rPr sz="1800" dirty="0">
                <a:solidFill>
                  <a:srgbClr val="000000"/>
                </a:solidFill>
                <a:latin typeface="Cambria"/>
              </a:rPr>
              <a:t>, Marcus Botacin, Selcuk </a:t>
            </a:r>
            <a:r>
              <a:rPr sz="1800" dirty="0" err="1">
                <a:solidFill>
                  <a:srgbClr val="000000"/>
                </a:solidFill>
                <a:latin typeface="Cambria"/>
              </a:rPr>
              <a:t>Uluagac</a:t>
            </a:r>
            <a:r>
              <a:rPr sz="1800" dirty="0">
                <a:solidFill>
                  <a:srgbClr val="000000"/>
                </a:solidFill>
                <a:latin typeface="Cambria"/>
              </a:rPr>
              <a:t>, and </a:t>
            </a:r>
            <a:r>
              <a:rPr sz="1800" dirty="0" err="1">
                <a:solidFill>
                  <a:srgbClr val="000000"/>
                </a:solidFill>
                <a:latin typeface="Cambria"/>
              </a:rPr>
              <a:t>Ruimin</a:t>
            </a:r>
            <a:r>
              <a:rPr sz="1800" dirty="0">
                <a:solidFill>
                  <a:srgbClr val="000000"/>
                </a:solidFill>
                <a:latin typeface="Cambria"/>
              </a:rPr>
              <a:t> Sun.</a:t>
            </a:r>
          </a:p>
          <a:p>
            <a:pPr lvl="1">
              <a:spcAft>
                <a:spcPts val="600"/>
              </a:spcAft>
            </a:pPr>
            <a:r>
              <a:rPr sz="1600" dirty="0">
                <a:solidFill>
                  <a:srgbClr val="000000"/>
                </a:solidFill>
                <a:latin typeface="Cambria"/>
              </a:rPr>
              <a:t>  "</a:t>
            </a:r>
            <a:r>
              <a:rPr sz="1600" dirty="0" err="1">
                <a:solidFill>
                  <a:srgbClr val="000000"/>
                </a:solidFill>
                <a:latin typeface="Cambria"/>
              </a:rPr>
              <a:t>SoK</a:t>
            </a:r>
            <a:r>
              <a:rPr sz="1600" dirty="0">
                <a:solidFill>
                  <a:srgbClr val="000000"/>
                </a:solidFill>
                <a:latin typeface="Cambria"/>
              </a:rPr>
              <a:t>: All You Need to Know About On-Device ML Model Extraction", USENIX Security 2024.</a:t>
            </a:r>
          </a:p>
        </p:txBody>
      </p:sp>
      <p:sp>
        <p:nvSpPr>
          <p:cNvPr id="4" name="Slide Number Placeholder 3">
            <a:extLst>
              <a:ext uri="{FF2B5EF4-FFF2-40B4-BE49-F238E27FC236}">
                <a16:creationId xmlns:a16="http://schemas.microsoft.com/office/drawing/2014/main" id="{208CCEC6-5B2C-CE50-FBEC-07412B6265E2}"/>
              </a:ext>
            </a:extLst>
          </p:cNvPr>
          <p:cNvSpPr>
            <a:spLocks noGrp="1"/>
          </p:cNvSpPr>
          <p:nvPr>
            <p:ph type="sldNum" sz="quarter" idx="10"/>
          </p:nvPr>
        </p:nvSpPr>
        <p:spPr/>
        <p:txBody>
          <a:bodyPr/>
          <a:lstStyle/>
          <a:p>
            <a:pPr>
              <a:defRPr/>
            </a:pPr>
            <a:fld id="{FE5AEF74-5102-4921-8DBA-649C609AF6D1}" type="slidenum">
              <a:rPr lang="it-IT" smtClean="0"/>
              <a:pPr>
                <a:defRPr/>
              </a:pPr>
              <a:t>53</a:t>
            </a:fld>
            <a:endParaRPr lang="it-IT"/>
          </a:p>
        </p:txBody>
      </p:sp>
    </p:spTree>
  </p:cSld>
  <p:clrMapOvr>
    <a:masterClrMapping/>
  </p:clrMapOvr>
</p:sld>
</file>

<file path=ppt/theme/theme1.xml><?xml version="1.0" encoding="utf-8"?>
<a:theme xmlns:a="http://schemas.openxmlformats.org/drawingml/2006/main" name="2_Struttura predefinita">
  <a:themeElements>
    <a:clrScheme name="2_Struttura predefinit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Struttura predefinit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Struttura predefinit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Struttura predefinit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Struttura predefinit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Struttura predefinit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Struttura predefinit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Struttura predefinit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Struttura predefinit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i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43500</TotalTime>
  <Words>6944</Words>
  <Application>Microsoft Macintosh PowerPoint</Application>
  <PresentationFormat>On-screen Show (4:3)</PresentationFormat>
  <Paragraphs>786</Paragraphs>
  <Slides>53</Slides>
  <Notes>45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53</vt:i4>
      </vt:variant>
    </vt:vector>
  </HeadingPairs>
  <TitlesOfParts>
    <vt:vector size="60" baseType="lpstr">
      <vt:lpstr>Aptos Display</vt:lpstr>
      <vt:lpstr>Arial</vt:lpstr>
      <vt:lpstr>Cambria</vt:lpstr>
      <vt:lpstr>Cambria Math</vt:lpstr>
      <vt:lpstr>Minion Web</vt:lpstr>
      <vt:lpstr>Wingdings</vt:lpstr>
      <vt:lpstr>2_Struttura predefinita</vt:lpstr>
      <vt:lpstr>PowerPoint Presentation</vt:lpstr>
      <vt:lpstr>AGENDA</vt:lpstr>
      <vt:lpstr>INTRODUCTION</vt:lpstr>
      <vt:lpstr>WHY IT IS IMPORTANT</vt:lpstr>
      <vt:lpstr>FOUNDATIONAL TERMINOLOGY</vt:lpstr>
      <vt:lpstr>ATTACK TAXONOMY</vt:lpstr>
      <vt:lpstr>ATTACK TAXONOMY</vt:lpstr>
      <vt:lpstr>QUERY BASED ATTACKS</vt:lpstr>
      <vt:lpstr>SUBSTITUTE MODEL TRAINING</vt:lpstr>
      <vt:lpstr>SUBSTITUTE MODEL TRAINING</vt:lpstr>
      <vt:lpstr>SUBSTITUTE MODEL TRAINING</vt:lpstr>
      <vt:lpstr>SUBSTITUTE MODEL TRAINING</vt:lpstr>
      <vt:lpstr>SUBSTITUTE MODEL TRAINING</vt:lpstr>
      <vt:lpstr>SUBSTITUTE MODEL TRAINING</vt:lpstr>
      <vt:lpstr>SUBSTITUTE MODEL TRAINING</vt:lpstr>
      <vt:lpstr>SUBSTITUTE MODEL TRAINING</vt:lpstr>
      <vt:lpstr>EQUATION SOLVING</vt:lpstr>
      <vt:lpstr>EQUATION SOLVING</vt:lpstr>
      <vt:lpstr>EQUATION SOLVING</vt:lpstr>
      <vt:lpstr>EQUATION SOLVING</vt:lpstr>
      <vt:lpstr>DATA DRIVEN ATTACKS</vt:lpstr>
      <vt:lpstr>NON-PROBLEM DOMAIN ATTACKS</vt:lpstr>
      <vt:lpstr>PowerPoint Presentation</vt:lpstr>
      <vt:lpstr>DATA FREE ATTACKS</vt:lpstr>
      <vt:lpstr>DATA FREE ATTACKS</vt:lpstr>
      <vt:lpstr>SIDE CHANNEL ATTACKS</vt:lpstr>
      <vt:lpstr>SOFTWARE SIDE CHANNEL (CACHE-TIMING ATTACKS)</vt:lpstr>
      <vt:lpstr>SOFTWARE SIDE CHANNEL (CACHE-TIMING ATTACKS)</vt:lpstr>
      <vt:lpstr>HARDWARE SIDE CHANNEL (POWER ANALYSIS)</vt:lpstr>
      <vt:lpstr>HARDWARE SIDE CHANNEL (POWER ANALYSIS)</vt:lpstr>
      <vt:lpstr>GRADIENT-BASED ATTACKS</vt:lpstr>
      <vt:lpstr>DIRECT GRADIENT THEFT</vt:lpstr>
      <vt:lpstr>DIRECT GRADIENT THEFT</vt:lpstr>
      <vt:lpstr>GRADIENT ESTIMATION (FINITE DIFFERENCE)</vt:lpstr>
      <vt:lpstr>GRADIENT ESTIMATION (FINITE DIFFERENCE)</vt:lpstr>
      <vt:lpstr>ATTACKS ON TEXT MODEL</vt:lpstr>
      <vt:lpstr>ATTACKS ON TEXT MODEL</vt:lpstr>
      <vt:lpstr>ATTACKS ON TEXT MODEL</vt:lpstr>
      <vt:lpstr>ATTACKS ON VISION MODEL</vt:lpstr>
      <vt:lpstr>ATTACKS ON VISION MODEL</vt:lpstr>
      <vt:lpstr>ATTACKS ON VISION MODEL</vt:lpstr>
      <vt:lpstr>ATTACKS ON GRAPH MODEL</vt:lpstr>
      <vt:lpstr>ATTACKS ON GRAPH MODEL</vt:lpstr>
      <vt:lpstr>ATTACKS ON GRAPH MODEL</vt:lpstr>
      <vt:lpstr>BONUS:STEALING DECISION TREES</vt:lpstr>
      <vt:lpstr>BONUS:STEALING DECISION TREES</vt:lpstr>
      <vt:lpstr>BONUS:STEALING DECISION TREES</vt:lpstr>
      <vt:lpstr>BONUS:STEALING DECISION TREES</vt:lpstr>
      <vt:lpstr>BONUS:STEALING DECISION TREES</vt:lpstr>
      <vt:lpstr>BONUS:STEALING DECISION TREES</vt:lpstr>
      <vt:lpstr>Open Challenges</vt:lpstr>
      <vt:lpstr>Summary &amp; Key Takeaways</vt:lpstr>
      <vt:lpstr>Main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Project</dc:title>
  <dc:creator>Roozbeh</dc:creator>
  <cp:lastModifiedBy>Refat Ishrak Hemel</cp:lastModifiedBy>
  <cp:revision>1537</cp:revision>
  <cp:lastPrinted>2025-01-08T22:41:49Z</cp:lastPrinted>
  <dcterms:created xsi:type="dcterms:W3CDTF">2006-07-06T09:00:29Z</dcterms:created>
  <dcterms:modified xsi:type="dcterms:W3CDTF">2026-08-12T00:54:44Z</dcterms:modified>
</cp:coreProperties>
</file>