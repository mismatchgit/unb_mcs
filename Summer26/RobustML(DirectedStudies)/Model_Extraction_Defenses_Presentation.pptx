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5.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diagrams/data4.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66" r:id="rId1"/>
  </p:sldMasterIdLst>
  <p:notesMasterIdLst>
    <p:notesMasterId r:id="rId44"/>
  </p:notesMasterIdLst>
  <p:handoutMasterIdLst>
    <p:handoutMasterId r:id="rId45"/>
  </p:handoutMasterIdLst>
  <p:sldIdLst>
    <p:sldId id="774" r:id="rId2"/>
    <p:sldId id="775" r:id="rId3"/>
    <p:sldId id="776" r:id="rId4"/>
    <p:sldId id="780" r:id="rId5"/>
    <p:sldId id="837" r:id="rId6"/>
    <p:sldId id="781" r:id="rId7"/>
    <p:sldId id="795" r:id="rId8"/>
    <p:sldId id="796" r:id="rId9"/>
    <p:sldId id="804" r:id="rId10"/>
    <p:sldId id="797" r:id="rId11"/>
    <p:sldId id="799" r:id="rId12"/>
    <p:sldId id="800" r:id="rId13"/>
    <p:sldId id="838" r:id="rId14"/>
    <p:sldId id="839" r:id="rId15"/>
    <p:sldId id="840" r:id="rId16"/>
    <p:sldId id="801" r:id="rId17"/>
    <p:sldId id="841" r:id="rId18"/>
    <p:sldId id="842" r:id="rId19"/>
    <p:sldId id="802" r:id="rId20"/>
    <p:sldId id="803" r:id="rId21"/>
    <p:sldId id="843" r:id="rId22"/>
    <p:sldId id="844" r:id="rId23"/>
    <p:sldId id="807" r:id="rId24"/>
    <p:sldId id="845" r:id="rId25"/>
    <p:sldId id="846" r:id="rId26"/>
    <p:sldId id="808" r:id="rId27"/>
    <p:sldId id="809" r:id="rId28"/>
    <p:sldId id="847" r:id="rId29"/>
    <p:sldId id="848" r:id="rId30"/>
    <p:sldId id="810" r:id="rId31"/>
    <p:sldId id="849" r:id="rId32"/>
    <p:sldId id="811" r:id="rId33"/>
    <p:sldId id="850" r:id="rId34"/>
    <p:sldId id="851" r:id="rId35"/>
    <p:sldId id="852" r:id="rId36"/>
    <p:sldId id="853" r:id="rId37"/>
    <p:sldId id="854" r:id="rId38"/>
    <p:sldId id="855" r:id="rId39"/>
    <p:sldId id="856" r:id="rId40"/>
    <p:sldId id="857" r:id="rId41"/>
    <p:sldId id="790" r:id="rId42"/>
    <p:sldId id="792" r:id="rId43"/>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003366"/>
    <a:srgbClr val="00CC99"/>
    <a:srgbClr val="EE8E00"/>
    <a:srgbClr val="FF9900"/>
    <a:srgbClr val="99FF66"/>
    <a:srgbClr val="3366CC"/>
    <a:srgbClr val="003399"/>
    <a:srgbClr val="FF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B77F07-A393-4417-94E7-23E06335FA1D}" v="3" dt="2026-01-23T21:01:30.013"/>
  </p1510:revLst>
</p1510:revInfo>
</file>

<file path=ppt/tableStyles.xml><?xml version="1.0" encoding="utf-8"?>
<a:tblStyleLst xmlns:a="http://schemas.openxmlformats.org/drawingml/2006/main" def="{5C22544A-7EE6-4342-B048-85BDC9FD1C3A}">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Stile scuro 2 - Colore 5/Colore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Stile medio 1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Stile chiaro 3 - Color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7CE84F3-28C3-443E-9E96-99CF82512B78}" styleName="Stile scuro 1 - Colore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B1032C-EA38-4F05-BA0D-38AFFFC7BED3}" styleName="Stile chiaro 3 - Color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4C1A8A3-306A-4EB7-A6B1-4F7E0EB9C5D6}" styleName="Stile medio 3 - Colore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78367" autoAdjust="0"/>
  </p:normalViewPr>
  <p:slideViewPr>
    <p:cSldViewPr>
      <p:cViewPr varScale="1">
        <p:scale>
          <a:sx n="114" d="100"/>
          <a:sy n="114" d="100"/>
        </p:scale>
        <p:origin x="536" y="168"/>
      </p:cViewPr>
      <p:guideLst>
        <p:guide orient="horz" pos="2160"/>
        <p:guide pos="2880"/>
      </p:guideLst>
    </p:cSldViewPr>
  </p:slideViewPr>
  <p:outlineViewPr>
    <p:cViewPr>
      <p:scale>
        <a:sx n="33" d="100"/>
        <a:sy n="33" d="100"/>
      </p:scale>
      <p:origin x="0" y="-33176"/>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zbeh Razavi-Far" userId="54a6735f-f923-4b24-bfab-7de18e907ca6" providerId="ADAL" clId="{A5F2370B-B243-4F27-AF05-38FC5B32BD93}"/>
    <pc:docChg chg="delSld modSld">
      <pc:chgData name="Roozbeh Razavi-Far" userId="54a6735f-f923-4b24-bfab-7de18e907ca6" providerId="ADAL" clId="{A5F2370B-B243-4F27-AF05-38FC5B32BD93}" dt="2026-01-23T21:02:35.305" v="184" actId="6549"/>
      <pc:docMkLst>
        <pc:docMk/>
      </pc:docMkLst>
      <pc:sldChg chg="modSp mod">
        <pc:chgData name="Roozbeh Razavi-Far" userId="54a6735f-f923-4b24-bfab-7de18e907ca6" providerId="ADAL" clId="{A5F2370B-B243-4F27-AF05-38FC5B32BD93}" dt="2026-01-23T21:02:35.305" v="184" actId="6549"/>
        <pc:sldMkLst>
          <pc:docMk/>
          <pc:sldMk cId="0" sldId="774"/>
        </pc:sldMkLst>
        <pc:spChg chg="mod">
          <ac:chgData name="Roozbeh Razavi-Far" userId="54a6735f-f923-4b24-bfab-7de18e907ca6" providerId="ADAL" clId="{A5F2370B-B243-4F27-AF05-38FC5B32BD93}" dt="2026-01-23T21:02:10.740" v="125" actId="6549"/>
          <ac:spMkLst>
            <pc:docMk/>
            <pc:sldMk cId="0" sldId="774"/>
            <ac:spMk id="18433" creationId="{00000000-0000-0000-0000-000000000000}"/>
          </ac:spMkLst>
        </pc:spChg>
        <pc:spChg chg="mod">
          <ac:chgData name="Roozbeh Razavi-Far" userId="54a6735f-f923-4b24-bfab-7de18e907ca6" providerId="ADAL" clId="{A5F2370B-B243-4F27-AF05-38FC5B32BD93}" dt="2026-01-23T21:02:35.305" v="184" actId="6549"/>
          <ac:spMkLst>
            <pc:docMk/>
            <pc:sldMk cId="0" sldId="774"/>
            <ac:spMk id="18435" creationId="{00000000-0000-0000-0000-000000000000}"/>
          </ac:spMkLst>
        </pc:spChg>
      </pc:sldChg>
      <pc:sldChg chg="del">
        <pc:chgData name="Roozbeh Razavi-Far" userId="54a6735f-f923-4b24-bfab-7de18e907ca6" providerId="ADAL" clId="{A5F2370B-B243-4F27-AF05-38FC5B32BD93}" dt="2026-01-23T21:01:04.312" v="4" actId="47"/>
        <pc:sldMkLst>
          <pc:docMk/>
          <pc:sldMk cId="0" sldId="1010"/>
        </pc:sldMkLst>
      </pc:sldChg>
      <pc:sldChg chg="del">
        <pc:chgData name="Roozbeh Razavi-Far" userId="54a6735f-f923-4b24-bfab-7de18e907ca6" providerId="ADAL" clId="{A5F2370B-B243-4F27-AF05-38FC5B32BD93}" dt="2026-01-23T21:01:04.347" v="5" actId="47"/>
        <pc:sldMkLst>
          <pc:docMk/>
          <pc:sldMk cId="0" sldId="1011"/>
        </pc:sldMkLst>
      </pc:sldChg>
      <pc:sldChg chg="del">
        <pc:chgData name="Roozbeh Razavi-Far" userId="54a6735f-f923-4b24-bfab-7de18e907ca6" providerId="ADAL" clId="{A5F2370B-B243-4F27-AF05-38FC5B32BD93}" dt="2026-01-23T21:01:04.666" v="15" actId="47"/>
        <pc:sldMkLst>
          <pc:docMk/>
          <pc:sldMk cId="4278508695" sldId="1063"/>
        </pc:sldMkLst>
      </pc:sldChg>
      <pc:sldChg chg="del">
        <pc:chgData name="Roozbeh Razavi-Far" userId="54a6735f-f923-4b24-bfab-7de18e907ca6" providerId="ADAL" clId="{A5F2370B-B243-4F27-AF05-38FC5B32BD93}" dt="2026-01-23T21:01:04.784" v="19" actId="47"/>
        <pc:sldMkLst>
          <pc:docMk/>
          <pc:sldMk cId="2382801353" sldId="1068"/>
        </pc:sldMkLst>
      </pc:sldChg>
      <pc:sldChg chg="del">
        <pc:chgData name="Roozbeh Razavi-Far" userId="54a6735f-f923-4b24-bfab-7de18e907ca6" providerId="ADAL" clId="{A5F2370B-B243-4F27-AF05-38FC5B32BD93}" dt="2026-01-23T21:01:04.997" v="26" actId="47"/>
        <pc:sldMkLst>
          <pc:docMk/>
          <pc:sldMk cId="3960419075" sldId="1082"/>
        </pc:sldMkLst>
      </pc:sldChg>
      <pc:sldChg chg="del">
        <pc:chgData name="Roozbeh Razavi-Far" userId="54a6735f-f923-4b24-bfab-7de18e907ca6" providerId="ADAL" clId="{A5F2370B-B243-4F27-AF05-38FC5B32BD93}" dt="2026-01-23T21:01:05.045" v="27" actId="47"/>
        <pc:sldMkLst>
          <pc:docMk/>
          <pc:sldMk cId="3297132831" sldId="1084"/>
        </pc:sldMkLst>
      </pc:sldChg>
      <pc:sldChg chg="del">
        <pc:chgData name="Roozbeh Razavi-Far" userId="54a6735f-f923-4b24-bfab-7de18e907ca6" providerId="ADAL" clId="{A5F2370B-B243-4F27-AF05-38FC5B32BD93}" dt="2026-01-23T21:01:04.728" v="17" actId="47"/>
        <pc:sldMkLst>
          <pc:docMk/>
          <pc:sldMk cId="3519892179" sldId="1126"/>
        </pc:sldMkLst>
      </pc:sldChg>
      <pc:sldChg chg="del">
        <pc:chgData name="Roozbeh Razavi-Far" userId="54a6735f-f923-4b24-bfab-7de18e907ca6" providerId="ADAL" clId="{A5F2370B-B243-4F27-AF05-38FC5B32BD93}" dt="2026-01-23T21:01:04.752" v="18" actId="47"/>
        <pc:sldMkLst>
          <pc:docMk/>
          <pc:sldMk cId="704632050" sldId="1127"/>
        </pc:sldMkLst>
      </pc:sldChg>
      <pc:sldChg chg="del">
        <pc:chgData name="Roozbeh Razavi-Far" userId="54a6735f-f923-4b24-bfab-7de18e907ca6" providerId="ADAL" clId="{A5F2370B-B243-4F27-AF05-38FC5B32BD93}" dt="2026-01-23T21:01:04.815" v="20" actId="47"/>
        <pc:sldMkLst>
          <pc:docMk/>
          <pc:sldMk cId="1032690912" sldId="1128"/>
        </pc:sldMkLst>
      </pc:sldChg>
      <pc:sldChg chg="del">
        <pc:chgData name="Roozbeh Razavi-Far" userId="54a6735f-f923-4b24-bfab-7de18e907ca6" providerId="ADAL" clId="{A5F2370B-B243-4F27-AF05-38FC5B32BD93}" dt="2026-01-23T21:01:04.683" v="16" actId="47"/>
        <pc:sldMkLst>
          <pc:docMk/>
          <pc:sldMk cId="2416657147" sldId="1130"/>
        </pc:sldMkLst>
      </pc:sldChg>
      <pc:sldChg chg="del">
        <pc:chgData name="Roozbeh Razavi-Far" userId="54a6735f-f923-4b24-bfab-7de18e907ca6" providerId="ADAL" clId="{A5F2370B-B243-4F27-AF05-38FC5B32BD93}" dt="2026-01-23T21:01:04.851" v="21" actId="47"/>
        <pc:sldMkLst>
          <pc:docMk/>
          <pc:sldMk cId="2636887327" sldId="1131"/>
        </pc:sldMkLst>
      </pc:sldChg>
      <pc:sldChg chg="del">
        <pc:chgData name="Roozbeh Razavi-Far" userId="54a6735f-f923-4b24-bfab-7de18e907ca6" providerId="ADAL" clId="{A5F2370B-B243-4F27-AF05-38FC5B32BD93}" dt="2026-01-23T21:01:04.891" v="22" actId="47"/>
        <pc:sldMkLst>
          <pc:docMk/>
          <pc:sldMk cId="1643230204" sldId="1132"/>
        </pc:sldMkLst>
      </pc:sldChg>
      <pc:sldChg chg="del">
        <pc:chgData name="Roozbeh Razavi-Far" userId="54a6735f-f923-4b24-bfab-7de18e907ca6" providerId="ADAL" clId="{A5F2370B-B243-4F27-AF05-38FC5B32BD93}" dt="2026-01-23T21:01:04.915" v="23" actId="47"/>
        <pc:sldMkLst>
          <pc:docMk/>
          <pc:sldMk cId="3217103471" sldId="1133"/>
        </pc:sldMkLst>
      </pc:sldChg>
      <pc:sldChg chg="del">
        <pc:chgData name="Roozbeh Razavi-Far" userId="54a6735f-f923-4b24-bfab-7de18e907ca6" providerId="ADAL" clId="{A5F2370B-B243-4F27-AF05-38FC5B32BD93}" dt="2026-01-23T21:01:04.975" v="25" actId="47"/>
        <pc:sldMkLst>
          <pc:docMk/>
          <pc:sldMk cId="526867578" sldId="1134"/>
        </pc:sldMkLst>
      </pc:sldChg>
      <pc:sldChg chg="del">
        <pc:chgData name="Roozbeh Razavi-Far" userId="54a6735f-f923-4b24-bfab-7de18e907ca6" providerId="ADAL" clId="{A5F2370B-B243-4F27-AF05-38FC5B32BD93}" dt="2026-01-23T21:01:05.083" v="28" actId="47"/>
        <pc:sldMkLst>
          <pc:docMk/>
          <pc:sldMk cId="1880874412" sldId="1135"/>
        </pc:sldMkLst>
      </pc:sldChg>
      <pc:sldChg chg="del">
        <pc:chgData name="Roozbeh Razavi-Far" userId="54a6735f-f923-4b24-bfab-7de18e907ca6" providerId="ADAL" clId="{A5F2370B-B243-4F27-AF05-38FC5B32BD93}" dt="2026-01-23T21:01:05.316" v="29" actId="47"/>
        <pc:sldMkLst>
          <pc:docMk/>
          <pc:sldMk cId="174868321" sldId="1136"/>
        </pc:sldMkLst>
      </pc:sldChg>
      <pc:sldChg chg="del">
        <pc:chgData name="Roozbeh Razavi-Far" userId="54a6735f-f923-4b24-bfab-7de18e907ca6" providerId="ADAL" clId="{A5F2370B-B243-4F27-AF05-38FC5B32BD93}" dt="2026-01-23T21:01:05.560" v="30" actId="47"/>
        <pc:sldMkLst>
          <pc:docMk/>
          <pc:sldMk cId="1251906149" sldId="1192"/>
        </pc:sldMkLst>
      </pc:sldChg>
      <pc:sldChg chg="del">
        <pc:chgData name="Roozbeh Razavi-Far" userId="54a6735f-f923-4b24-bfab-7de18e907ca6" providerId="ADAL" clId="{A5F2370B-B243-4F27-AF05-38FC5B32BD93}" dt="2026-01-23T21:01:05.800" v="31" actId="47"/>
        <pc:sldMkLst>
          <pc:docMk/>
          <pc:sldMk cId="4294820974" sldId="1193"/>
        </pc:sldMkLst>
      </pc:sldChg>
      <pc:sldChg chg="del">
        <pc:chgData name="Roozbeh Razavi-Far" userId="54a6735f-f923-4b24-bfab-7de18e907ca6" providerId="ADAL" clId="{A5F2370B-B243-4F27-AF05-38FC5B32BD93}" dt="2026-01-23T21:01:06.001" v="32" actId="47"/>
        <pc:sldMkLst>
          <pc:docMk/>
          <pc:sldMk cId="4122930347" sldId="1194"/>
        </pc:sldMkLst>
      </pc:sldChg>
      <pc:sldChg chg="del">
        <pc:chgData name="Roozbeh Razavi-Far" userId="54a6735f-f923-4b24-bfab-7de18e907ca6" providerId="ADAL" clId="{A5F2370B-B243-4F27-AF05-38FC5B32BD93}" dt="2026-01-23T21:01:06.226" v="33" actId="47"/>
        <pc:sldMkLst>
          <pc:docMk/>
          <pc:sldMk cId="3202684305" sldId="1195"/>
        </pc:sldMkLst>
      </pc:sldChg>
      <pc:sldChg chg="del">
        <pc:chgData name="Roozbeh Razavi-Far" userId="54a6735f-f923-4b24-bfab-7de18e907ca6" providerId="ADAL" clId="{A5F2370B-B243-4F27-AF05-38FC5B32BD93}" dt="2026-01-23T21:01:06.444" v="34" actId="47"/>
        <pc:sldMkLst>
          <pc:docMk/>
          <pc:sldMk cId="1630352643" sldId="1196"/>
        </pc:sldMkLst>
      </pc:sldChg>
      <pc:sldChg chg="del">
        <pc:chgData name="Roozbeh Razavi-Far" userId="54a6735f-f923-4b24-bfab-7de18e907ca6" providerId="ADAL" clId="{A5F2370B-B243-4F27-AF05-38FC5B32BD93}" dt="2026-01-23T21:01:06.695" v="35" actId="47"/>
        <pc:sldMkLst>
          <pc:docMk/>
          <pc:sldMk cId="2405247606" sldId="1197"/>
        </pc:sldMkLst>
      </pc:sldChg>
      <pc:sldChg chg="del">
        <pc:chgData name="Roozbeh Razavi-Far" userId="54a6735f-f923-4b24-bfab-7de18e907ca6" providerId="ADAL" clId="{A5F2370B-B243-4F27-AF05-38FC5B32BD93}" dt="2026-01-23T21:01:06.931" v="36" actId="47"/>
        <pc:sldMkLst>
          <pc:docMk/>
          <pc:sldMk cId="3670373943" sldId="1198"/>
        </pc:sldMkLst>
      </pc:sldChg>
      <pc:sldChg chg="del">
        <pc:chgData name="Roozbeh Razavi-Far" userId="54a6735f-f923-4b24-bfab-7de18e907ca6" providerId="ADAL" clId="{A5F2370B-B243-4F27-AF05-38FC5B32BD93}" dt="2026-01-23T21:01:07.128" v="37" actId="47"/>
        <pc:sldMkLst>
          <pc:docMk/>
          <pc:sldMk cId="2614665432" sldId="1199"/>
        </pc:sldMkLst>
      </pc:sldChg>
      <pc:sldChg chg="del">
        <pc:chgData name="Roozbeh Razavi-Far" userId="54a6735f-f923-4b24-bfab-7de18e907ca6" providerId="ADAL" clId="{A5F2370B-B243-4F27-AF05-38FC5B32BD93}" dt="2026-01-23T21:01:07.600" v="39" actId="47"/>
        <pc:sldMkLst>
          <pc:docMk/>
          <pc:sldMk cId="3041715320" sldId="1200"/>
        </pc:sldMkLst>
      </pc:sldChg>
      <pc:sldChg chg="del">
        <pc:chgData name="Roozbeh Razavi-Far" userId="54a6735f-f923-4b24-bfab-7de18e907ca6" providerId="ADAL" clId="{A5F2370B-B243-4F27-AF05-38FC5B32BD93}" dt="2026-01-23T21:01:07.791" v="40" actId="47"/>
        <pc:sldMkLst>
          <pc:docMk/>
          <pc:sldMk cId="1240067388" sldId="1201"/>
        </pc:sldMkLst>
      </pc:sldChg>
      <pc:sldChg chg="del">
        <pc:chgData name="Roozbeh Razavi-Far" userId="54a6735f-f923-4b24-bfab-7de18e907ca6" providerId="ADAL" clId="{A5F2370B-B243-4F27-AF05-38FC5B32BD93}" dt="2026-01-23T21:01:08.035" v="41" actId="47"/>
        <pc:sldMkLst>
          <pc:docMk/>
          <pc:sldMk cId="378735036" sldId="1202"/>
        </pc:sldMkLst>
      </pc:sldChg>
      <pc:sldChg chg="del">
        <pc:chgData name="Roozbeh Razavi-Far" userId="54a6735f-f923-4b24-bfab-7de18e907ca6" providerId="ADAL" clId="{A5F2370B-B243-4F27-AF05-38FC5B32BD93}" dt="2026-01-23T21:01:08.206" v="42" actId="47"/>
        <pc:sldMkLst>
          <pc:docMk/>
          <pc:sldMk cId="2596850166" sldId="1203"/>
        </pc:sldMkLst>
      </pc:sldChg>
      <pc:sldChg chg="del">
        <pc:chgData name="Roozbeh Razavi-Far" userId="54a6735f-f923-4b24-bfab-7de18e907ca6" providerId="ADAL" clId="{A5F2370B-B243-4F27-AF05-38FC5B32BD93}" dt="2026-01-23T21:01:08.474" v="43" actId="47"/>
        <pc:sldMkLst>
          <pc:docMk/>
          <pc:sldMk cId="326806211" sldId="1204"/>
        </pc:sldMkLst>
      </pc:sldChg>
      <pc:sldChg chg="del">
        <pc:chgData name="Roozbeh Razavi-Far" userId="54a6735f-f923-4b24-bfab-7de18e907ca6" providerId="ADAL" clId="{A5F2370B-B243-4F27-AF05-38FC5B32BD93}" dt="2026-01-23T21:01:08.683" v="44" actId="47"/>
        <pc:sldMkLst>
          <pc:docMk/>
          <pc:sldMk cId="417237581" sldId="1205"/>
        </pc:sldMkLst>
      </pc:sldChg>
      <pc:sldChg chg="del">
        <pc:chgData name="Roozbeh Razavi-Far" userId="54a6735f-f923-4b24-bfab-7de18e907ca6" providerId="ADAL" clId="{A5F2370B-B243-4F27-AF05-38FC5B32BD93}" dt="2026-01-23T21:01:08.853" v="45" actId="47"/>
        <pc:sldMkLst>
          <pc:docMk/>
          <pc:sldMk cId="3657188734" sldId="1206"/>
        </pc:sldMkLst>
      </pc:sldChg>
      <pc:sldChg chg="del">
        <pc:chgData name="Roozbeh Razavi-Far" userId="54a6735f-f923-4b24-bfab-7de18e907ca6" providerId="ADAL" clId="{A5F2370B-B243-4F27-AF05-38FC5B32BD93}" dt="2026-01-23T21:01:09.329" v="46" actId="47"/>
        <pc:sldMkLst>
          <pc:docMk/>
          <pc:sldMk cId="3802900119" sldId="1207"/>
        </pc:sldMkLst>
      </pc:sldChg>
      <pc:sldChg chg="del">
        <pc:chgData name="Roozbeh Razavi-Far" userId="54a6735f-f923-4b24-bfab-7de18e907ca6" providerId="ADAL" clId="{A5F2370B-B243-4F27-AF05-38FC5B32BD93}" dt="2026-01-23T21:01:09.392" v="47" actId="47"/>
        <pc:sldMkLst>
          <pc:docMk/>
          <pc:sldMk cId="2912562507" sldId="1208"/>
        </pc:sldMkLst>
      </pc:sldChg>
      <pc:sldChg chg="del">
        <pc:chgData name="Roozbeh Razavi-Far" userId="54a6735f-f923-4b24-bfab-7de18e907ca6" providerId="ADAL" clId="{A5F2370B-B243-4F27-AF05-38FC5B32BD93}" dt="2026-01-23T21:01:09.456" v="48" actId="47"/>
        <pc:sldMkLst>
          <pc:docMk/>
          <pc:sldMk cId="1661647475" sldId="1209"/>
        </pc:sldMkLst>
      </pc:sldChg>
      <pc:sldChg chg="del">
        <pc:chgData name="Roozbeh Razavi-Far" userId="54a6735f-f923-4b24-bfab-7de18e907ca6" providerId="ADAL" clId="{A5F2370B-B243-4F27-AF05-38FC5B32BD93}" dt="2026-01-23T21:01:09.507" v="49" actId="47"/>
        <pc:sldMkLst>
          <pc:docMk/>
          <pc:sldMk cId="466620633" sldId="1210"/>
        </pc:sldMkLst>
      </pc:sldChg>
      <pc:sldChg chg="del">
        <pc:chgData name="Roozbeh Razavi-Far" userId="54a6735f-f923-4b24-bfab-7de18e907ca6" providerId="ADAL" clId="{A5F2370B-B243-4F27-AF05-38FC5B32BD93}" dt="2026-01-23T21:01:04.583" v="13" actId="47"/>
        <pc:sldMkLst>
          <pc:docMk/>
          <pc:sldMk cId="1751878752" sldId="1233"/>
        </pc:sldMkLst>
      </pc:sldChg>
      <pc:sldChg chg="del">
        <pc:chgData name="Roozbeh Razavi-Far" userId="54a6735f-f923-4b24-bfab-7de18e907ca6" providerId="ADAL" clId="{A5F2370B-B243-4F27-AF05-38FC5B32BD93}" dt="2026-01-23T21:01:04.629" v="14" actId="47"/>
        <pc:sldMkLst>
          <pc:docMk/>
          <pc:sldMk cId="222221722" sldId="1242"/>
        </pc:sldMkLst>
      </pc:sldChg>
      <pc:sldChg chg="del">
        <pc:chgData name="Roozbeh Razavi-Far" userId="54a6735f-f923-4b24-bfab-7de18e907ca6" providerId="ADAL" clId="{A5F2370B-B243-4F27-AF05-38FC5B32BD93}" dt="2026-01-23T21:01:09.550" v="51" actId="47"/>
        <pc:sldMkLst>
          <pc:docMk/>
          <pc:sldMk cId="1032266227" sldId="1243"/>
        </pc:sldMkLst>
      </pc:sldChg>
      <pc:sldChg chg="del">
        <pc:chgData name="Roozbeh Razavi-Far" userId="54a6735f-f923-4b24-bfab-7de18e907ca6" providerId="ADAL" clId="{A5F2370B-B243-4F27-AF05-38FC5B32BD93}" dt="2026-01-23T21:01:09.582" v="52" actId="47"/>
        <pc:sldMkLst>
          <pc:docMk/>
          <pc:sldMk cId="3454125738" sldId="1244"/>
        </pc:sldMkLst>
      </pc:sldChg>
      <pc:sldChg chg="del">
        <pc:chgData name="Roozbeh Razavi-Far" userId="54a6735f-f923-4b24-bfab-7de18e907ca6" providerId="ADAL" clId="{A5F2370B-B243-4F27-AF05-38FC5B32BD93}" dt="2026-01-23T21:01:09.614" v="53" actId="47"/>
        <pc:sldMkLst>
          <pc:docMk/>
          <pc:sldMk cId="2109120217" sldId="1245"/>
        </pc:sldMkLst>
      </pc:sldChg>
      <pc:sldChg chg="del">
        <pc:chgData name="Roozbeh Razavi-Far" userId="54a6735f-f923-4b24-bfab-7de18e907ca6" providerId="ADAL" clId="{A5F2370B-B243-4F27-AF05-38FC5B32BD93}" dt="2026-01-23T21:01:09.677" v="54" actId="47"/>
        <pc:sldMkLst>
          <pc:docMk/>
          <pc:sldMk cId="1905713084" sldId="1246"/>
        </pc:sldMkLst>
      </pc:sldChg>
      <pc:sldChg chg="del">
        <pc:chgData name="Roozbeh Razavi-Far" userId="54a6735f-f923-4b24-bfab-7de18e907ca6" providerId="ADAL" clId="{A5F2370B-B243-4F27-AF05-38FC5B32BD93}" dt="2026-01-23T21:01:09.724" v="55" actId="47"/>
        <pc:sldMkLst>
          <pc:docMk/>
          <pc:sldMk cId="1569705117" sldId="1247"/>
        </pc:sldMkLst>
      </pc:sldChg>
      <pc:sldChg chg="del">
        <pc:chgData name="Roozbeh Razavi-Far" userId="54a6735f-f923-4b24-bfab-7de18e907ca6" providerId="ADAL" clId="{A5F2370B-B243-4F27-AF05-38FC5B32BD93}" dt="2026-01-23T21:01:09.758" v="56" actId="47"/>
        <pc:sldMkLst>
          <pc:docMk/>
          <pc:sldMk cId="1676867210" sldId="1248"/>
        </pc:sldMkLst>
      </pc:sldChg>
      <pc:sldChg chg="del">
        <pc:chgData name="Roozbeh Razavi-Far" userId="54a6735f-f923-4b24-bfab-7de18e907ca6" providerId="ADAL" clId="{A5F2370B-B243-4F27-AF05-38FC5B32BD93}" dt="2026-01-23T21:01:10.145" v="58" actId="47"/>
        <pc:sldMkLst>
          <pc:docMk/>
          <pc:sldMk cId="1288152385" sldId="1249"/>
        </pc:sldMkLst>
      </pc:sldChg>
      <pc:sldChg chg="del">
        <pc:chgData name="Roozbeh Razavi-Far" userId="54a6735f-f923-4b24-bfab-7de18e907ca6" providerId="ADAL" clId="{A5F2370B-B243-4F27-AF05-38FC5B32BD93}" dt="2026-01-23T21:01:10.377" v="59" actId="47"/>
        <pc:sldMkLst>
          <pc:docMk/>
          <pc:sldMk cId="3087385503" sldId="1250"/>
        </pc:sldMkLst>
      </pc:sldChg>
      <pc:sldChg chg="del">
        <pc:chgData name="Roozbeh Razavi-Far" userId="54a6735f-f923-4b24-bfab-7de18e907ca6" providerId="ADAL" clId="{A5F2370B-B243-4F27-AF05-38FC5B32BD93}" dt="2026-01-23T21:01:10.590" v="60" actId="47"/>
        <pc:sldMkLst>
          <pc:docMk/>
          <pc:sldMk cId="664643172" sldId="1251"/>
        </pc:sldMkLst>
      </pc:sldChg>
      <pc:sldChg chg="del">
        <pc:chgData name="Roozbeh Razavi-Far" userId="54a6735f-f923-4b24-bfab-7de18e907ca6" providerId="ADAL" clId="{A5F2370B-B243-4F27-AF05-38FC5B32BD93}" dt="2026-01-23T21:01:10.791" v="61" actId="47"/>
        <pc:sldMkLst>
          <pc:docMk/>
          <pc:sldMk cId="561112980" sldId="1252"/>
        </pc:sldMkLst>
      </pc:sldChg>
      <pc:sldChg chg="del">
        <pc:chgData name="Roozbeh Razavi-Far" userId="54a6735f-f923-4b24-bfab-7de18e907ca6" providerId="ADAL" clId="{A5F2370B-B243-4F27-AF05-38FC5B32BD93}" dt="2026-01-23T21:01:11.030" v="62" actId="47"/>
        <pc:sldMkLst>
          <pc:docMk/>
          <pc:sldMk cId="4253565402" sldId="1253"/>
        </pc:sldMkLst>
      </pc:sldChg>
      <pc:sldChg chg="del">
        <pc:chgData name="Roozbeh Razavi-Far" userId="54a6735f-f923-4b24-bfab-7de18e907ca6" providerId="ADAL" clId="{A5F2370B-B243-4F27-AF05-38FC5B32BD93}" dt="2026-01-23T21:01:11.257" v="63" actId="47"/>
        <pc:sldMkLst>
          <pc:docMk/>
          <pc:sldMk cId="3859416107" sldId="1254"/>
        </pc:sldMkLst>
      </pc:sldChg>
      <pc:sldChg chg="del">
        <pc:chgData name="Roozbeh Razavi-Far" userId="54a6735f-f923-4b24-bfab-7de18e907ca6" providerId="ADAL" clId="{A5F2370B-B243-4F27-AF05-38FC5B32BD93}" dt="2026-01-23T21:01:11.533" v="64" actId="47"/>
        <pc:sldMkLst>
          <pc:docMk/>
          <pc:sldMk cId="395761542" sldId="1255"/>
        </pc:sldMkLst>
      </pc:sldChg>
      <pc:sldChg chg="del">
        <pc:chgData name="Roozbeh Razavi-Far" userId="54a6735f-f923-4b24-bfab-7de18e907ca6" providerId="ADAL" clId="{A5F2370B-B243-4F27-AF05-38FC5B32BD93}" dt="2026-01-23T21:01:11.695" v="65" actId="47"/>
        <pc:sldMkLst>
          <pc:docMk/>
          <pc:sldMk cId="1789852585" sldId="1256"/>
        </pc:sldMkLst>
      </pc:sldChg>
      <pc:sldChg chg="del">
        <pc:chgData name="Roozbeh Razavi-Far" userId="54a6735f-f923-4b24-bfab-7de18e907ca6" providerId="ADAL" clId="{A5F2370B-B243-4F27-AF05-38FC5B32BD93}" dt="2026-01-23T21:01:12.940" v="75" actId="47"/>
        <pc:sldMkLst>
          <pc:docMk/>
          <pc:sldMk cId="3880135206" sldId="1262"/>
        </pc:sldMkLst>
      </pc:sldChg>
      <pc:sldChg chg="del">
        <pc:chgData name="Roozbeh Razavi-Far" userId="54a6735f-f923-4b24-bfab-7de18e907ca6" providerId="ADAL" clId="{A5F2370B-B243-4F27-AF05-38FC5B32BD93}" dt="2026-01-23T21:01:13.054" v="78" actId="47"/>
        <pc:sldMkLst>
          <pc:docMk/>
          <pc:sldMk cId="2949881896" sldId="1263"/>
        </pc:sldMkLst>
      </pc:sldChg>
      <pc:sldChg chg="del">
        <pc:chgData name="Roozbeh Razavi-Far" userId="54a6735f-f923-4b24-bfab-7de18e907ca6" providerId="ADAL" clId="{A5F2370B-B243-4F27-AF05-38FC5B32BD93}" dt="2026-01-23T21:01:13.082" v="79" actId="47"/>
        <pc:sldMkLst>
          <pc:docMk/>
          <pc:sldMk cId="2823459019" sldId="1264"/>
        </pc:sldMkLst>
      </pc:sldChg>
      <pc:sldChg chg="del">
        <pc:chgData name="Roozbeh Razavi-Far" userId="54a6735f-f923-4b24-bfab-7de18e907ca6" providerId="ADAL" clId="{A5F2370B-B243-4F27-AF05-38FC5B32BD93}" dt="2026-01-23T21:01:13.113" v="80" actId="47"/>
        <pc:sldMkLst>
          <pc:docMk/>
          <pc:sldMk cId="3394144231" sldId="1265"/>
        </pc:sldMkLst>
      </pc:sldChg>
      <pc:sldChg chg="del">
        <pc:chgData name="Roozbeh Razavi-Far" userId="54a6735f-f923-4b24-bfab-7de18e907ca6" providerId="ADAL" clId="{A5F2370B-B243-4F27-AF05-38FC5B32BD93}" dt="2026-01-23T21:01:13.145" v="81" actId="47"/>
        <pc:sldMkLst>
          <pc:docMk/>
          <pc:sldMk cId="280663057" sldId="1266"/>
        </pc:sldMkLst>
      </pc:sldChg>
      <pc:sldChg chg="del">
        <pc:chgData name="Roozbeh Razavi-Far" userId="54a6735f-f923-4b24-bfab-7de18e907ca6" providerId="ADAL" clId="{A5F2370B-B243-4F27-AF05-38FC5B32BD93}" dt="2026-01-23T21:01:13.171" v="82" actId="47"/>
        <pc:sldMkLst>
          <pc:docMk/>
          <pc:sldMk cId="1121926097" sldId="1267"/>
        </pc:sldMkLst>
      </pc:sldChg>
      <pc:sldChg chg="del">
        <pc:chgData name="Roozbeh Razavi-Far" userId="54a6735f-f923-4b24-bfab-7de18e907ca6" providerId="ADAL" clId="{A5F2370B-B243-4F27-AF05-38FC5B32BD93}" dt="2026-01-23T21:01:13.787" v="83" actId="47"/>
        <pc:sldMkLst>
          <pc:docMk/>
          <pc:sldMk cId="3266351189" sldId="1268"/>
        </pc:sldMkLst>
      </pc:sldChg>
      <pc:sldChg chg="del">
        <pc:chgData name="Roozbeh Razavi-Far" userId="54a6735f-f923-4b24-bfab-7de18e907ca6" providerId="ADAL" clId="{A5F2370B-B243-4F27-AF05-38FC5B32BD93}" dt="2026-01-23T21:01:14.103" v="84" actId="47"/>
        <pc:sldMkLst>
          <pc:docMk/>
          <pc:sldMk cId="2120040114" sldId="1269"/>
        </pc:sldMkLst>
      </pc:sldChg>
      <pc:sldChg chg="del">
        <pc:chgData name="Roozbeh Razavi-Far" userId="54a6735f-f923-4b24-bfab-7de18e907ca6" providerId="ADAL" clId="{A5F2370B-B243-4F27-AF05-38FC5B32BD93}" dt="2026-01-23T21:01:14.539" v="85" actId="47"/>
        <pc:sldMkLst>
          <pc:docMk/>
          <pc:sldMk cId="92516932" sldId="1270"/>
        </pc:sldMkLst>
      </pc:sldChg>
      <pc:sldChg chg="del">
        <pc:chgData name="Roozbeh Razavi-Far" userId="54a6735f-f923-4b24-bfab-7de18e907ca6" providerId="ADAL" clId="{A5F2370B-B243-4F27-AF05-38FC5B32BD93}" dt="2026-01-23T21:01:15.422" v="86" actId="47"/>
        <pc:sldMkLst>
          <pc:docMk/>
          <pc:sldMk cId="845090906" sldId="1271"/>
        </pc:sldMkLst>
      </pc:sldChg>
      <pc:sldChg chg="del">
        <pc:chgData name="Roozbeh Razavi-Far" userId="54a6735f-f923-4b24-bfab-7de18e907ca6" providerId="ADAL" clId="{A5F2370B-B243-4F27-AF05-38FC5B32BD93}" dt="2026-01-23T21:01:04.372" v="6" actId="47"/>
        <pc:sldMkLst>
          <pc:docMk/>
          <pc:sldMk cId="965041766" sldId="1272"/>
        </pc:sldMkLst>
      </pc:sldChg>
      <pc:sldChg chg="del">
        <pc:chgData name="Roozbeh Razavi-Far" userId="54a6735f-f923-4b24-bfab-7de18e907ca6" providerId="ADAL" clId="{A5F2370B-B243-4F27-AF05-38FC5B32BD93}" dt="2026-01-23T21:01:04.404" v="7" actId="47"/>
        <pc:sldMkLst>
          <pc:docMk/>
          <pc:sldMk cId="2369886796" sldId="1273"/>
        </pc:sldMkLst>
      </pc:sldChg>
      <pc:sldChg chg="del">
        <pc:chgData name="Roozbeh Razavi-Far" userId="54a6735f-f923-4b24-bfab-7de18e907ca6" providerId="ADAL" clId="{A5F2370B-B243-4F27-AF05-38FC5B32BD93}" dt="2026-01-23T21:01:04.426" v="8" actId="47"/>
        <pc:sldMkLst>
          <pc:docMk/>
          <pc:sldMk cId="2673108383" sldId="1274"/>
        </pc:sldMkLst>
      </pc:sldChg>
      <pc:sldChg chg="del">
        <pc:chgData name="Roozbeh Razavi-Far" userId="54a6735f-f923-4b24-bfab-7de18e907ca6" providerId="ADAL" clId="{A5F2370B-B243-4F27-AF05-38FC5B32BD93}" dt="2026-01-23T21:01:04.459" v="9" actId="47"/>
        <pc:sldMkLst>
          <pc:docMk/>
          <pc:sldMk cId="3693742526" sldId="1275"/>
        </pc:sldMkLst>
      </pc:sldChg>
      <pc:sldChg chg="del">
        <pc:chgData name="Roozbeh Razavi-Far" userId="54a6735f-f923-4b24-bfab-7de18e907ca6" providerId="ADAL" clId="{A5F2370B-B243-4F27-AF05-38FC5B32BD93}" dt="2026-01-23T21:01:04.492" v="10" actId="47"/>
        <pc:sldMkLst>
          <pc:docMk/>
          <pc:sldMk cId="1687015516" sldId="1276"/>
        </pc:sldMkLst>
      </pc:sldChg>
      <pc:sldChg chg="del">
        <pc:chgData name="Roozbeh Razavi-Far" userId="54a6735f-f923-4b24-bfab-7de18e907ca6" providerId="ADAL" clId="{A5F2370B-B243-4F27-AF05-38FC5B32BD93}" dt="2026-01-23T21:01:04.530" v="11" actId="47"/>
        <pc:sldMkLst>
          <pc:docMk/>
          <pc:sldMk cId="2959396922" sldId="1277"/>
        </pc:sldMkLst>
      </pc:sldChg>
      <pc:sldChg chg="del">
        <pc:chgData name="Roozbeh Razavi-Far" userId="54a6735f-f923-4b24-bfab-7de18e907ca6" providerId="ADAL" clId="{A5F2370B-B243-4F27-AF05-38FC5B32BD93}" dt="2026-01-23T21:01:04.558" v="12" actId="47"/>
        <pc:sldMkLst>
          <pc:docMk/>
          <pc:sldMk cId="2473152448" sldId="1278"/>
        </pc:sldMkLst>
      </pc:sldChg>
      <pc:sldChg chg="del">
        <pc:chgData name="Roozbeh Razavi-Far" userId="54a6735f-f923-4b24-bfab-7de18e907ca6" providerId="ADAL" clId="{A5F2370B-B243-4F27-AF05-38FC5B32BD93}" dt="2026-01-23T21:01:11.872" v="66" actId="47"/>
        <pc:sldMkLst>
          <pc:docMk/>
          <pc:sldMk cId="2547972314" sldId="1279"/>
        </pc:sldMkLst>
      </pc:sldChg>
      <pc:sldChg chg="del">
        <pc:chgData name="Roozbeh Razavi-Far" userId="54a6735f-f923-4b24-bfab-7de18e907ca6" providerId="ADAL" clId="{A5F2370B-B243-4F27-AF05-38FC5B32BD93}" dt="2026-01-23T21:01:12.088" v="67" actId="47"/>
        <pc:sldMkLst>
          <pc:docMk/>
          <pc:sldMk cId="3892400086" sldId="1280"/>
        </pc:sldMkLst>
      </pc:sldChg>
      <pc:sldChg chg="del">
        <pc:chgData name="Roozbeh Razavi-Far" userId="54a6735f-f923-4b24-bfab-7de18e907ca6" providerId="ADAL" clId="{A5F2370B-B243-4F27-AF05-38FC5B32BD93}" dt="2026-01-23T21:01:12.286" v="68" actId="47"/>
        <pc:sldMkLst>
          <pc:docMk/>
          <pc:sldMk cId="3180300850" sldId="1281"/>
        </pc:sldMkLst>
      </pc:sldChg>
      <pc:sldChg chg="del">
        <pc:chgData name="Roozbeh Razavi-Far" userId="54a6735f-f923-4b24-bfab-7de18e907ca6" providerId="ADAL" clId="{A5F2370B-B243-4F27-AF05-38FC5B32BD93}" dt="2026-01-23T21:01:12.782" v="69" actId="47"/>
        <pc:sldMkLst>
          <pc:docMk/>
          <pc:sldMk cId="129330920" sldId="1282"/>
        </pc:sldMkLst>
      </pc:sldChg>
      <pc:sldChg chg="del">
        <pc:chgData name="Roozbeh Razavi-Far" userId="54a6735f-f923-4b24-bfab-7de18e907ca6" providerId="ADAL" clId="{A5F2370B-B243-4F27-AF05-38FC5B32BD93}" dt="2026-01-23T21:01:12.782" v="70" actId="47"/>
        <pc:sldMkLst>
          <pc:docMk/>
          <pc:sldMk cId="2995416658" sldId="1283"/>
        </pc:sldMkLst>
      </pc:sldChg>
      <pc:sldChg chg="del">
        <pc:chgData name="Roozbeh Razavi-Far" userId="54a6735f-f923-4b24-bfab-7de18e907ca6" providerId="ADAL" clId="{A5F2370B-B243-4F27-AF05-38FC5B32BD93}" dt="2026-01-23T21:01:12.821" v="71" actId="47"/>
        <pc:sldMkLst>
          <pc:docMk/>
          <pc:sldMk cId="2485555687" sldId="1284"/>
        </pc:sldMkLst>
      </pc:sldChg>
      <pc:sldChg chg="del">
        <pc:chgData name="Roozbeh Razavi-Far" userId="54a6735f-f923-4b24-bfab-7de18e907ca6" providerId="ADAL" clId="{A5F2370B-B243-4F27-AF05-38FC5B32BD93}" dt="2026-01-23T21:01:12.860" v="72" actId="47"/>
        <pc:sldMkLst>
          <pc:docMk/>
          <pc:sldMk cId="1327951036" sldId="1285"/>
        </pc:sldMkLst>
      </pc:sldChg>
      <pc:sldChg chg="del">
        <pc:chgData name="Roozbeh Razavi-Far" userId="54a6735f-f923-4b24-bfab-7de18e907ca6" providerId="ADAL" clId="{A5F2370B-B243-4F27-AF05-38FC5B32BD93}" dt="2026-01-23T21:01:12.892" v="73" actId="47"/>
        <pc:sldMkLst>
          <pc:docMk/>
          <pc:sldMk cId="2040263017" sldId="1286"/>
        </pc:sldMkLst>
      </pc:sldChg>
      <pc:sldChg chg="del">
        <pc:chgData name="Roozbeh Razavi-Far" userId="54a6735f-f923-4b24-bfab-7de18e907ca6" providerId="ADAL" clId="{A5F2370B-B243-4F27-AF05-38FC5B32BD93}" dt="2026-01-23T21:01:12.908" v="74" actId="47"/>
        <pc:sldMkLst>
          <pc:docMk/>
          <pc:sldMk cId="762664057" sldId="1287"/>
        </pc:sldMkLst>
      </pc:sldChg>
      <pc:sldChg chg="del">
        <pc:chgData name="Roozbeh Razavi-Far" userId="54a6735f-f923-4b24-bfab-7de18e907ca6" providerId="ADAL" clId="{A5F2370B-B243-4F27-AF05-38FC5B32BD93}" dt="2026-01-23T21:01:07.345" v="38" actId="47"/>
        <pc:sldMkLst>
          <pc:docMk/>
          <pc:sldMk cId="4101541583" sldId="1288"/>
        </pc:sldMkLst>
      </pc:sldChg>
      <pc:sldChg chg="del">
        <pc:chgData name="Roozbeh Razavi-Far" userId="54a6735f-f923-4b24-bfab-7de18e907ca6" providerId="ADAL" clId="{A5F2370B-B243-4F27-AF05-38FC5B32BD93}" dt="2026-01-23T21:00:59.188" v="0" actId="47"/>
        <pc:sldMkLst>
          <pc:docMk/>
          <pc:sldMk cId="2674476518" sldId="1292"/>
        </pc:sldMkLst>
      </pc:sldChg>
      <pc:sldChg chg="del">
        <pc:chgData name="Roozbeh Razavi-Far" userId="54a6735f-f923-4b24-bfab-7de18e907ca6" providerId="ADAL" clId="{A5F2370B-B243-4F27-AF05-38FC5B32BD93}" dt="2026-01-23T21:01:02.002" v="1" actId="47"/>
        <pc:sldMkLst>
          <pc:docMk/>
          <pc:sldMk cId="1704980168" sldId="1293"/>
        </pc:sldMkLst>
      </pc:sldChg>
      <pc:sldChg chg="del">
        <pc:chgData name="Roozbeh Razavi-Far" userId="54a6735f-f923-4b24-bfab-7de18e907ca6" providerId="ADAL" clId="{A5F2370B-B243-4F27-AF05-38FC5B32BD93}" dt="2026-01-23T21:01:02.684" v="2" actId="47"/>
        <pc:sldMkLst>
          <pc:docMk/>
          <pc:sldMk cId="768513983" sldId="1294"/>
        </pc:sldMkLst>
      </pc:sldChg>
      <pc:sldChg chg="del">
        <pc:chgData name="Roozbeh Razavi-Far" userId="54a6735f-f923-4b24-bfab-7de18e907ca6" providerId="ADAL" clId="{A5F2370B-B243-4F27-AF05-38FC5B32BD93}" dt="2026-01-23T21:01:03.820" v="3" actId="47"/>
        <pc:sldMkLst>
          <pc:docMk/>
          <pc:sldMk cId="1072759789" sldId="1296"/>
        </pc:sldMkLst>
      </pc:sldChg>
      <pc:sldChg chg="del">
        <pc:chgData name="Roozbeh Razavi-Far" userId="54a6735f-f923-4b24-bfab-7de18e907ca6" providerId="ADAL" clId="{A5F2370B-B243-4F27-AF05-38FC5B32BD93}" dt="2026-01-23T21:01:04.945" v="24" actId="47"/>
        <pc:sldMkLst>
          <pc:docMk/>
          <pc:sldMk cId="17708781" sldId="1297"/>
        </pc:sldMkLst>
      </pc:sldChg>
      <pc:sldChg chg="del">
        <pc:chgData name="Roozbeh Razavi-Far" userId="54a6735f-f923-4b24-bfab-7de18e907ca6" providerId="ADAL" clId="{A5F2370B-B243-4F27-AF05-38FC5B32BD93}" dt="2026-01-23T21:01:16.042" v="87" actId="47"/>
        <pc:sldMkLst>
          <pc:docMk/>
          <pc:sldMk cId="2316344761" sldId="1298"/>
        </pc:sldMkLst>
      </pc:sldChg>
      <pc:sldChg chg="del">
        <pc:chgData name="Roozbeh Razavi-Far" userId="54a6735f-f923-4b24-bfab-7de18e907ca6" providerId="ADAL" clId="{A5F2370B-B243-4F27-AF05-38FC5B32BD93}" dt="2026-01-23T21:01:13.010" v="77" actId="47"/>
        <pc:sldMkLst>
          <pc:docMk/>
          <pc:sldMk cId="3823961752" sldId="1299"/>
        </pc:sldMkLst>
      </pc:sldChg>
      <pc:sldChg chg="del">
        <pc:chgData name="Roozbeh Razavi-Far" userId="54a6735f-f923-4b24-bfab-7de18e907ca6" providerId="ADAL" clId="{A5F2370B-B243-4F27-AF05-38FC5B32BD93}" dt="2026-01-23T21:01:09.519" v="50" actId="47"/>
        <pc:sldMkLst>
          <pc:docMk/>
          <pc:sldMk cId="900088892" sldId="1300"/>
        </pc:sldMkLst>
      </pc:sldChg>
      <pc:sldChg chg="del">
        <pc:chgData name="Roozbeh Razavi-Far" userId="54a6735f-f923-4b24-bfab-7de18e907ca6" providerId="ADAL" clId="{A5F2370B-B243-4F27-AF05-38FC5B32BD93}" dt="2026-01-23T21:01:09.774" v="57" actId="47"/>
        <pc:sldMkLst>
          <pc:docMk/>
          <pc:sldMk cId="1562305540" sldId="1301"/>
        </pc:sldMkLst>
      </pc:sldChg>
      <pc:sldChg chg="del">
        <pc:chgData name="Roozbeh Razavi-Far" userId="54a6735f-f923-4b24-bfab-7de18e907ca6" providerId="ADAL" clId="{A5F2370B-B243-4F27-AF05-38FC5B32BD93}" dt="2026-01-23T21:01:12.971" v="76" actId="47"/>
        <pc:sldMkLst>
          <pc:docMk/>
          <pc:sldMk cId="1353353297" sldId="1302"/>
        </pc:sldMkLst>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360.png"/><Relationship Id="rId1" Type="http://schemas.openxmlformats.org/officeDocument/2006/relationships/image" Target="../media/image350.png"/></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CDA8BC-BD29-B148-A64F-5395E1D42356}" type="doc">
      <dgm:prSet loTypeId="urn:microsoft.com/office/officeart/2005/8/layout/vProcess5" loCatId="process" qsTypeId="urn:microsoft.com/office/officeart/2005/8/quickstyle/simple1" qsCatId="simple" csTypeId="urn:microsoft.com/office/officeart/2005/8/colors/accent6_1" csCatId="accent6" phldr="1"/>
      <dgm:spPr/>
      <dgm:t>
        <a:bodyPr/>
        <a:lstStyle/>
        <a:p>
          <a:endParaRPr lang="en-US"/>
        </a:p>
      </dgm:t>
    </dgm:pt>
    <dgm:pt modelId="{38018344-9EB0-AE4A-B18B-98D33413AC8F}">
      <dgm:prSet custT="1"/>
      <dgm:spPr/>
      <dgm:t>
        <a:bodyPr/>
        <a:lstStyle/>
        <a:p>
          <a:r>
            <a:rPr lang="en-CA" sz="1600" dirty="0">
              <a:latin typeface="Aptos Display" panose="020B0004020202020204" pitchFamily="34" charset="0"/>
            </a:rPr>
            <a:t>Introduction</a:t>
          </a:r>
        </a:p>
      </dgm:t>
    </dgm:pt>
    <dgm:pt modelId="{0BC8E03D-6B12-334C-976D-FF6DEEB84EF4}" type="parTrans" cxnId="{F96DA3FF-0870-434C-9AF4-3969BB1E34E2}">
      <dgm:prSet/>
      <dgm:spPr/>
      <dgm:t>
        <a:bodyPr/>
        <a:lstStyle/>
        <a:p>
          <a:endParaRPr lang="en-US" sz="1600">
            <a:latin typeface="Aptos Display" panose="020B0004020202020204" pitchFamily="34" charset="0"/>
          </a:endParaRPr>
        </a:p>
      </dgm:t>
    </dgm:pt>
    <dgm:pt modelId="{C409D376-CDFD-2742-87E8-63C6A96BA007}" type="sibTrans" cxnId="{F96DA3FF-0870-434C-9AF4-3969BB1E34E2}">
      <dgm:prSet custT="1"/>
      <dgm:spPr/>
      <dgm:t>
        <a:bodyPr/>
        <a:lstStyle/>
        <a:p>
          <a:endParaRPr lang="en-US" sz="1600">
            <a:latin typeface="Aptos Display" panose="020B0004020202020204" pitchFamily="34" charset="0"/>
          </a:endParaRPr>
        </a:p>
      </dgm:t>
    </dgm:pt>
    <dgm:pt modelId="{3971A494-EAA4-E847-8B3B-3DD37FA1389D}">
      <dgm:prSet custT="1"/>
      <dgm:spPr/>
      <dgm:t>
        <a:bodyPr/>
        <a:lstStyle/>
        <a:p>
          <a:r>
            <a:rPr lang="en-CA" sz="1600" dirty="0">
              <a:latin typeface="Aptos Display" panose="020B0004020202020204" pitchFamily="34" charset="0"/>
            </a:rPr>
            <a:t>The Defense Taxonomy </a:t>
          </a:r>
        </a:p>
      </dgm:t>
    </dgm:pt>
    <dgm:pt modelId="{0F9BC1D8-59E7-3A42-81F1-C9679A894AD3}" type="parTrans" cxnId="{480ACAD0-A8E4-D84E-9452-2B2C3968B5BC}">
      <dgm:prSet/>
      <dgm:spPr/>
      <dgm:t>
        <a:bodyPr/>
        <a:lstStyle/>
        <a:p>
          <a:endParaRPr lang="en-US" sz="1600">
            <a:latin typeface="Aptos Display" panose="020B0004020202020204" pitchFamily="34" charset="0"/>
          </a:endParaRPr>
        </a:p>
      </dgm:t>
    </dgm:pt>
    <dgm:pt modelId="{9657F680-C4DC-814D-9B5B-CA51BE82076B}" type="sibTrans" cxnId="{480ACAD0-A8E4-D84E-9452-2B2C3968B5BC}">
      <dgm:prSet custT="1"/>
      <dgm:spPr/>
      <dgm:t>
        <a:bodyPr/>
        <a:lstStyle/>
        <a:p>
          <a:endParaRPr lang="en-US" sz="1600">
            <a:latin typeface="Aptos Display" panose="020B0004020202020204" pitchFamily="34" charset="0"/>
          </a:endParaRPr>
        </a:p>
      </dgm:t>
    </dgm:pt>
    <dgm:pt modelId="{F81486E1-9775-1E40-99E6-4775FF571EF4}">
      <dgm:prSet custT="1"/>
      <dgm:spPr/>
      <dgm:t>
        <a:bodyPr/>
        <a:lstStyle/>
        <a:p>
          <a:r>
            <a:rPr lang="en-CA" sz="1600" dirty="0">
              <a:latin typeface="Aptos Display" panose="020B0004020202020204" pitchFamily="34" charset="0"/>
            </a:rPr>
            <a:t>Deep Dive of Each Defenses</a:t>
          </a:r>
        </a:p>
      </dgm:t>
    </dgm:pt>
    <dgm:pt modelId="{1FD115D5-E9C1-A946-8186-F6C48D22D653}" type="parTrans" cxnId="{2FB4FAD3-985B-CE4B-9A0D-14DB7DF88F7D}">
      <dgm:prSet/>
      <dgm:spPr/>
      <dgm:t>
        <a:bodyPr/>
        <a:lstStyle/>
        <a:p>
          <a:endParaRPr lang="en-US" sz="1600">
            <a:latin typeface="Aptos Display" panose="020B0004020202020204" pitchFamily="34" charset="0"/>
          </a:endParaRPr>
        </a:p>
      </dgm:t>
    </dgm:pt>
    <dgm:pt modelId="{E8A3C0F4-70A6-9640-BD46-8CD856773F32}" type="sibTrans" cxnId="{2FB4FAD3-985B-CE4B-9A0D-14DB7DF88F7D}">
      <dgm:prSet/>
      <dgm:spPr/>
      <dgm:t>
        <a:bodyPr/>
        <a:lstStyle/>
        <a:p>
          <a:endParaRPr lang="en-US" sz="1600">
            <a:latin typeface="Aptos Display" panose="020B0004020202020204" pitchFamily="34" charset="0"/>
          </a:endParaRPr>
        </a:p>
      </dgm:t>
    </dgm:pt>
    <dgm:pt modelId="{84C94DBE-E45C-A84B-B220-5A83FF890E9E}" type="pres">
      <dgm:prSet presAssocID="{52CDA8BC-BD29-B148-A64F-5395E1D42356}" presName="outerComposite" presStyleCnt="0">
        <dgm:presLayoutVars>
          <dgm:chMax val="5"/>
          <dgm:dir/>
          <dgm:resizeHandles val="exact"/>
        </dgm:presLayoutVars>
      </dgm:prSet>
      <dgm:spPr/>
    </dgm:pt>
    <dgm:pt modelId="{259AE3FB-7AC8-6242-BE9F-2B626A48509D}" type="pres">
      <dgm:prSet presAssocID="{52CDA8BC-BD29-B148-A64F-5395E1D42356}" presName="dummyMaxCanvas" presStyleCnt="0">
        <dgm:presLayoutVars/>
      </dgm:prSet>
      <dgm:spPr/>
    </dgm:pt>
    <dgm:pt modelId="{9B146858-DE29-7A4F-BAD6-42BCB3AB2DEC}" type="pres">
      <dgm:prSet presAssocID="{52CDA8BC-BD29-B148-A64F-5395E1D42356}" presName="ThreeNodes_1" presStyleLbl="node1" presStyleIdx="0" presStyleCnt="3" custLinFactNeighborX="-428" custLinFactNeighborY="-28644">
        <dgm:presLayoutVars>
          <dgm:bulletEnabled val="1"/>
        </dgm:presLayoutVars>
      </dgm:prSet>
      <dgm:spPr/>
    </dgm:pt>
    <dgm:pt modelId="{E33835A0-86F9-BE4F-954F-418B1F5E68DD}" type="pres">
      <dgm:prSet presAssocID="{52CDA8BC-BD29-B148-A64F-5395E1D42356}" presName="ThreeNodes_2" presStyleLbl="node1" presStyleIdx="1" presStyleCnt="3">
        <dgm:presLayoutVars>
          <dgm:bulletEnabled val="1"/>
        </dgm:presLayoutVars>
      </dgm:prSet>
      <dgm:spPr/>
    </dgm:pt>
    <dgm:pt modelId="{4028E9DC-1A1F-0242-8FD7-8994A1299B3E}" type="pres">
      <dgm:prSet presAssocID="{52CDA8BC-BD29-B148-A64F-5395E1D42356}" presName="ThreeNodes_3" presStyleLbl="node1" presStyleIdx="2" presStyleCnt="3">
        <dgm:presLayoutVars>
          <dgm:bulletEnabled val="1"/>
        </dgm:presLayoutVars>
      </dgm:prSet>
      <dgm:spPr/>
    </dgm:pt>
    <dgm:pt modelId="{BE5719E4-2218-7349-B8DB-38478DC48B5D}" type="pres">
      <dgm:prSet presAssocID="{52CDA8BC-BD29-B148-A64F-5395E1D42356}" presName="ThreeConn_1-2" presStyleLbl="fgAccFollowNode1" presStyleIdx="0" presStyleCnt="2">
        <dgm:presLayoutVars>
          <dgm:bulletEnabled val="1"/>
        </dgm:presLayoutVars>
      </dgm:prSet>
      <dgm:spPr/>
    </dgm:pt>
    <dgm:pt modelId="{9BF24B56-5173-0749-8558-EC94677FAD8F}" type="pres">
      <dgm:prSet presAssocID="{52CDA8BC-BD29-B148-A64F-5395E1D42356}" presName="ThreeConn_2-3" presStyleLbl="fgAccFollowNode1" presStyleIdx="1" presStyleCnt="2">
        <dgm:presLayoutVars>
          <dgm:bulletEnabled val="1"/>
        </dgm:presLayoutVars>
      </dgm:prSet>
      <dgm:spPr/>
    </dgm:pt>
    <dgm:pt modelId="{8150C5C5-B11D-CA4A-B17A-A7C569E01D32}" type="pres">
      <dgm:prSet presAssocID="{52CDA8BC-BD29-B148-A64F-5395E1D42356}" presName="ThreeNodes_1_text" presStyleLbl="node1" presStyleIdx="2" presStyleCnt="3">
        <dgm:presLayoutVars>
          <dgm:bulletEnabled val="1"/>
        </dgm:presLayoutVars>
      </dgm:prSet>
      <dgm:spPr/>
    </dgm:pt>
    <dgm:pt modelId="{BA7379AE-666B-1D4D-B442-1FCA38973DD2}" type="pres">
      <dgm:prSet presAssocID="{52CDA8BC-BD29-B148-A64F-5395E1D42356}" presName="ThreeNodes_2_text" presStyleLbl="node1" presStyleIdx="2" presStyleCnt="3">
        <dgm:presLayoutVars>
          <dgm:bulletEnabled val="1"/>
        </dgm:presLayoutVars>
      </dgm:prSet>
      <dgm:spPr/>
    </dgm:pt>
    <dgm:pt modelId="{63C19596-348F-2145-AB85-80CEEC520367}" type="pres">
      <dgm:prSet presAssocID="{52CDA8BC-BD29-B148-A64F-5395E1D42356}" presName="ThreeNodes_3_text" presStyleLbl="node1" presStyleIdx="2" presStyleCnt="3">
        <dgm:presLayoutVars>
          <dgm:bulletEnabled val="1"/>
        </dgm:presLayoutVars>
      </dgm:prSet>
      <dgm:spPr/>
    </dgm:pt>
  </dgm:ptLst>
  <dgm:cxnLst>
    <dgm:cxn modelId="{24EE4712-2AFA-554B-B0CA-99D2DF8B7BB4}" type="presOf" srcId="{3971A494-EAA4-E847-8B3B-3DD37FA1389D}" destId="{E33835A0-86F9-BE4F-954F-418B1F5E68DD}" srcOrd="0" destOrd="0" presId="urn:microsoft.com/office/officeart/2005/8/layout/vProcess5"/>
    <dgm:cxn modelId="{9E218646-58C1-1643-A6C5-8F047D92D6F5}" type="presOf" srcId="{9657F680-C4DC-814D-9B5B-CA51BE82076B}" destId="{9BF24B56-5173-0749-8558-EC94677FAD8F}" srcOrd="0" destOrd="0" presId="urn:microsoft.com/office/officeart/2005/8/layout/vProcess5"/>
    <dgm:cxn modelId="{5D6F8966-D669-B449-ABFE-6F21D13109FE}" type="presOf" srcId="{C409D376-CDFD-2742-87E8-63C6A96BA007}" destId="{BE5719E4-2218-7349-B8DB-38478DC48B5D}" srcOrd="0" destOrd="0" presId="urn:microsoft.com/office/officeart/2005/8/layout/vProcess5"/>
    <dgm:cxn modelId="{18513777-B569-3D48-BDAD-6AFC0853477A}" type="presOf" srcId="{52CDA8BC-BD29-B148-A64F-5395E1D42356}" destId="{84C94DBE-E45C-A84B-B220-5A83FF890E9E}" srcOrd="0" destOrd="0" presId="urn:microsoft.com/office/officeart/2005/8/layout/vProcess5"/>
    <dgm:cxn modelId="{A8E59291-ABE7-C747-B5C1-311056B7F981}" type="presOf" srcId="{38018344-9EB0-AE4A-B18B-98D33413AC8F}" destId="{8150C5C5-B11D-CA4A-B17A-A7C569E01D32}" srcOrd="1" destOrd="0" presId="urn:microsoft.com/office/officeart/2005/8/layout/vProcess5"/>
    <dgm:cxn modelId="{480ACAD0-A8E4-D84E-9452-2B2C3968B5BC}" srcId="{52CDA8BC-BD29-B148-A64F-5395E1D42356}" destId="{3971A494-EAA4-E847-8B3B-3DD37FA1389D}" srcOrd="1" destOrd="0" parTransId="{0F9BC1D8-59E7-3A42-81F1-C9679A894AD3}" sibTransId="{9657F680-C4DC-814D-9B5B-CA51BE82076B}"/>
    <dgm:cxn modelId="{2FB4FAD3-985B-CE4B-9A0D-14DB7DF88F7D}" srcId="{52CDA8BC-BD29-B148-A64F-5395E1D42356}" destId="{F81486E1-9775-1E40-99E6-4775FF571EF4}" srcOrd="2" destOrd="0" parTransId="{1FD115D5-E9C1-A946-8186-F6C48D22D653}" sibTransId="{E8A3C0F4-70A6-9640-BD46-8CD856773F32}"/>
    <dgm:cxn modelId="{B0DB5ADB-3D1E-3346-B8DE-BB5C7B71F8EB}" type="presOf" srcId="{3971A494-EAA4-E847-8B3B-3DD37FA1389D}" destId="{BA7379AE-666B-1D4D-B442-1FCA38973DD2}" srcOrd="1" destOrd="0" presId="urn:microsoft.com/office/officeart/2005/8/layout/vProcess5"/>
    <dgm:cxn modelId="{8CA504DF-0A6B-A247-A910-C74BFD151B5E}" type="presOf" srcId="{F81486E1-9775-1E40-99E6-4775FF571EF4}" destId="{63C19596-348F-2145-AB85-80CEEC520367}" srcOrd="1" destOrd="0" presId="urn:microsoft.com/office/officeart/2005/8/layout/vProcess5"/>
    <dgm:cxn modelId="{9E34CAE3-36B7-8E43-934A-A1CABD513947}" type="presOf" srcId="{F81486E1-9775-1E40-99E6-4775FF571EF4}" destId="{4028E9DC-1A1F-0242-8FD7-8994A1299B3E}" srcOrd="0" destOrd="0" presId="urn:microsoft.com/office/officeart/2005/8/layout/vProcess5"/>
    <dgm:cxn modelId="{D5C72BE6-B407-1446-8CB3-5205BC83129F}" type="presOf" srcId="{38018344-9EB0-AE4A-B18B-98D33413AC8F}" destId="{9B146858-DE29-7A4F-BAD6-42BCB3AB2DEC}" srcOrd="0" destOrd="0" presId="urn:microsoft.com/office/officeart/2005/8/layout/vProcess5"/>
    <dgm:cxn modelId="{F96DA3FF-0870-434C-9AF4-3969BB1E34E2}" srcId="{52CDA8BC-BD29-B148-A64F-5395E1D42356}" destId="{38018344-9EB0-AE4A-B18B-98D33413AC8F}" srcOrd="0" destOrd="0" parTransId="{0BC8E03D-6B12-334C-976D-FF6DEEB84EF4}" sibTransId="{C409D376-CDFD-2742-87E8-63C6A96BA007}"/>
    <dgm:cxn modelId="{E5320B48-0517-8445-9CDA-4DA2E2915D66}" type="presParOf" srcId="{84C94DBE-E45C-A84B-B220-5A83FF890E9E}" destId="{259AE3FB-7AC8-6242-BE9F-2B626A48509D}" srcOrd="0" destOrd="0" presId="urn:microsoft.com/office/officeart/2005/8/layout/vProcess5"/>
    <dgm:cxn modelId="{D027BA46-E1C2-7343-91EA-F81450759657}" type="presParOf" srcId="{84C94DBE-E45C-A84B-B220-5A83FF890E9E}" destId="{9B146858-DE29-7A4F-BAD6-42BCB3AB2DEC}" srcOrd="1" destOrd="0" presId="urn:microsoft.com/office/officeart/2005/8/layout/vProcess5"/>
    <dgm:cxn modelId="{D810E66C-CABB-774F-8FC0-E05FD8D61AD1}" type="presParOf" srcId="{84C94DBE-E45C-A84B-B220-5A83FF890E9E}" destId="{E33835A0-86F9-BE4F-954F-418B1F5E68DD}" srcOrd="2" destOrd="0" presId="urn:microsoft.com/office/officeart/2005/8/layout/vProcess5"/>
    <dgm:cxn modelId="{5CBBD951-B702-FC4C-A8AC-DCB1DEBF6991}" type="presParOf" srcId="{84C94DBE-E45C-A84B-B220-5A83FF890E9E}" destId="{4028E9DC-1A1F-0242-8FD7-8994A1299B3E}" srcOrd="3" destOrd="0" presId="urn:microsoft.com/office/officeart/2005/8/layout/vProcess5"/>
    <dgm:cxn modelId="{8851E2B8-B915-2742-B6D3-7256451A5DFE}" type="presParOf" srcId="{84C94DBE-E45C-A84B-B220-5A83FF890E9E}" destId="{BE5719E4-2218-7349-B8DB-38478DC48B5D}" srcOrd="4" destOrd="0" presId="urn:microsoft.com/office/officeart/2005/8/layout/vProcess5"/>
    <dgm:cxn modelId="{4BE822AE-0D87-5F4F-A148-FD17C36E8ADE}" type="presParOf" srcId="{84C94DBE-E45C-A84B-B220-5A83FF890E9E}" destId="{9BF24B56-5173-0749-8558-EC94677FAD8F}" srcOrd="5" destOrd="0" presId="urn:microsoft.com/office/officeart/2005/8/layout/vProcess5"/>
    <dgm:cxn modelId="{B933C0BE-7703-8047-A560-523A27262D83}" type="presParOf" srcId="{84C94DBE-E45C-A84B-B220-5A83FF890E9E}" destId="{8150C5C5-B11D-CA4A-B17A-A7C569E01D32}" srcOrd="6" destOrd="0" presId="urn:microsoft.com/office/officeart/2005/8/layout/vProcess5"/>
    <dgm:cxn modelId="{64E4BCEA-ECCD-5248-8C62-0A1C1D0BA032}" type="presParOf" srcId="{84C94DBE-E45C-A84B-B220-5A83FF890E9E}" destId="{BA7379AE-666B-1D4D-B442-1FCA38973DD2}" srcOrd="7" destOrd="0" presId="urn:microsoft.com/office/officeart/2005/8/layout/vProcess5"/>
    <dgm:cxn modelId="{909E0974-6F7B-B947-8C5D-7E16558AEA81}" type="presParOf" srcId="{84C94DBE-E45C-A84B-B220-5A83FF890E9E}" destId="{63C19596-348F-2145-AB85-80CEEC520367}" srcOrd="8" destOrd="0" presId="urn:microsoft.com/office/officeart/2005/8/layout/vProcess5"/>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0E651431-F1FF-874C-BF78-D7A0DE91D2D9}" type="doc">
      <dgm:prSet loTypeId="urn:microsoft.com/office/officeart/2005/8/layout/orgChart1" loCatId="process" qsTypeId="urn:microsoft.com/office/officeart/2005/8/quickstyle/simple1" qsCatId="simple" csTypeId="urn:microsoft.com/office/officeart/2005/8/colors/accent2_1" csCatId="accent2"/>
      <dgm:spPr/>
      <dgm:t>
        <a:bodyPr/>
        <a:lstStyle/>
        <a:p>
          <a:endParaRPr lang="en-US"/>
        </a:p>
      </dgm:t>
    </dgm:pt>
    <dgm:pt modelId="{CB3E3611-1658-554E-B6BF-65E30CE8D2FD}">
      <dgm:prSet/>
      <dgm:spPr/>
      <dgm:t>
        <a:bodyPr/>
        <a:lstStyle/>
        <a:p>
          <a:r>
            <a:rPr lang="en-US"/>
            <a:t>Defenses</a:t>
          </a:r>
          <a:endParaRPr lang="en-CA"/>
        </a:p>
      </dgm:t>
    </dgm:pt>
    <dgm:pt modelId="{F4993698-D19B-9342-B967-774D1943B6A4}" type="parTrans" cxnId="{2FDB505E-C53D-024A-B334-49D76B9C8544}">
      <dgm:prSet/>
      <dgm:spPr/>
      <dgm:t>
        <a:bodyPr/>
        <a:lstStyle/>
        <a:p>
          <a:endParaRPr lang="en-US"/>
        </a:p>
      </dgm:t>
    </dgm:pt>
    <dgm:pt modelId="{9FA93796-4004-654B-BF43-046438284BEF}" type="sibTrans" cxnId="{2FDB505E-C53D-024A-B334-49D76B9C8544}">
      <dgm:prSet/>
      <dgm:spPr/>
      <dgm:t>
        <a:bodyPr/>
        <a:lstStyle/>
        <a:p>
          <a:endParaRPr lang="en-US"/>
        </a:p>
      </dgm:t>
    </dgm:pt>
    <dgm:pt modelId="{499595DE-454E-0140-BF9F-BCD8E87E9A72}">
      <dgm:prSet/>
      <dgm:spPr/>
      <dgm:t>
        <a:bodyPr/>
        <a:lstStyle/>
        <a:p>
          <a:r>
            <a:rPr lang="en-US"/>
            <a:t>Attack detection</a:t>
          </a:r>
          <a:endParaRPr lang="en-CA"/>
        </a:p>
      </dgm:t>
    </dgm:pt>
    <dgm:pt modelId="{24E6C290-D6A0-AB41-9F19-80557B506F38}" type="parTrans" cxnId="{2609351D-1DDB-3D45-BB25-01538FC6CB3B}">
      <dgm:prSet/>
      <dgm:spPr/>
      <dgm:t>
        <a:bodyPr/>
        <a:lstStyle/>
        <a:p>
          <a:endParaRPr lang="en-US"/>
        </a:p>
      </dgm:t>
    </dgm:pt>
    <dgm:pt modelId="{F8143766-6B30-014C-807B-0EDC81607D5C}" type="sibTrans" cxnId="{2609351D-1DDB-3D45-BB25-01538FC6CB3B}">
      <dgm:prSet/>
      <dgm:spPr/>
      <dgm:t>
        <a:bodyPr/>
        <a:lstStyle/>
        <a:p>
          <a:endParaRPr lang="en-US"/>
        </a:p>
      </dgm:t>
    </dgm:pt>
    <dgm:pt modelId="{84615FF4-9474-0249-9809-3BA41A3B0931}">
      <dgm:prSet/>
      <dgm:spPr/>
      <dgm:t>
        <a:bodyPr/>
        <a:lstStyle/>
        <a:p>
          <a:r>
            <a:rPr lang="en-US"/>
            <a:t>Monitoring-based Methods</a:t>
          </a:r>
          <a:endParaRPr lang="en-CA"/>
        </a:p>
      </dgm:t>
    </dgm:pt>
    <dgm:pt modelId="{F50D3456-DCD6-D948-B6CC-606411D0F464}" type="parTrans" cxnId="{7EA6C904-63FA-0646-9430-B243B5E18AA8}">
      <dgm:prSet/>
      <dgm:spPr/>
      <dgm:t>
        <a:bodyPr/>
        <a:lstStyle/>
        <a:p>
          <a:endParaRPr lang="en-US"/>
        </a:p>
      </dgm:t>
    </dgm:pt>
    <dgm:pt modelId="{39D640F9-184F-C947-A327-6022911E9DCA}" type="sibTrans" cxnId="{7EA6C904-63FA-0646-9430-B243B5E18AA8}">
      <dgm:prSet/>
      <dgm:spPr/>
      <dgm:t>
        <a:bodyPr/>
        <a:lstStyle/>
        <a:p>
          <a:endParaRPr lang="en-US"/>
        </a:p>
      </dgm:t>
    </dgm:pt>
    <dgm:pt modelId="{AD8A7182-71BF-7144-844D-8F6D048A7782}">
      <dgm:prSet/>
      <dgm:spPr/>
      <dgm:t>
        <a:bodyPr/>
        <a:lstStyle/>
        <a:p>
          <a:r>
            <a:rPr lang="en-US"/>
            <a:t>Ownership Verification</a:t>
          </a:r>
          <a:endParaRPr lang="en-CA"/>
        </a:p>
      </dgm:t>
    </dgm:pt>
    <dgm:pt modelId="{66493120-BAF8-D144-B95E-C9CBA4A3DC34}" type="parTrans" cxnId="{038AAB23-BB0C-7D4B-9311-B1E8DE7BE7FF}">
      <dgm:prSet/>
      <dgm:spPr/>
      <dgm:t>
        <a:bodyPr/>
        <a:lstStyle/>
        <a:p>
          <a:endParaRPr lang="en-US"/>
        </a:p>
      </dgm:t>
    </dgm:pt>
    <dgm:pt modelId="{BB77ACAD-F620-3648-B82C-DA46DD002BA1}" type="sibTrans" cxnId="{038AAB23-BB0C-7D4B-9311-B1E8DE7BE7FF}">
      <dgm:prSet/>
      <dgm:spPr/>
      <dgm:t>
        <a:bodyPr/>
        <a:lstStyle/>
        <a:p>
          <a:endParaRPr lang="en-US"/>
        </a:p>
      </dgm:t>
    </dgm:pt>
    <dgm:pt modelId="{04B2EC74-3C5C-CB41-A26F-36FC8ACE42D7}">
      <dgm:prSet/>
      <dgm:spPr/>
      <dgm:t>
        <a:bodyPr/>
        <a:lstStyle/>
        <a:p>
          <a:r>
            <a:rPr lang="en-US"/>
            <a:t>Watermarking Techniques</a:t>
          </a:r>
          <a:endParaRPr lang="en-CA"/>
        </a:p>
      </dgm:t>
    </dgm:pt>
    <dgm:pt modelId="{1A89A46C-2622-CF42-BF69-83EAEA06A2EF}" type="parTrans" cxnId="{80C3F2C6-D9DB-9A42-B22B-7EA17517C67B}">
      <dgm:prSet/>
      <dgm:spPr/>
      <dgm:t>
        <a:bodyPr/>
        <a:lstStyle/>
        <a:p>
          <a:endParaRPr lang="en-US"/>
        </a:p>
      </dgm:t>
    </dgm:pt>
    <dgm:pt modelId="{BC1A1EE9-6C6F-1443-870C-54C74C24DD40}" type="sibTrans" cxnId="{80C3F2C6-D9DB-9A42-B22B-7EA17517C67B}">
      <dgm:prSet/>
      <dgm:spPr/>
      <dgm:t>
        <a:bodyPr/>
        <a:lstStyle/>
        <a:p>
          <a:endParaRPr lang="en-US"/>
        </a:p>
      </dgm:t>
    </dgm:pt>
    <dgm:pt modelId="{A710799A-BABD-254A-A987-5C051B251E6F}">
      <dgm:prSet/>
      <dgm:spPr/>
      <dgm:t>
        <a:bodyPr/>
        <a:lstStyle/>
        <a:p>
          <a:r>
            <a:rPr lang="en-US"/>
            <a:t>Fingerprinting Methods</a:t>
          </a:r>
          <a:endParaRPr lang="en-CA"/>
        </a:p>
      </dgm:t>
    </dgm:pt>
    <dgm:pt modelId="{65C13A86-6769-2B40-9616-062742A4FEDA}" type="parTrans" cxnId="{9E7FA122-01C5-2E4A-A716-30DD6B89830E}">
      <dgm:prSet/>
      <dgm:spPr/>
      <dgm:t>
        <a:bodyPr/>
        <a:lstStyle/>
        <a:p>
          <a:endParaRPr lang="en-US"/>
        </a:p>
      </dgm:t>
    </dgm:pt>
    <dgm:pt modelId="{E90505A6-25C1-3349-A08A-7873B53591AE}" type="sibTrans" cxnId="{9E7FA122-01C5-2E4A-A716-30DD6B89830E}">
      <dgm:prSet/>
      <dgm:spPr/>
      <dgm:t>
        <a:bodyPr/>
        <a:lstStyle/>
        <a:p>
          <a:endParaRPr lang="en-US"/>
        </a:p>
      </dgm:t>
    </dgm:pt>
    <dgm:pt modelId="{DEB0193A-079B-9641-874F-B16D72944121}">
      <dgm:prSet/>
      <dgm:spPr/>
      <dgm:t>
        <a:bodyPr/>
        <a:lstStyle/>
        <a:p>
          <a:r>
            <a:rPr lang="en-US"/>
            <a:t>Attack Prevention</a:t>
          </a:r>
          <a:endParaRPr lang="en-CA"/>
        </a:p>
      </dgm:t>
    </dgm:pt>
    <dgm:pt modelId="{72C5D9D5-78B6-DF42-840B-E4CFE1D700DA}" type="parTrans" cxnId="{EC1D5E03-E618-CE47-B3A3-B30F26590D43}">
      <dgm:prSet/>
      <dgm:spPr/>
      <dgm:t>
        <a:bodyPr/>
        <a:lstStyle/>
        <a:p>
          <a:endParaRPr lang="en-US"/>
        </a:p>
      </dgm:t>
    </dgm:pt>
    <dgm:pt modelId="{BB4C35B6-8821-9B48-BD76-83F3579628A4}" type="sibTrans" cxnId="{EC1D5E03-E618-CE47-B3A3-B30F26590D43}">
      <dgm:prSet/>
      <dgm:spPr/>
      <dgm:t>
        <a:bodyPr/>
        <a:lstStyle/>
        <a:p>
          <a:endParaRPr lang="en-US"/>
        </a:p>
      </dgm:t>
    </dgm:pt>
    <dgm:pt modelId="{E935A8CB-8D87-A042-908D-E0B9D2333EDD}">
      <dgm:prSet/>
      <dgm:spPr/>
      <dgm:t>
        <a:bodyPr/>
        <a:lstStyle/>
        <a:p>
          <a:r>
            <a:rPr lang="en-US"/>
            <a:t>Data Perturbation</a:t>
          </a:r>
          <a:endParaRPr lang="en-CA"/>
        </a:p>
      </dgm:t>
    </dgm:pt>
    <dgm:pt modelId="{270D5893-AA53-B244-8355-5E3F35B5E7B7}" type="parTrans" cxnId="{266CD726-F426-D14E-B8F1-E0319291DECA}">
      <dgm:prSet/>
      <dgm:spPr/>
      <dgm:t>
        <a:bodyPr/>
        <a:lstStyle/>
        <a:p>
          <a:endParaRPr lang="en-US"/>
        </a:p>
      </dgm:t>
    </dgm:pt>
    <dgm:pt modelId="{55EC4969-3F03-934E-A9F1-9D5002C266AE}" type="sibTrans" cxnId="{266CD726-F426-D14E-B8F1-E0319291DECA}">
      <dgm:prSet/>
      <dgm:spPr/>
      <dgm:t>
        <a:bodyPr/>
        <a:lstStyle/>
        <a:p>
          <a:endParaRPr lang="en-US"/>
        </a:p>
      </dgm:t>
    </dgm:pt>
    <dgm:pt modelId="{04761EBF-340C-7E46-B758-FF23A0D51D6D}">
      <dgm:prSet/>
      <dgm:spPr/>
      <dgm:t>
        <a:bodyPr/>
        <a:lstStyle/>
        <a:p>
          <a:r>
            <a:rPr lang="en-US"/>
            <a:t>Model Modification</a:t>
          </a:r>
          <a:endParaRPr lang="en-CA"/>
        </a:p>
      </dgm:t>
    </dgm:pt>
    <dgm:pt modelId="{D2B179D7-D35A-FF4F-90E5-A1C6BE0AC441}" type="parTrans" cxnId="{A3D87ECB-BA8A-3140-A35A-2BA54F9B8915}">
      <dgm:prSet/>
      <dgm:spPr/>
      <dgm:t>
        <a:bodyPr/>
        <a:lstStyle/>
        <a:p>
          <a:endParaRPr lang="en-US"/>
        </a:p>
      </dgm:t>
    </dgm:pt>
    <dgm:pt modelId="{8F260E1A-B8EE-0746-8A5F-322E9BDA4823}" type="sibTrans" cxnId="{A3D87ECB-BA8A-3140-A35A-2BA54F9B8915}">
      <dgm:prSet/>
      <dgm:spPr/>
      <dgm:t>
        <a:bodyPr/>
        <a:lstStyle/>
        <a:p>
          <a:endParaRPr lang="en-US"/>
        </a:p>
      </dgm:t>
    </dgm:pt>
    <dgm:pt modelId="{A9F496DC-F622-1145-A135-0AA0F2F6552E}">
      <dgm:prSet/>
      <dgm:spPr/>
      <dgm:t>
        <a:bodyPr/>
        <a:lstStyle/>
        <a:p>
          <a:r>
            <a:rPr lang="en-US"/>
            <a:t>Access Control</a:t>
          </a:r>
          <a:endParaRPr lang="en-CA"/>
        </a:p>
      </dgm:t>
    </dgm:pt>
    <dgm:pt modelId="{C6A76801-20D1-3343-A14E-766C0559DE5B}" type="parTrans" cxnId="{3E82DE09-0DCB-C34D-8196-84C6F134320B}">
      <dgm:prSet/>
      <dgm:spPr/>
      <dgm:t>
        <a:bodyPr/>
        <a:lstStyle/>
        <a:p>
          <a:endParaRPr lang="en-US"/>
        </a:p>
      </dgm:t>
    </dgm:pt>
    <dgm:pt modelId="{62EB574B-7B41-2D4E-988C-F4814263ABA5}" type="sibTrans" cxnId="{3E82DE09-0DCB-C34D-8196-84C6F134320B}">
      <dgm:prSet/>
      <dgm:spPr/>
      <dgm:t>
        <a:bodyPr/>
        <a:lstStyle/>
        <a:p>
          <a:endParaRPr lang="en-US"/>
        </a:p>
      </dgm:t>
    </dgm:pt>
    <dgm:pt modelId="{ADC30243-57B2-A34E-AE7A-4B0342A6380C}">
      <dgm:prSet/>
      <dgm:spPr/>
      <dgm:t>
        <a:bodyPr/>
        <a:lstStyle/>
        <a:p>
          <a:r>
            <a:rPr lang="en-US"/>
            <a:t>Adversarial Training</a:t>
          </a:r>
          <a:endParaRPr lang="en-CA"/>
        </a:p>
      </dgm:t>
    </dgm:pt>
    <dgm:pt modelId="{8CBBF756-63B3-DC44-A7A9-5837952BA12A}" type="parTrans" cxnId="{EEE83AC3-DE47-F44C-B9D7-417FBB8E136A}">
      <dgm:prSet/>
      <dgm:spPr/>
      <dgm:t>
        <a:bodyPr/>
        <a:lstStyle/>
        <a:p>
          <a:endParaRPr lang="en-US"/>
        </a:p>
      </dgm:t>
    </dgm:pt>
    <dgm:pt modelId="{066AB4DE-E7D7-E846-A3AF-CB8511CD362E}" type="sibTrans" cxnId="{EEE83AC3-DE47-F44C-B9D7-417FBB8E136A}">
      <dgm:prSet/>
      <dgm:spPr/>
      <dgm:t>
        <a:bodyPr/>
        <a:lstStyle/>
        <a:p>
          <a:endParaRPr lang="en-US"/>
        </a:p>
      </dgm:t>
    </dgm:pt>
    <dgm:pt modelId="{3EBE2664-F265-9D49-896C-5DAB4AE83469}">
      <dgm:prSet/>
      <dgm:spPr/>
      <dgm:t>
        <a:bodyPr/>
        <a:lstStyle/>
        <a:p>
          <a:r>
            <a:rPr lang="en-US"/>
            <a:t>Integrated Defenses</a:t>
          </a:r>
          <a:endParaRPr lang="en-CA"/>
        </a:p>
      </dgm:t>
    </dgm:pt>
    <dgm:pt modelId="{4C5F37F2-7DAE-6546-8BD1-58EA69C5D63F}" type="parTrans" cxnId="{F3304DAF-7860-3046-8D78-0B22DF4F0525}">
      <dgm:prSet/>
      <dgm:spPr/>
      <dgm:t>
        <a:bodyPr/>
        <a:lstStyle/>
        <a:p>
          <a:endParaRPr lang="en-US"/>
        </a:p>
      </dgm:t>
    </dgm:pt>
    <dgm:pt modelId="{0FD8E34D-495A-ED4B-853A-B2299E7CAA79}" type="sibTrans" cxnId="{F3304DAF-7860-3046-8D78-0B22DF4F0525}">
      <dgm:prSet/>
      <dgm:spPr/>
      <dgm:t>
        <a:bodyPr/>
        <a:lstStyle/>
        <a:p>
          <a:endParaRPr lang="en-US"/>
        </a:p>
      </dgm:t>
    </dgm:pt>
    <dgm:pt modelId="{BB00CB12-389C-F34A-85B7-DA8897090211}">
      <dgm:prSet/>
      <dgm:spPr/>
      <dgm:t>
        <a:bodyPr/>
        <a:lstStyle/>
        <a:p>
          <a:r>
            <a:rPr lang="en-US"/>
            <a:t>Defense on other Modalities</a:t>
          </a:r>
          <a:endParaRPr lang="en-CA"/>
        </a:p>
      </dgm:t>
    </dgm:pt>
    <dgm:pt modelId="{40583D2A-FD67-4F46-A2D1-28B773B1EB25}" type="parTrans" cxnId="{28C10601-4D2F-1A48-B2C4-59D84FA1F866}">
      <dgm:prSet/>
      <dgm:spPr/>
      <dgm:t>
        <a:bodyPr/>
        <a:lstStyle/>
        <a:p>
          <a:endParaRPr lang="en-US"/>
        </a:p>
      </dgm:t>
    </dgm:pt>
    <dgm:pt modelId="{3292B299-7095-6E49-913A-51CC6587BEBE}" type="sibTrans" cxnId="{28C10601-4D2F-1A48-B2C4-59D84FA1F866}">
      <dgm:prSet/>
      <dgm:spPr/>
      <dgm:t>
        <a:bodyPr/>
        <a:lstStyle/>
        <a:p>
          <a:endParaRPr lang="en-US"/>
        </a:p>
      </dgm:t>
    </dgm:pt>
    <dgm:pt modelId="{53183166-0ADF-1743-A47D-602C4CCDBD4A}">
      <dgm:prSet/>
      <dgm:spPr/>
      <dgm:t>
        <a:bodyPr/>
        <a:lstStyle/>
        <a:p>
          <a:r>
            <a:rPr lang="en-US"/>
            <a:t>Vision Models</a:t>
          </a:r>
          <a:endParaRPr lang="en-CA"/>
        </a:p>
      </dgm:t>
    </dgm:pt>
    <dgm:pt modelId="{49872D19-5619-B648-A514-72383E65035A}" type="parTrans" cxnId="{6DD75452-D482-8E49-AD71-1052320FB723}">
      <dgm:prSet/>
      <dgm:spPr/>
      <dgm:t>
        <a:bodyPr/>
        <a:lstStyle/>
        <a:p>
          <a:endParaRPr lang="en-US"/>
        </a:p>
      </dgm:t>
    </dgm:pt>
    <dgm:pt modelId="{FF3EF0EF-64B1-D44E-9EAC-8D1A14CF3051}" type="sibTrans" cxnId="{6DD75452-D482-8E49-AD71-1052320FB723}">
      <dgm:prSet/>
      <dgm:spPr/>
      <dgm:t>
        <a:bodyPr/>
        <a:lstStyle/>
        <a:p>
          <a:endParaRPr lang="en-US"/>
        </a:p>
      </dgm:t>
    </dgm:pt>
    <dgm:pt modelId="{E46C1378-1279-0D41-9B93-CD8BFEBC380A}">
      <dgm:prSet/>
      <dgm:spPr/>
      <dgm:t>
        <a:bodyPr/>
        <a:lstStyle/>
        <a:p>
          <a:r>
            <a:rPr lang="en-US"/>
            <a:t>Text Models</a:t>
          </a:r>
          <a:endParaRPr lang="en-CA"/>
        </a:p>
      </dgm:t>
    </dgm:pt>
    <dgm:pt modelId="{2C5BED30-1BE2-B143-9874-4C6776BB2AED}" type="parTrans" cxnId="{408A0F07-07AD-9449-B274-2402A99F4AE7}">
      <dgm:prSet/>
      <dgm:spPr/>
      <dgm:t>
        <a:bodyPr/>
        <a:lstStyle/>
        <a:p>
          <a:endParaRPr lang="en-US"/>
        </a:p>
      </dgm:t>
    </dgm:pt>
    <dgm:pt modelId="{F2B5E78D-E228-384F-930A-280BA8DFD2D0}" type="sibTrans" cxnId="{408A0F07-07AD-9449-B274-2402A99F4AE7}">
      <dgm:prSet/>
      <dgm:spPr/>
      <dgm:t>
        <a:bodyPr/>
        <a:lstStyle/>
        <a:p>
          <a:endParaRPr lang="en-US"/>
        </a:p>
      </dgm:t>
    </dgm:pt>
    <dgm:pt modelId="{C83302FB-8D82-A548-BB26-463770B77445}">
      <dgm:prSet/>
      <dgm:spPr/>
      <dgm:t>
        <a:bodyPr/>
        <a:lstStyle/>
        <a:p>
          <a:r>
            <a:rPr lang="en-US"/>
            <a:t>Graph Models</a:t>
          </a:r>
          <a:endParaRPr lang="en-CA"/>
        </a:p>
      </dgm:t>
    </dgm:pt>
    <dgm:pt modelId="{DD32B8A8-BEF8-1A42-BE1E-BC77BEC44B2F}" type="parTrans" cxnId="{5C17D4D4-B3BF-0245-84AC-C31FB29FA0AE}">
      <dgm:prSet/>
      <dgm:spPr/>
      <dgm:t>
        <a:bodyPr/>
        <a:lstStyle/>
        <a:p>
          <a:endParaRPr lang="en-US"/>
        </a:p>
      </dgm:t>
    </dgm:pt>
    <dgm:pt modelId="{CC675A1B-523B-AE4D-8D14-DC76702A18D7}" type="sibTrans" cxnId="{5C17D4D4-B3BF-0245-84AC-C31FB29FA0AE}">
      <dgm:prSet/>
      <dgm:spPr/>
      <dgm:t>
        <a:bodyPr/>
        <a:lstStyle/>
        <a:p>
          <a:endParaRPr lang="en-US"/>
        </a:p>
      </dgm:t>
    </dgm:pt>
    <dgm:pt modelId="{621CF629-3E68-B446-A0D9-258BFB1F0ABC}" type="pres">
      <dgm:prSet presAssocID="{0E651431-F1FF-874C-BF78-D7A0DE91D2D9}" presName="hierChild1" presStyleCnt="0">
        <dgm:presLayoutVars>
          <dgm:orgChart val="1"/>
          <dgm:chPref val="1"/>
          <dgm:dir/>
          <dgm:animOne val="branch"/>
          <dgm:animLvl val="lvl"/>
          <dgm:resizeHandles/>
        </dgm:presLayoutVars>
      </dgm:prSet>
      <dgm:spPr/>
    </dgm:pt>
    <dgm:pt modelId="{A0FAACB8-131F-754C-A021-6E0F50EA55AD}" type="pres">
      <dgm:prSet presAssocID="{CB3E3611-1658-554E-B6BF-65E30CE8D2FD}" presName="hierRoot1" presStyleCnt="0">
        <dgm:presLayoutVars>
          <dgm:hierBranch val="init"/>
        </dgm:presLayoutVars>
      </dgm:prSet>
      <dgm:spPr/>
    </dgm:pt>
    <dgm:pt modelId="{8EF9937C-43A2-A147-8175-8C4FBD73E5E4}" type="pres">
      <dgm:prSet presAssocID="{CB3E3611-1658-554E-B6BF-65E30CE8D2FD}" presName="rootComposite1" presStyleCnt="0"/>
      <dgm:spPr/>
    </dgm:pt>
    <dgm:pt modelId="{7F5B7880-4D9C-2D4A-A58B-BD111366587C}" type="pres">
      <dgm:prSet presAssocID="{CB3E3611-1658-554E-B6BF-65E30CE8D2FD}" presName="rootText1" presStyleLbl="node0" presStyleIdx="0" presStyleCnt="1">
        <dgm:presLayoutVars>
          <dgm:chPref val="3"/>
        </dgm:presLayoutVars>
      </dgm:prSet>
      <dgm:spPr/>
    </dgm:pt>
    <dgm:pt modelId="{A5D5A259-9326-0542-A0AD-BE7D9B22B051}" type="pres">
      <dgm:prSet presAssocID="{CB3E3611-1658-554E-B6BF-65E30CE8D2FD}" presName="rootConnector1" presStyleLbl="node1" presStyleIdx="0" presStyleCnt="0"/>
      <dgm:spPr/>
    </dgm:pt>
    <dgm:pt modelId="{6007CDA4-8763-0A4F-AE6B-FAC7F223B32E}" type="pres">
      <dgm:prSet presAssocID="{CB3E3611-1658-554E-B6BF-65E30CE8D2FD}" presName="hierChild2" presStyleCnt="0"/>
      <dgm:spPr/>
    </dgm:pt>
    <dgm:pt modelId="{3FD1A53A-770E-0141-B30C-C7D072B900D0}" type="pres">
      <dgm:prSet presAssocID="{24E6C290-D6A0-AB41-9F19-80557B506F38}" presName="Name37" presStyleLbl="parChTrans1D2" presStyleIdx="0" presStyleCnt="5"/>
      <dgm:spPr/>
    </dgm:pt>
    <dgm:pt modelId="{F8998BCE-26D2-E84B-A411-5671C41F9DEC}" type="pres">
      <dgm:prSet presAssocID="{499595DE-454E-0140-BF9F-BCD8E87E9A72}" presName="hierRoot2" presStyleCnt="0">
        <dgm:presLayoutVars>
          <dgm:hierBranch val="init"/>
        </dgm:presLayoutVars>
      </dgm:prSet>
      <dgm:spPr/>
    </dgm:pt>
    <dgm:pt modelId="{B82CD924-A721-9346-A662-6CC16D043E78}" type="pres">
      <dgm:prSet presAssocID="{499595DE-454E-0140-BF9F-BCD8E87E9A72}" presName="rootComposite" presStyleCnt="0"/>
      <dgm:spPr/>
    </dgm:pt>
    <dgm:pt modelId="{18738E56-13BA-4943-B605-AEE93521C647}" type="pres">
      <dgm:prSet presAssocID="{499595DE-454E-0140-BF9F-BCD8E87E9A72}" presName="rootText" presStyleLbl="node2" presStyleIdx="0" presStyleCnt="5">
        <dgm:presLayoutVars>
          <dgm:chPref val="3"/>
        </dgm:presLayoutVars>
      </dgm:prSet>
      <dgm:spPr/>
    </dgm:pt>
    <dgm:pt modelId="{7ADC7B4C-FF72-0F4D-8ED8-8CA7F40570CC}" type="pres">
      <dgm:prSet presAssocID="{499595DE-454E-0140-BF9F-BCD8E87E9A72}" presName="rootConnector" presStyleLbl="node2" presStyleIdx="0" presStyleCnt="5"/>
      <dgm:spPr/>
    </dgm:pt>
    <dgm:pt modelId="{6B1AEEAF-98DC-E34B-866E-C2AC889A6E22}" type="pres">
      <dgm:prSet presAssocID="{499595DE-454E-0140-BF9F-BCD8E87E9A72}" presName="hierChild4" presStyleCnt="0"/>
      <dgm:spPr/>
    </dgm:pt>
    <dgm:pt modelId="{D3D5968A-3595-9C4D-8F12-8F0854B3054C}" type="pres">
      <dgm:prSet presAssocID="{F50D3456-DCD6-D948-B6CC-606411D0F464}" presName="Name37" presStyleLbl="parChTrans1D3" presStyleIdx="0" presStyleCnt="10"/>
      <dgm:spPr/>
    </dgm:pt>
    <dgm:pt modelId="{89AA4C24-0692-FC4F-9029-4A86966C0881}" type="pres">
      <dgm:prSet presAssocID="{84615FF4-9474-0249-9809-3BA41A3B0931}" presName="hierRoot2" presStyleCnt="0">
        <dgm:presLayoutVars>
          <dgm:hierBranch val="init"/>
        </dgm:presLayoutVars>
      </dgm:prSet>
      <dgm:spPr/>
    </dgm:pt>
    <dgm:pt modelId="{0F4D097B-C9CE-CC4C-B69D-9CD343F4455C}" type="pres">
      <dgm:prSet presAssocID="{84615FF4-9474-0249-9809-3BA41A3B0931}" presName="rootComposite" presStyleCnt="0"/>
      <dgm:spPr/>
    </dgm:pt>
    <dgm:pt modelId="{87358305-1A8D-E04C-9E8B-CA09B84388FE}" type="pres">
      <dgm:prSet presAssocID="{84615FF4-9474-0249-9809-3BA41A3B0931}" presName="rootText" presStyleLbl="node3" presStyleIdx="0" presStyleCnt="10">
        <dgm:presLayoutVars>
          <dgm:chPref val="3"/>
        </dgm:presLayoutVars>
      </dgm:prSet>
      <dgm:spPr/>
    </dgm:pt>
    <dgm:pt modelId="{A7ADC30F-4495-8E4B-A92C-EEE9E83AA60D}" type="pres">
      <dgm:prSet presAssocID="{84615FF4-9474-0249-9809-3BA41A3B0931}" presName="rootConnector" presStyleLbl="node3" presStyleIdx="0" presStyleCnt="10"/>
      <dgm:spPr/>
    </dgm:pt>
    <dgm:pt modelId="{06FE321B-DAC4-024F-9BC2-85337A4FB0F1}" type="pres">
      <dgm:prSet presAssocID="{84615FF4-9474-0249-9809-3BA41A3B0931}" presName="hierChild4" presStyleCnt="0"/>
      <dgm:spPr/>
    </dgm:pt>
    <dgm:pt modelId="{B67AE434-D5EE-874F-85C9-7C23DBEB2123}" type="pres">
      <dgm:prSet presAssocID="{84615FF4-9474-0249-9809-3BA41A3B0931}" presName="hierChild5" presStyleCnt="0"/>
      <dgm:spPr/>
    </dgm:pt>
    <dgm:pt modelId="{2C761D42-C904-E347-829D-0FDC2172DA05}" type="pres">
      <dgm:prSet presAssocID="{499595DE-454E-0140-BF9F-BCD8E87E9A72}" presName="hierChild5" presStyleCnt="0"/>
      <dgm:spPr/>
    </dgm:pt>
    <dgm:pt modelId="{B66AD2E3-4439-D945-AD5A-E4FB7CD26E49}" type="pres">
      <dgm:prSet presAssocID="{66493120-BAF8-D144-B95E-C9CBA4A3DC34}" presName="Name37" presStyleLbl="parChTrans1D2" presStyleIdx="1" presStyleCnt="5"/>
      <dgm:spPr/>
    </dgm:pt>
    <dgm:pt modelId="{4BF6D972-3F81-F04A-8BA8-29888B8E350D}" type="pres">
      <dgm:prSet presAssocID="{AD8A7182-71BF-7144-844D-8F6D048A7782}" presName="hierRoot2" presStyleCnt="0">
        <dgm:presLayoutVars>
          <dgm:hierBranch val="init"/>
        </dgm:presLayoutVars>
      </dgm:prSet>
      <dgm:spPr/>
    </dgm:pt>
    <dgm:pt modelId="{31628574-06D3-7E42-A8BE-209A689BC6FE}" type="pres">
      <dgm:prSet presAssocID="{AD8A7182-71BF-7144-844D-8F6D048A7782}" presName="rootComposite" presStyleCnt="0"/>
      <dgm:spPr/>
    </dgm:pt>
    <dgm:pt modelId="{00311B1C-7A00-E944-97C7-C16ABE4EDB2D}" type="pres">
      <dgm:prSet presAssocID="{AD8A7182-71BF-7144-844D-8F6D048A7782}" presName="rootText" presStyleLbl="node2" presStyleIdx="1" presStyleCnt="5">
        <dgm:presLayoutVars>
          <dgm:chPref val="3"/>
        </dgm:presLayoutVars>
      </dgm:prSet>
      <dgm:spPr/>
    </dgm:pt>
    <dgm:pt modelId="{217D33E7-0E73-EF4C-9A4B-06528D3525C6}" type="pres">
      <dgm:prSet presAssocID="{AD8A7182-71BF-7144-844D-8F6D048A7782}" presName="rootConnector" presStyleLbl="node2" presStyleIdx="1" presStyleCnt="5"/>
      <dgm:spPr/>
    </dgm:pt>
    <dgm:pt modelId="{AD22F71D-7AF7-5F49-A5A4-50F99D3B7836}" type="pres">
      <dgm:prSet presAssocID="{AD8A7182-71BF-7144-844D-8F6D048A7782}" presName="hierChild4" presStyleCnt="0"/>
      <dgm:spPr/>
    </dgm:pt>
    <dgm:pt modelId="{17EB23AB-8947-D44A-ABB3-D6F334EA6242}" type="pres">
      <dgm:prSet presAssocID="{1A89A46C-2622-CF42-BF69-83EAEA06A2EF}" presName="Name37" presStyleLbl="parChTrans1D3" presStyleIdx="1" presStyleCnt="10"/>
      <dgm:spPr/>
    </dgm:pt>
    <dgm:pt modelId="{EC7E5323-7F7A-6449-86FC-3B08D615EBB0}" type="pres">
      <dgm:prSet presAssocID="{04B2EC74-3C5C-CB41-A26F-36FC8ACE42D7}" presName="hierRoot2" presStyleCnt="0">
        <dgm:presLayoutVars>
          <dgm:hierBranch val="init"/>
        </dgm:presLayoutVars>
      </dgm:prSet>
      <dgm:spPr/>
    </dgm:pt>
    <dgm:pt modelId="{5792E61C-5E15-C649-80F1-1903E6FDD1A9}" type="pres">
      <dgm:prSet presAssocID="{04B2EC74-3C5C-CB41-A26F-36FC8ACE42D7}" presName="rootComposite" presStyleCnt="0"/>
      <dgm:spPr/>
    </dgm:pt>
    <dgm:pt modelId="{620B692D-FDDB-5B4B-8D98-C860AA0C795C}" type="pres">
      <dgm:prSet presAssocID="{04B2EC74-3C5C-CB41-A26F-36FC8ACE42D7}" presName="rootText" presStyleLbl="node3" presStyleIdx="1" presStyleCnt="10">
        <dgm:presLayoutVars>
          <dgm:chPref val="3"/>
        </dgm:presLayoutVars>
      </dgm:prSet>
      <dgm:spPr/>
    </dgm:pt>
    <dgm:pt modelId="{16B78D2F-A5FD-474D-B23F-2EE9D3E521F9}" type="pres">
      <dgm:prSet presAssocID="{04B2EC74-3C5C-CB41-A26F-36FC8ACE42D7}" presName="rootConnector" presStyleLbl="node3" presStyleIdx="1" presStyleCnt="10"/>
      <dgm:spPr/>
    </dgm:pt>
    <dgm:pt modelId="{603E639D-2EE3-B24F-84B9-22ACD546890D}" type="pres">
      <dgm:prSet presAssocID="{04B2EC74-3C5C-CB41-A26F-36FC8ACE42D7}" presName="hierChild4" presStyleCnt="0"/>
      <dgm:spPr/>
    </dgm:pt>
    <dgm:pt modelId="{4D487880-6A1E-8646-A4F2-12776C76B392}" type="pres">
      <dgm:prSet presAssocID="{04B2EC74-3C5C-CB41-A26F-36FC8ACE42D7}" presName="hierChild5" presStyleCnt="0"/>
      <dgm:spPr/>
    </dgm:pt>
    <dgm:pt modelId="{ED70DAF4-7DF6-F340-8830-E7675813FFF0}" type="pres">
      <dgm:prSet presAssocID="{65C13A86-6769-2B40-9616-062742A4FEDA}" presName="Name37" presStyleLbl="parChTrans1D3" presStyleIdx="2" presStyleCnt="10"/>
      <dgm:spPr/>
    </dgm:pt>
    <dgm:pt modelId="{1CFE8421-4D7F-2B40-B460-65598D62AF4C}" type="pres">
      <dgm:prSet presAssocID="{A710799A-BABD-254A-A987-5C051B251E6F}" presName="hierRoot2" presStyleCnt="0">
        <dgm:presLayoutVars>
          <dgm:hierBranch val="init"/>
        </dgm:presLayoutVars>
      </dgm:prSet>
      <dgm:spPr/>
    </dgm:pt>
    <dgm:pt modelId="{5183A462-E10B-6342-BE75-67F19D4C3B66}" type="pres">
      <dgm:prSet presAssocID="{A710799A-BABD-254A-A987-5C051B251E6F}" presName="rootComposite" presStyleCnt="0"/>
      <dgm:spPr/>
    </dgm:pt>
    <dgm:pt modelId="{4FAFB917-FFB3-6946-B2C9-26E7D6207D8C}" type="pres">
      <dgm:prSet presAssocID="{A710799A-BABD-254A-A987-5C051B251E6F}" presName="rootText" presStyleLbl="node3" presStyleIdx="2" presStyleCnt="10">
        <dgm:presLayoutVars>
          <dgm:chPref val="3"/>
        </dgm:presLayoutVars>
      </dgm:prSet>
      <dgm:spPr/>
    </dgm:pt>
    <dgm:pt modelId="{402E95F0-D1E6-294C-9A38-D2E2155D389F}" type="pres">
      <dgm:prSet presAssocID="{A710799A-BABD-254A-A987-5C051B251E6F}" presName="rootConnector" presStyleLbl="node3" presStyleIdx="2" presStyleCnt="10"/>
      <dgm:spPr/>
    </dgm:pt>
    <dgm:pt modelId="{A200BD27-4854-5749-88EC-719509F2D99D}" type="pres">
      <dgm:prSet presAssocID="{A710799A-BABD-254A-A987-5C051B251E6F}" presName="hierChild4" presStyleCnt="0"/>
      <dgm:spPr/>
    </dgm:pt>
    <dgm:pt modelId="{0AD762B5-96D0-D840-955F-FDE78475B682}" type="pres">
      <dgm:prSet presAssocID="{A710799A-BABD-254A-A987-5C051B251E6F}" presName="hierChild5" presStyleCnt="0"/>
      <dgm:spPr/>
    </dgm:pt>
    <dgm:pt modelId="{D156547D-E522-AA42-ACF8-D6945DAF5731}" type="pres">
      <dgm:prSet presAssocID="{AD8A7182-71BF-7144-844D-8F6D048A7782}" presName="hierChild5" presStyleCnt="0"/>
      <dgm:spPr/>
    </dgm:pt>
    <dgm:pt modelId="{84A794A4-3072-714D-8251-DBE9884754A8}" type="pres">
      <dgm:prSet presAssocID="{72C5D9D5-78B6-DF42-840B-E4CFE1D700DA}" presName="Name37" presStyleLbl="parChTrans1D2" presStyleIdx="2" presStyleCnt="5"/>
      <dgm:spPr/>
    </dgm:pt>
    <dgm:pt modelId="{6A7A25FB-03E4-B940-92A8-5F5D33733DBA}" type="pres">
      <dgm:prSet presAssocID="{DEB0193A-079B-9641-874F-B16D72944121}" presName="hierRoot2" presStyleCnt="0">
        <dgm:presLayoutVars>
          <dgm:hierBranch val="init"/>
        </dgm:presLayoutVars>
      </dgm:prSet>
      <dgm:spPr/>
    </dgm:pt>
    <dgm:pt modelId="{D4BFCA11-01CC-0C46-8F17-1F46ED3B2806}" type="pres">
      <dgm:prSet presAssocID="{DEB0193A-079B-9641-874F-B16D72944121}" presName="rootComposite" presStyleCnt="0"/>
      <dgm:spPr/>
    </dgm:pt>
    <dgm:pt modelId="{E45C3C9F-B140-464E-83A8-E8B0B564EB1D}" type="pres">
      <dgm:prSet presAssocID="{DEB0193A-079B-9641-874F-B16D72944121}" presName="rootText" presStyleLbl="node2" presStyleIdx="2" presStyleCnt="5">
        <dgm:presLayoutVars>
          <dgm:chPref val="3"/>
        </dgm:presLayoutVars>
      </dgm:prSet>
      <dgm:spPr/>
    </dgm:pt>
    <dgm:pt modelId="{0B9ECB29-DFC3-3D44-8E69-54054A2EFA41}" type="pres">
      <dgm:prSet presAssocID="{DEB0193A-079B-9641-874F-B16D72944121}" presName="rootConnector" presStyleLbl="node2" presStyleIdx="2" presStyleCnt="5"/>
      <dgm:spPr/>
    </dgm:pt>
    <dgm:pt modelId="{1FB1CC5E-4FBC-6747-BB80-62F1DE6B390B}" type="pres">
      <dgm:prSet presAssocID="{DEB0193A-079B-9641-874F-B16D72944121}" presName="hierChild4" presStyleCnt="0"/>
      <dgm:spPr/>
    </dgm:pt>
    <dgm:pt modelId="{7C7E0CE9-4792-B945-8BAE-4D0B19AA2315}" type="pres">
      <dgm:prSet presAssocID="{270D5893-AA53-B244-8355-5E3F35B5E7B7}" presName="Name37" presStyleLbl="parChTrans1D3" presStyleIdx="3" presStyleCnt="10"/>
      <dgm:spPr/>
    </dgm:pt>
    <dgm:pt modelId="{6C675779-2832-2241-A21D-297F869534AD}" type="pres">
      <dgm:prSet presAssocID="{E935A8CB-8D87-A042-908D-E0B9D2333EDD}" presName="hierRoot2" presStyleCnt="0">
        <dgm:presLayoutVars>
          <dgm:hierBranch val="init"/>
        </dgm:presLayoutVars>
      </dgm:prSet>
      <dgm:spPr/>
    </dgm:pt>
    <dgm:pt modelId="{EF7D535C-3032-F748-A33C-B3A159963F16}" type="pres">
      <dgm:prSet presAssocID="{E935A8CB-8D87-A042-908D-E0B9D2333EDD}" presName="rootComposite" presStyleCnt="0"/>
      <dgm:spPr/>
    </dgm:pt>
    <dgm:pt modelId="{3F31CB8C-1CE7-3B4C-AC29-FAE953537EB0}" type="pres">
      <dgm:prSet presAssocID="{E935A8CB-8D87-A042-908D-E0B9D2333EDD}" presName="rootText" presStyleLbl="node3" presStyleIdx="3" presStyleCnt="10">
        <dgm:presLayoutVars>
          <dgm:chPref val="3"/>
        </dgm:presLayoutVars>
      </dgm:prSet>
      <dgm:spPr/>
    </dgm:pt>
    <dgm:pt modelId="{4813F9CF-40D5-0C42-A21B-E36AF20E6607}" type="pres">
      <dgm:prSet presAssocID="{E935A8CB-8D87-A042-908D-E0B9D2333EDD}" presName="rootConnector" presStyleLbl="node3" presStyleIdx="3" presStyleCnt="10"/>
      <dgm:spPr/>
    </dgm:pt>
    <dgm:pt modelId="{00CB9F5A-7078-C141-B0EF-D1141E22C18C}" type="pres">
      <dgm:prSet presAssocID="{E935A8CB-8D87-A042-908D-E0B9D2333EDD}" presName="hierChild4" presStyleCnt="0"/>
      <dgm:spPr/>
    </dgm:pt>
    <dgm:pt modelId="{125255EE-B405-7F46-B829-6B8FBA6FEFB3}" type="pres">
      <dgm:prSet presAssocID="{E935A8CB-8D87-A042-908D-E0B9D2333EDD}" presName="hierChild5" presStyleCnt="0"/>
      <dgm:spPr/>
    </dgm:pt>
    <dgm:pt modelId="{EA07E719-76B1-3A4C-85E9-2FF1D371CCFB}" type="pres">
      <dgm:prSet presAssocID="{D2B179D7-D35A-FF4F-90E5-A1C6BE0AC441}" presName="Name37" presStyleLbl="parChTrans1D3" presStyleIdx="4" presStyleCnt="10"/>
      <dgm:spPr/>
    </dgm:pt>
    <dgm:pt modelId="{FBA9BC09-87A7-1345-BEF8-F0D6A4E9B127}" type="pres">
      <dgm:prSet presAssocID="{04761EBF-340C-7E46-B758-FF23A0D51D6D}" presName="hierRoot2" presStyleCnt="0">
        <dgm:presLayoutVars>
          <dgm:hierBranch val="init"/>
        </dgm:presLayoutVars>
      </dgm:prSet>
      <dgm:spPr/>
    </dgm:pt>
    <dgm:pt modelId="{93614156-570C-7845-B595-7EAE82C379FF}" type="pres">
      <dgm:prSet presAssocID="{04761EBF-340C-7E46-B758-FF23A0D51D6D}" presName="rootComposite" presStyleCnt="0"/>
      <dgm:spPr/>
    </dgm:pt>
    <dgm:pt modelId="{778209D0-D024-F04D-94D2-6F68F80F7E90}" type="pres">
      <dgm:prSet presAssocID="{04761EBF-340C-7E46-B758-FF23A0D51D6D}" presName="rootText" presStyleLbl="node3" presStyleIdx="4" presStyleCnt="10">
        <dgm:presLayoutVars>
          <dgm:chPref val="3"/>
        </dgm:presLayoutVars>
      </dgm:prSet>
      <dgm:spPr/>
    </dgm:pt>
    <dgm:pt modelId="{5F78119A-35E6-F649-BFCE-483AB3651FAA}" type="pres">
      <dgm:prSet presAssocID="{04761EBF-340C-7E46-B758-FF23A0D51D6D}" presName="rootConnector" presStyleLbl="node3" presStyleIdx="4" presStyleCnt="10"/>
      <dgm:spPr/>
    </dgm:pt>
    <dgm:pt modelId="{A63D2D74-96E3-174B-82B7-22DA45C2E769}" type="pres">
      <dgm:prSet presAssocID="{04761EBF-340C-7E46-B758-FF23A0D51D6D}" presName="hierChild4" presStyleCnt="0"/>
      <dgm:spPr/>
    </dgm:pt>
    <dgm:pt modelId="{307A698E-DEE1-1C46-97D5-D7DECED08385}" type="pres">
      <dgm:prSet presAssocID="{04761EBF-340C-7E46-B758-FF23A0D51D6D}" presName="hierChild5" presStyleCnt="0"/>
      <dgm:spPr/>
    </dgm:pt>
    <dgm:pt modelId="{DAD6331B-0138-1E48-83C7-69D284F6B304}" type="pres">
      <dgm:prSet presAssocID="{C6A76801-20D1-3343-A14E-766C0559DE5B}" presName="Name37" presStyleLbl="parChTrans1D3" presStyleIdx="5" presStyleCnt="10"/>
      <dgm:spPr/>
    </dgm:pt>
    <dgm:pt modelId="{E31F2E6D-D7E2-454D-BC36-7D182698D481}" type="pres">
      <dgm:prSet presAssocID="{A9F496DC-F622-1145-A135-0AA0F2F6552E}" presName="hierRoot2" presStyleCnt="0">
        <dgm:presLayoutVars>
          <dgm:hierBranch val="init"/>
        </dgm:presLayoutVars>
      </dgm:prSet>
      <dgm:spPr/>
    </dgm:pt>
    <dgm:pt modelId="{A65C35F5-0772-A548-8FEB-807BCEC3B987}" type="pres">
      <dgm:prSet presAssocID="{A9F496DC-F622-1145-A135-0AA0F2F6552E}" presName="rootComposite" presStyleCnt="0"/>
      <dgm:spPr/>
    </dgm:pt>
    <dgm:pt modelId="{D244F80F-ABCA-044B-9898-BC2DCF8D6D90}" type="pres">
      <dgm:prSet presAssocID="{A9F496DC-F622-1145-A135-0AA0F2F6552E}" presName="rootText" presStyleLbl="node3" presStyleIdx="5" presStyleCnt="10">
        <dgm:presLayoutVars>
          <dgm:chPref val="3"/>
        </dgm:presLayoutVars>
      </dgm:prSet>
      <dgm:spPr/>
    </dgm:pt>
    <dgm:pt modelId="{3BF3C975-C434-3E43-8C50-C5AEB40B1CA9}" type="pres">
      <dgm:prSet presAssocID="{A9F496DC-F622-1145-A135-0AA0F2F6552E}" presName="rootConnector" presStyleLbl="node3" presStyleIdx="5" presStyleCnt="10"/>
      <dgm:spPr/>
    </dgm:pt>
    <dgm:pt modelId="{503205B6-7A05-D84D-889E-A7980A9C4686}" type="pres">
      <dgm:prSet presAssocID="{A9F496DC-F622-1145-A135-0AA0F2F6552E}" presName="hierChild4" presStyleCnt="0"/>
      <dgm:spPr/>
    </dgm:pt>
    <dgm:pt modelId="{9010D1AB-5188-B047-9799-EE52647CDF78}" type="pres">
      <dgm:prSet presAssocID="{A9F496DC-F622-1145-A135-0AA0F2F6552E}" presName="hierChild5" presStyleCnt="0"/>
      <dgm:spPr/>
    </dgm:pt>
    <dgm:pt modelId="{30787EE4-0F66-9E4F-A552-0578BF616C4F}" type="pres">
      <dgm:prSet presAssocID="{8CBBF756-63B3-DC44-A7A9-5837952BA12A}" presName="Name37" presStyleLbl="parChTrans1D3" presStyleIdx="6" presStyleCnt="10"/>
      <dgm:spPr/>
    </dgm:pt>
    <dgm:pt modelId="{CA21ECCC-98F8-CB46-BA4B-D0A77CFB753B}" type="pres">
      <dgm:prSet presAssocID="{ADC30243-57B2-A34E-AE7A-4B0342A6380C}" presName="hierRoot2" presStyleCnt="0">
        <dgm:presLayoutVars>
          <dgm:hierBranch val="init"/>
        </dgm:presLayoutVars>
      </dgm:prSet>
      <dgm:spPr/>
    </dgm:pt>
    <dgm:pt modelId="{5E803456-F09F-F04E-8A76-2046158BD5AF}" type="pres">
      <dgm:prSet presAssocID="{ADC30243-57B2-A34E-AE7A-4B0342A6380C}" presName="rootComposite" presStyleCnt="0"/>
      <dgm:spPr/>
    </dgm:pt>
    <dgm:pt modelId="{9FBCD17E-127C-3B49-9158-B5A78E9AF584}" type="pres">
      <dgm:prSet presAssocID="{ADC30243-57B2-A34E-AE7A-4B0342A6380C}" presName="rootText" presStyleLbl="node3" presStyleIdx="6" presStyleCnt="10">
        <dgm:presLayoutVars>
          <dgm:chPref val="3"/>
        </dgm:presLayoutVars>
      </dgm:prSet>
      <dgm:spPr/>
    </dgm:pt>
    <dgm:pt modelId="{8DCC6198-FC81-204B-AA89-DA7E1DF63C1B}" type="pres">
      <dgm:prSet presAssocID="{ADC30243-57B2-A34E-AE7A-4B0342A6380C}" presName="rootConnector" presStyleLbl="node3" presStyleIdx="6" presStyleCnt="10"/>
      <dgm:spPr/>
    </dgm:pt>
    <dgm:pt modelId="{7841430F-0702-ED40-9BFB-E1D8D5F85264}" type="pres">
      <dgm:prSet presAssocID="{ADC30243-57B2-A34E-AE7A-4B0342A6380C}" presName="hierChild4" presStyleCnt="0"/>
      <dgm:spPr/>
    </dgm:pt>
    <dgm:pt modelId="{B00B47A4-8732-9142-8E50-7C9A6FDE499B}" type="pres">
      <dgm:prSet presAssocID="{ADC30243-57B2-A34E-AE7A-4B0342A6380C}" presName="hierChild5" presStyleCnt="0"/>
      <dgm:spPr/>
    </dgm:pt>
    <dgm:pt modelId="{F3F6A88A-AFA5-FB42-A58C-191A2F4F901F}" type="pres">
      <dgm:prSet presAssocID="{DEB0193A-079B-9641-874F-B16D72944121}" presName="hierChild5" presStyleCnt="0"/>
      <dgm:spPr/>
    </dgm:pt>
    <dgm:pt modelId="{05043C62-EBA9-244E-B473-4AE7A7E471C9}" type="pres">
      <dgm:prSet presAssocID="{4C5F37F2-7DAE-6546-8BD1-58EA69C5D63F}" presName="Name37" presStyleLbl="parChTrans1D2" presStyleIdx="3" presStyleCnt="5"/>
      <dgm:spPr/>
    </dgm:pt>
    <dgm:pt modelId="{31573175-F1D0-3D49-8DA4-35F503CE5B3B}" type="pres">
      <dgm:prSet presAssocID="{3EBE2664-F265-9D49-896C-5DAB4AE83469}" presName="hierRoot2" presStyleCnt="0">
        <dgm:presLayoutVars>
          <dgm:hierBranch val="init"/>
        </dgm:presLayoutVars>
      </dgm:prSet>
      <dgm:spPr/>
    </dgm:pt>
    <dgm:pt modelId="{939C73E6-8483-764A-BFE7-599D9E753FBD}" type="pres">
      <dgm:prSet presAssocID="{3EBE2664-F265-9D49-896C-5DAB4AE83469}" presName="rootComposite" presStyleCnt="0"/>
      <dgm:spPr/>
    </dgm:pt>
    <dgm:pt modelId="{9E3F74D8-58DD-334B-9D9E-BB8D8E9C2D81}" type="pres">
      <dgm:prSet presAssocID="{3EBE2664-F265-9D49-896C-5DAB4AE83469}" presName="rootText" presStyleLbl="node2" presStyleIdx="3" presStyleCnt="5">
        <dgm:presLayoutVars>
          <dgm:chPref val="3"/>
        </dgm:presLayoutVars>
      </dgm:prSet>
      <dgm:spPr/>
    </dgm:pt>
    <dgm:pt modelId="{30C985F2-7127-3C48-8744-BA5E032729A4}" type="pres">
      <dgm:prSet presAssocID="{3EBE2664-F265-9D49-896C-5DAB4AE83469}" presName="rootConnector" presStyleLbl="node2" presStyleIdx="3" presStyleCnt="5"/>
      <dgm:spPr/>
    </dgm:pt>
    <dgm:pt modelId="{6FA2BEF4-53EC-2048-88D2-B9AE81542130}" type="pres">
      <dgm:prSet presAssocID="{3EBE2664-F265-9D49-896C-5DAB4AE83469}" presName="hierChild4" presStyleCnt="0"/>
      <dgm:spPr/>
    </dgm:pt>
    <dgm:pt modelId="{F5D7C19F-35D3-F74E-B40B-B930F4CACCD5}" type="pres">
      <dgm:prSet presAssocID="{3EBE2664-F265-9D49-896C-5DAB4AE83469}" presName="hierChild5" presStyleCnt="0"/>
      <dgm:spPr/>
    </dgm:pt>
    <dgm:pt modelId="{63B6E410-8294-D242-ABFB-21B4D537A6EA}" type="pres">
      <dgm:prSet presAssocID="{40583D2A-FD67-4F46-A2D1-28B773B1EB25}" presName="Name37" presStyleLbl="parChTrans1D2" presStyleIdx="4" presStyleCnt="5"/>
      <dgm:spPr/>
    </dgm:pt>
    <dgm:pt modelId="{FF283CB1-3682-5449-840D-5345DDFF9992}" type="pres">
      <dgm:prSet presAssocID="{BB00CB12-389C-F34A-85B7-DA8897090211}" presName="hierRoot2" presStyleCnt="0">
        <dgm:presLayoutVars>
          <dgm:hierBranch val="init"/>
        </dgm:presLayoutVars>
      </dgm:prSet>
      <dgm:spPr/>
    </dgm:pt>
    <dgm:pt modelId="{D2B0F596-8BAD-9A42-A414-DD74A83E516C}" type="pres">
      <dgm:prSet presAssocID="{BB00CB12-389C-F34A-85B7-DA8897090211}" presName="rootComposite" presStyleCnt="0"/>
      <dgm:spPr/>
    </dgm:pt>
    <dgm:pt modelId="{D0C46D8A-EED5-3F4D-9E4F-D210F5F8973A}" type="pres">
      <dgm:prSet presAssocID="{BB00CB12-389C-F34A-85B7-DA8897090211}" presName="rootText" presStyleLbl="node2" presStyleIdx="4" presStyleCnt="5">
        <dgm:presLayoutVars>
          <dgm:chPref val="3"/>
        </dgm:presLayoutVars>
      </dgm:prSet>
      <dgm:spPr/>
    </dgm:pt>
    <dgm:pt modelId="{6CA592C5-4B36-DF4E-B28B-C838631ED7C5}" type="pres">
      <dgm:prSet presAssocID="{BB00CB12-389C-F34A-85B7-DA8897090211}" presName="rootConnector" presStyleLbl="node2" presStyleIdx="4" presStyleCnt="5"/>
      <dgm:spPr/>
    </dgm:pt>
    <dgm:pt modelId="{AA3A6440-4028-F647-BCE8-421655B5D72D}" type="pres">
      <dgm:prSet presAssocID="{BB00CB12-389C-F34A-85B7-DA8897090211}" presName="hierChild4" presStyleCnt="0"/>
      <dgm:spPr/>
    </dgm:pt>
    <dgm:pt modelId="{DE8A4B7D-21FD-2A4F-ACD7-99F7F201B58B}" type="pres">
      <dgm:prSet presAssocID="{49872D19-5619-B648-A514-72383E65035A}" presName="Name37" presStyleLbl="parChTrans1D3" presStyleIdx="7" presStyleCnt="10"/>
      <dgm:spPr/>
    </dgm:pt>
    <dgm:pt modelId="{B237F0A2-ACAE-3A4B-BEA2-E197A986C05C}" type="pres">
      <dgm:prSet presAssocID="{53183166-0ADF-1743-A47D-602C4CCDBD4A}" presName="hierRoot2" presStyleCnt="0">
        <dgm:presLayoutVars>
          <dgm:hierBranch val="init"/>
        </dgm:presLayoutVars>
      </dgm:prSet>
      <dgm:spPr/>
    </dgm:pt>
    <dgm:pt modelId="{5069D3C3-A4D6-1043-90A2-129565279EEF}" type="pres">
      <dgm:prSet presAssocID="{53183166-0ADF-1743-A47D-602C4CCDBD4A}" presName="rootComposite" presStyleCnt="0"/>
      <dgm:spPr/>
    </dgm:pt>
    <dgm:pt modelId="{195D2867-962B-D449-B4B4-132A88CAE946}" type="pres">
      <dgm:prSet presAssocID="{53183166-0ADF-1743-A47D-602C4CCDBD4A}" presName="rootText" presStyleLbl="node3" presStyleIdx="7" presStyleCnt="10">
        <dgm:presLayoutVars>
          <dgm:chPref val="3"/>
        </dgm:presLayoutVars>
      </dgm:prSet>
      <dgm:spPr/>
    </dgm:pt>
    <dgm:pt modelId="{63529EDC-1E7D-0145-95E7-F74A7C93E63C}" type="pres">
      <dgm:prSet presAssocID="{53183166-0ADF-1743-A47D-602C4CCDBD4A}" presName="rootConnector" presStyleLbl="node3" presStyleIdx="7" presStyleCnt="10"/>
      <dgm:spPr/>
    </dgm:pt>
    <dgm:pt modelId="{A9D06693-6972-5342-96F6-16C5C77BBA7F}" type="pres">
      <dgm:prSet presAssocID="{53183166-0ADF-1743-A47D-602C4CCDBD4A}" presName="hierChild4" presStyleCnt="0"/>
      <dgm:spPr/>
    </dgm:pt>
    <dgm:pt modelId="{12A07CD4-0737-FA4C-B081-37A1E070DD6C}" type="pres">
      <dgm:prSet presAssocID="{53183166-0ADF-1743-A47D-602C4CCDBD4A}" presName="hierChild5" presStyleCnt="0"/>
      <dgm:spPr/>
    </dgm:pt>
    <dgm:pt modelId="{D763D7D7-0DB0-6044-89CA-CBB10F96C482}" type="pres">
      <dgm:prSet presAssocID="{2C5BED30-1BE2-B143-9874-4C6776BB2AED}" presName="Name37" presStyleLbl="parChTrans1D3" presStyleIdx="8" presStyleCnt="10"/>
      <dgm:spPr/>
    </dgm:pt>
    <dgm:pt modelId="{F3896DEF-302F-784A-A735-FD2B007ABD77}" type="pres">
      <dgm:prSet presAssocID="{E46C1378-1279-0D41-9B93-CD8BFEBC380A}" presName="hierRoot2" presStyleCnt="0">
        <dgm:presLayoutVars>
          <dgm:hierBranch val="init"/>
        </dgm:presLayoutVars>
      </dgm:prSet>
      <dgm:spPr/>
    </dgm:pt>
    <dgm:pt modelId="{C4AE9AB9-0700-A042-A95B-11478F0F7A48}" type="pres">
      <dgm:prSet presAssocID="{E46C1378-1279-0D41-9B93-CD8BFEBC380A}" presName="rootComposite" presStyleCnt="0"/>
      <dgm:spPr/>
    </dgm:pt>
    <dgm:pt modelId="{E87D0B35-BF70-2845-B948-C0780CCC40DD}" type="pres">
      <dgm:prSet presAssocID="{E46C1378-1279-0D41-9B93-CD8BFEBC380A}" presName="rootText" presStyleLbl="node3" presStyleIdx="8" presStyleCnt="10">
        <dgm:presLayoutVars>
          <dgm:chPref val="3"/>
        </dgm:presLayoutVars>
      </dgm:prSet>
      <dgm:spPr/>
    </dgm:pt>
    <dgm:pt modelId="{F84908C7-015B-2742-817F-A30ABDC6D1D6}" type="pres">
      <dgm:prSet presAssocID="{E46C1378-1279-0D41-9B93-CD8BFEBC380A}" presName="rootConnector" presStyleLbl="node3" presStyleIdx="8" presStyleCnt="10"/>
      <dgm:spPr/>
    </dgm:pt>
    <dgm:pt modelId="{AD4F2734-6112-E648-A2E9-1C5BBAD1983F}" type="pres">
      <dgm:prSet presAssocID="{E46C1378-1279-0D41-9B93-CD8BFEBC380A}" presName="hierChild4" presStyleCnt="0"/>
      <dgm:spPr/>
    </dgm:pt>
    <dgm:pt modelId="{EACB87C2-3E4F-D740-990B-CB2C470DC065}" type="pres">
      <dgm:prSet presAssocID="{E46C1378-1279-0D41-9B93-CD8BFEBC380A}" presName="hierChild5" presStyleCnt="0"/>
      <dgm:spPr/>
    </dgm:pt>
    <dgm:pt modelId="{2724AAD6-1219-F244-866D-115D11980AE9}" type="pres">
      <dgm:prSet presAssocID="{DD32B8A8-BEF8-1A42-BE1E-BC77BEC44B2F}" presName="Name37" presStyleLbl="parChTrans1D3" presStyleIdx="9" presStyleCnt="10"/>
      <dgm:spPr/>
    </dgm:pt>
    <dgm:pt modelId="{FDCCF332-BD74-6A43-8383-CCED97E7B1FA}" type="pres">
      <dgm:prSet presAssocID="{C83302FB-8D82-A548-BB26-463770B77445}" presName="hierRoot2" presStyleCnt="0">
        <dgm:presLayoutVars>
          <dgm:hierBranch val="init"/>
        </dgm:presLayoutVars>
      </dgm:prSet>
      <dgm:spPr/>
    </dgm:pt>
    <dgm:pt modelId="{9AF609A6-69C0-8546-90B4-5D6F36E65B3D}" type="pres">
      <dgm:prSet presAssocID="{C83302FB-8D82-A548-BB26-463770B77445}" presName="rootComposite" presStyleCnt="0"/>
      <dgm:spPr/>
    </dgm:pt>
    <dgm:pt modelId="{4BED981A-4CC1-F34C-B237-7B15416FF3FA}" type="pres">
      <dgm:prSet presAssocID="{C83302FB-8D82-A548-BB26-463770B77445}" presName="rootText" presStyleLbl="node3" presStyleIdx="9" presStyleCnt="10">
        <dgm:presLayoutVars>
          <dgm:chPref val="3"/>
        </dgm:presLayoutVars>
      </dgm:prSet>
      <dgm:spPr/>
    </dgm:pt>
    <dgm:pt modelId="{A6E4FFFA-B026-CF4C-A206-053CFD6E768D}" type="pres">
      <dgm:prSet presAssocID="{C83302FB-8D82-A548-BB26-463770B77445}" presName="rootConnector" presStyleLbl="node3" presStyleIdx="9" presStyleCnt="10"/>
      <dgm:spPr/>
    </dgm:pt>
    <dgm:pt modelId="{2027E5F6-0090-0342-A585-33FD9BB44C1F}" type="pres">
      <dgm:prSet presAssocID="{C83302FB-8D82-A548-BB26-463770B77445}" presName="hierChild4" presStyleCnt="0"/>
      <dgm:spPr/>
    </dgm:pt>
    <dgm:pt modelId="{E906FBB4-0778-E743-B56D-BF9970C21392}" type="pres">
      <dgm:prSet presAssocID="{C83302FB-8D82-A548-BB26-463770B77445}" presName="hierChild5" presStyleCnt="0"/>
      <dgm:spPr/>
    </dgm:pt>
    <dgm:pt modelId="{FD41B5FC-840B-8140-A952-B1825DB8B111}" type="pres">
      <dgm:prSet presAssocID="{BB00CB12-389C-F34A-85B7-DA8897090211}" presName="hierChild5" presStyleCnt="0"/>
      <dgm:spPr/>
    </dgm:pt>
    <dgm:pt modelId="{BE1831B4-E56D-9748-A64E-A8CC6783C9EF}" type="pres">
      <dgm:prSet presAssocID="{CB3E3611-1658-554E-B6BF-65E30CE8D2FD}" presName="hierChild3" presStyleCnt="0"/>
      <dgm:spPr/>
    </dgm:pt>
  </dgm:ptLst>
  <dgm:cxnLst>
    <dgm:cxn modelId="{28C10601-4D2F-1A48-B2C4-59D84FA1F866}" srcId="{CB3E3611-1658-554E-B6BF-65E30CE8D2FD}" destId="{BB00CB12-389C-F34A-85B7-DA8897090211}" srcOrd="4" destOrd="0" parTransId="{40583D2A-FD67-4F46-A2D1-28B773B1EB25}" sibTransId="{3292B299-7095-6E49-913A-51CC6587BEBE}"/>
    <dgm:cxn modelId="{CCDE5F01-BA2B-4C45-9171-483834BED821}" type="presOf" srcId="{E935A8CB-8D87-A042-908D-E0B9D2333EDD}" destId="{3F31CB8C-1CE7-3B4C-AC29-FAE953537EB0}" srcOrd="0" destOrd="0" presId="urn:microsoft.com/office/officeart/2005/8/layout/orgChart1"/>
    <dgm:cxn modelId="{37AC6E02-5686-B64D-A794-ADC7EC18AB3B}" type="presOf" srcId="{04761EBF-340C-7E46-B758-FF23A0D51D6D}" destId="{778209D0-D024-F04D-94D2-6F68F80F7E90}" srcOrd="0" destOrd="0" presId="urn:microsoft.com/office/officeart/2005/8/layout/orgChart1"/>
    <dgm:cxn modelId="{EC1D5E03-E618-CE47-B3A3-B30F26590D43}" srcId="{CB3E3611-1658-554E-B6BF-65E30CE8D2FD}" destId="{DEB0193A-079B-9641-874F-B16D72944121}" srcOrd="2" destOrd="0" parTransId="{72C5D9D5-78B6-DF42-840B-E4CFE1D700DA}" sibTransId="{BB4C35B6-8821-9B48-BD76-83F3579628A4}"/>
    <dgm:cxn modelId="{7EA6C904-63FA-0646-9430-B243B5E18AA8}" srcId="{499595DE-454E-0140-BF9F-BCD8E87E9A72}" destId="{84615FF4-9474-0249-9809-3BA41A3B0931}" srcOrd="0" destOrd="0" parTransId="{F50D3456-DCD6-D948-B6CC-606411D0F464}" sibTransId="{39D640F9-184F-C947-A327-6022911E9DCA}"/>
    <dgm:cxn modelId="{87CB7506-25AE-7A49-A1E3-A23297CA21A9}" type="presOf" srcId="{1A89A46C-2622-CF42-BF69-83EAEA06A2EF}" destId="{17EB23AB-8947-D44A-ABB3-D6F334EA6242}" srcOrd="0" destOrd="0" presId="urn:microsoft.com/office/officeart/2005/8/layout/orgChart1"/>
    <dgm:cxn modelId="{408A0F07-07AD-9449-B274-2402A99F4AE7}" srcId="{BB00CB12-389C-F34A-85B7-DA8897090211}" destId="{E46C1378-1279-0D41-9B93-CD8BFEBC380A}" srcOrd="1" destOrd="0" parTransId="{2C5BED30-1BE2-B143-9874-4C6776BB2AED}" sibTransId="{F2B5E78D-E228-384F-930A-280BA8DFD2D0}"/>
    <dgm:cxn modelId="{3E82DE09-0DCB-C34D-8196-84C6F134320B}" srcId="{DEB0193A-079B-9641-874F-B16D72944121}" destId="{A9F496DC-F622-1145-A135-0AA0F2F6552E}" srcOrd="2" destOrd="0" parTransId="{C6A76801-20D1-3343-A14E-766C0559DE5B}" sibTransId="{62EB574B-7B41-2D4E-988C-F4814263ABA5}"/>
    <dgm:cxn modelId="{0A633710-625E-F44D-A790-06963B2AA1A6}" type="presOf" srcId="{3EBE2664-F265-9D49-896C-5DAB4AE83469}" destId="{9E3F74D8-58DD-334B-9D9E-BB8D8E9C2D81}" srcOrd="0" destOrd="0" presId="urn:microsoft.com/office/officeart/2005/8/layout/orgChart1"/>
    <dgm:cxn modelId="{8880E316-E93A-FE42-BB30-F3641FEA6E89}" type="presOf" srcId="{A710799A-BABD-254A-A987-5C051B251E6F}" destId="{4FAFB917-FFB3-6946-B2C9-26E7D6207D8C}" srcOrd="0" destOrd="0" presId="urn:microsoft.com/office/officeart/2005/8/layout/orgChart1"/>
    <dgm:cxn modelId="{34FB9B1B-2888-CE42-9718-6C4732EE8024}" type="presOf" srcId="{3EBE2664-F265-9D49-896C-5DAB4AE83469}" destId="{30C985F2-7127-3C48-8744-BA5E032729A4}" srcOrd="1" destOrd="0" presId="urn:microsoft.com/office/officeart/2005/8/layout/orgChart1"/>
    <dgm:cxn modelId="{2609351D-1DDB-3D45-BB25-01538FC6CB3B}" srcId="{CB3E3611-1658-554E-B6BF-65E30CE8D2FD}" destId="{499595DE-454E-0140-BF9F-BCD8E87E9A72}" srcOrd="0" destOrd="0" parTransId="{24E6C290-D6A0-AB41-9F19-80557B506F38}" sibTransId="{F8143766-6B30-014C-807B-0EDC81607D5C}"/>
    <dgm:cxn modelId="{9E7FA122-01C5-2E4A-A716-30DD6B89830E}" srcId="{AD8A7182-71BF-7144-844D-8F6D048A7782}" destId="{A710799A-BABD-254A-A987-5C051B251E6F}" srcOrd="1" destOrd="0" parTransId="{65C13A86-6769-2B40-9616-062742A4FEDA}" sibTransId="{E90505A6-25C1-3349-A08A-7873B53591AE}"/>
    <dgm:cxn modelId="{038AAB23-BB0C-7D4B-9311-B1E8DE7BE7FF}" srcId="{CB3E3611-1658-554E-B6BF-65E30CE8D2FD}" destId="{AD8A7182-71BF-7144-844D-8F6D048A7782}" srcOrd="1" destOrd="0" parTransId="{66493120-BAF8-D144-B95E-C9CBA4A3DC34}" sibTransId="{BB77ACAD-F620-3648-B82C-DA46DD002BA1}"/>
    <dgm:cxn modelId="{B630B824-DE2B-044E-9881-DC8CA590118D}" type="presOf" srcId="{4C5F37F2-7DAE-6546-8BD1-58EA69C5D63F}" destId="{05043C62-EBA9-244E-B473-4AE7A7E471C9}" srcOrd="0" destOrd="0" presId="urn:microsoft.com/office/officeart/2005/8/layout/orgChart1"/>
    <dgm:cxn modelId="{266CD726-F426-D14E-B8F1-E0319291DECA}" srcId="{DEB0193A-079B-9641-874F-B16D72944121}" destId="{E935A8CB-8D87-A042-908D-E0B9D2333EDD}" srcOrd="0" destOrd="0" parTransId="{270D5893-AA53-B244-8355-5E3F35B5E7B7}" sibTransId="{55EC4969-3F03-934E-A9F1-9D5002C266AE}"/>
    <dgm:cxn modelId="{4C043A31-4F6D-BA49-82CF-82E30C28FFA8}" type="presOf" srcId="{C6A76801-20D1-3343-A14E-766C0559DE5B}" destId="{DAD6331B-0138-1E48-83C7-69D284F6B304}" srcOrd="0" destOrd="0" presId="urn:microsoft.com/office/officeart/2005/8/layout/orgChart1"/>
    <dgm:cxn modelId="{36967131-3568-CF44-81ED-2B117B1CE406}" type="presOf" srcId="{E935A8CB-8D87-A042-908D-E0B9D2333EDD}" destId="{4813F9CF-40D5-0C42-A21B-E36AF20E6607}" srcOrd="1" destOrd="0" presId="urn:microsoft.com/office/officeart/2005/8/layout/orgChart1"/>
    <dgm:cxn modelId="{3C6AB631-CB65-3945-92B8-7E44940D1D3D}" type="presOf" srcId="{E46C1378-1279-0D41-9B93-CD8BFEBC380A}" destId="{F84908C7-015B-2742-817F-A30ABDC6D1D6}" srcOrd="1" destOrd="0" presId="urn:microsoft.com/office/officeart/2005/8/layout/orgChart1"/>
    <dgm:cxn modelId="{B8D4893B-F647-8145-B0A8-A9B01B671DE9}" type="presOf" srcId="{ADC30243-57B2-A34E-AE7A-4B0342A6380C}" destId="{9FBCD17E-127C-3B49-9158-B5A78E9AF584}" srcOrd="0" destOrd="0" presId="urn:microsoft.com/office/officeart/2005/8/layout/orgChart1"/>
    <dgm:cxn modelId="{5B93B940-E7EC-AB4F-A14E-361B87678EE6}" type="presOf" srcId="{A710799A-BABD-254A-A987-5C051B251E6F}" destId="{402E95F0-D1E6-294C-9A38-D2E2155D389F}" srcOrd="1" destOrd="0" presId="urn:microsoft.com/office/officeart/2005/8/layout/orgChart1"/>
    <dgm:cxn modelId="{F8C73E43-0D3E-7C47-8694-1AB60FD23D33}" type="presOf" srcId="{499595DE-454E-0140-BF9F-BCD8E87E9A72}" destId="{18738E56-13BA-4943-B605-AEE93521C647}" srcOrd="0" destOrd="0" presId="urn:microsoft.com/office/officeart/2005/8/layout/orgChart1"/>
    <dgm:cxn modelId="{CA976D49-6FF3-E444-B602-A277C858B0D9}" type="presOf" srcId="{DEB0193A-079B-9641-874F-B16D72944121}" destId="{E45C3C9F-B140-464E-83A8-E8B0B564EB1D}" srcOrd="0" destOrd="0" presId="urn:microsoft.com/office/officeart/2005/8/layout/orgChart1"/>
    <dgm:cxn modelId="{39C2004B-336E-2B44-BC31-E3203ACD299C}" type="presOf" srcId="{40583D2A-FD67-4F46-A2D1-28B773B1EB25}" destId="{63B6E410-8294-D242-ABFB-21B4D537A6EA}" srcOrd="0" destOrd="0" presId="urn:microsoft.com/office/officeart/2005/8/layout/orgChart1"/>
    <dgm:cxn modelId="{6DD75452-D482-8E49-AD71-1052320FB723}" srcId="{BB00CB12-389C-F34A-85B7-DA8897090211}" destId="{53183166-0ADF-1743-A47D-602C4CCDBD4A}" srcOrd="0" destOrd="0" parTransId="{49872D19-5619-B648-A514-72383E65035A}" sibTransId="{FF3EF0EF-64B1-D44E-9EAC-8D1A14CF3051}"/>
    <dgm:cxn modelId="{792C8652-F6A6-0A45-9017-0057F540D375}" type="presOf" srcId="{A9F496DC-F622-1145-A135-0AA0F2F6552E}" destId="{D244F80F-ABCA-044B-9898-BC2DCF8D6D90}" srcOrd="0" destOrd="0" presId="urn:microsoft.com/office/officeart/2005/8/layout/orgChart1"/>
    <dgm:cxn modelId="{3768E952-847E-6A4B-B40A-E1EA36248190}" type="presOf" srcId="{2C5BED30-1BE2-B143-9874-4C6776BB2AED}" destId="{D763D7D7-0DB0-6044-89CA-CBB10F96C482}" srcOrd="0" destOrd="0" presId="urn:microsoft.com/office/officeart/2005/8/layout/orgChart1"/>
    <dgm:cxn modelId="{231D155A-3C9D-E54C-86BE-1C5B161ADA35}" type="presOf" srcId="{BB00CB12-389C-F34A-85B7-DA8897090211}" destId="{D0C46D8A-EED5-3F4D-9E4F-D210F5F8973A}" srcOrd="0" destOrd="0" presId="urn:microsoft.com/office/officeart/2005/8/layout/orgChart1"/>
    <dgm:cxn modelId="{A8831F5A-4953-B947-8B63-063FD08958EE}" type="presOf" srcId="{E46C1378-1279-0D41-9B93-CD8BFEBC380A}" destId="{E87D0B35-BF70-2845-B948-C0780CCC40DD}" srcOrd="0" destOrd="0" presId="urn:microsoft.com/office/officeart/2005/8/layout/orgChart1"/>
    <dgm:cxn modelId="{2FDB505E-C53D-024A-B334-49D76B9C8544}" srcId="{0E651431-F1FF-874C-BF78-D7A0DE91D2D9}" destId="{CB3E3611-1658-554E-B6BF-65E30CE8D2FD}" srcOrd="0" destOrd="0" parTransId="{F4993698-D19B-9342-B967-774D1943B6A4}" sibTransId="{9FA93796-4004-654B-BF43-046438284BEF}"/>
    <dgm:cxn modelId="{37C68C5F-6EC1-D743-A383-CF08DE1E0B78}" type="presOf" srcId="{A9F496DC-F622-1145-A135-0AA0F2F6552E}" destId="{3BF3C975-C434-3E43-8C50-C5AEB40B1CA9}" srcOrd="1" destOrd="0" presId="urn:microsoft.com/office/officeart/2005/8/layout/orgChart1"/>
    <dgm:cxn modelId="{9B2AB360-43AE-EB45-924E-B5ADC5864BFE}" type="presOf" srcId="{D2B179D7-D35A-FF4F-90E5-A1C6BE0AC441}" destId="{EA07E719-76B1-3A4C-85E9-2FF1D371CCFB}" srcOrd="0" destOrd="0" presId="urn:microsoft.com/office/officeart/2005/8/layout/orgChart1"/>
    <dgm:cxn modelId="{4F62BA60-26B3-2D4D-AF4A-E1DF6A9B9C2E}" type="presOf" srcId="{53183166-0ADF-1743-A47D-602C4CCDBD4A}" destId="{195D2867-962B-D449-B4B4-132A88CAE946}" srcOrd="0" destOrd="0" presId="urn:microsoft.com/office/officeart/2005/8/layout/orgChart1"/>
    <dgm:cxn modelId="{B769DB67-8268-404B-A581-254059841215}" type="presOf" srcId="{CB3E3611-1658-554E-B6BF-65E30CE8D2FD}" destId="{A5D5A259-9326-0542-A0AD-BE7D9B22B051}" srcOrd="1" destOrd="0" presId="urn:microsoft.com/office/officeart/2005/8/layout/orgChart1"/>
    <dgm:cxn modelId="{6E09296B-2378-C645-9BE9-24B162D8A852}" type="presOf" srcId="{65C13A86-6769-2B40-9616-062742A4FEDA}" destId="{ED70DAF4-7DF6-F340-8830-E7675813FFF0}" srcOrd="0" destOrd="0" presId="urn:microsoft.com/office/officeart/2005/8/layout/orgChart1"/>
    <dgm:cxn modelId="{D4F30A71-C61C-3C40-A23C-2047BABBBC3E}" type="presOf" srcId="{04B2EC74-3C5C-CB41-A26F-36FC8ACE42D7}" destId="{16B78D2F-A5FD-474D-B23F-2EE9D3E521F9}" srcOrd="1" destOrd="0" presId="urn:microsoft.com/office/officeart/2005/8/layout/orgChart1"/>
    <dgm:cxn modelId="{02544779-FAD8-E641-BEBE-DB85766C84D3}" type="presOf" srcId="{24E6C290-D6A0-AB41-9F19-80557B506F38}" destId="{3FD1A53A-770E-0141-B30C-C7D072B900D0}" srcOrd="0" destOrd="0" presId="urn:microsoft.com/office/officeart/2005/8/layout/orgChart1"/>
    <dgm:cxn modelId="{72751D89-FAB7-4E4F-9248-7A36164ED1C9}" type="presOf" srcId="{499595DE-454E-0140-BF9F-BCD8E87E9A72}" destId="{7ADC7B4C-FF72-0F4D-8ED8-8CA7F40570CC}" srcOrd="1" destOrd="0" presId="urn:microsoft.com/office/officeart/2005/8/layout/orgChart1"/>
    <dgm:cxn modelId="{0B79618C-4368-E14C-AFB7-579804220D1B}" type="presOf" srcId="{270D5893-AA53-B244-8355-5E3F35B5E7B7}" destId="{7C7E0CE9-4792-B945-8BAE-4D0B19AA2315}" srcOrd="0" destOrd="0" presId="urn:microsoft.com/office/officeart/2005/8/layout/orgChart1"/>
    <dgm:cxn modelId="{592DCA92-A916-924A-86CE-EB35E312D21E}" type="presOf" srcId="{49872D19-5619-B648-A514-72383E65035A}" destId="{DE8A4B7D-21FD-2A4F-ACD7-99F7F201B58B}" srcOrd="0" destOrd="0" presId="urn:microsoft.com/office/officeart/2005/8/layout/orgChart1"/>
    <dgm:cxn modelId="{293F2B9C-2950-B748-900E-534A36F5A0F8}" type="presOf" srcId="{8CBBF756-63B3-DC44-A7A9-5837952BA12A}" destId="{30787EE4-0F66-9E4F-A552-0578BF616C4F}" srcOrd="0" destOrd="0" presId="urn:microsoft.com/office/officeart/2005/8/layout/orgChart1"/>
    <dgm:cxn modelId="{7C2506AB-8D0C-D54F-BBE8-8DBBFB887A7B}" type="presOf" srcId="{DD32B8A8-BEF8-1A42-BE1E-BC77BEC44B2F}" destId="{2724AAD6-1219-F244-866D-115D11980AE9}" srcOrd="0" destOrd="0" presId="urn:microsoft.com/office/officeart/2005/8/layout/orgChart1"/>
    <dgm:cxn modelId="{8AE097AD-D008-714D-9092-0A909EC3BDAD}" type="presOf" srcId="{C83302FB-8D82-A548-BB26-463770B77445}" destId="{A6E4FFFA-B026-CF4C-A206-053CFD6E768D}" srcOrd="1" destOrd="0" presId="urn:microsoft.com/office/officeart/2005/8/layout/orgChart1"/>
    <dgm:cxn modelId="{F3304DAF-7860-3046-8D78-0B22DF4F0525}" srcId="{CB3E3611-1658-554E-B6BF-65E30CE8D2FD}" destId="{3EBE2664-F265-9D49-896C-5DAB4AE83469}" srcOrd="3" destOrd="0" parTransId="{4C5F37F2-7DAE-6546-8BD1-58EA69C5D63F}" sibTransId="{0FD8E34D-495A-ED4B-853A-B2299E7CAA79}"/>
    <dgm:cxn modelId="{8DF150B3-ABBC-F04A-AF16-502343C9C7D2}" type="presOf" srcId="{0E651431-F1FF-874C-BF78-D7A0DE91D2D9}" destId="{621CF629-3E68-B446-A0D9-258BFB1F0ABC}" srcOrd="0" destOrd="0" presId="urn:microsoft.com/office/officeart/2005/8/layout/orgChart1"/>
    <dgm:cxn modelId="{FE96ABB8-D4F2-314E-81BF-2F6B7AB82759}" type="presOf" srcId="{C83302FB-8D82-A548-BB26-463770B77445}" destId="{4BED981A-4CC1-F34C-B237-7B15416FF3FA}" srcOrd="0" destOrd="0" presId="urn:microsoft.com/office/officeart/2005/8/layout/orgChart1"/>
    <dgm:cxn modelId="{D4F1F5BB-B43C-8C4C-82AD-C9B4297E4831}" type="presOf" srcId="{66493120-BAF8-D144-B95E-C9CBA4A3DC34}" destId="{B66AD2E3-4439-D945-AD5A-E4FB7CD26E49}" srcOrd="0" destOrd="0" presId="urn:microsoft.com/office/officeart/2005/8/layout/orgChart1"/>
    <dgm:cxn modelId="{EEE83AC3-DE47-F44C-B9D7-417FBB8E136A}" srcId="{DEB0193A-079B-9641-874F-B16D72944121}" destId="{ADC30243-57B2-A34E-AE7A-4B0342A6380C}" srcOrd="3" destOrd="0" parTransId="{8CBBF756-63B3-DC44-A7A9-5837952BA12A}" sibTransId="{066AB4DE-E7D7-E846-A3AF-CB8511CD362E}"/>
    <dgm:cxn modelId="{59917DC4-319B-4443-A4AE-A88C4B7E49E4}" type="presOf" srcId="{DEB0193A-079B-9641-874F-B16D72944121}" destId="{0B9ECB29-DFC3-3D44-8E69-54054A2EFA41}" srcOrd="1" destOrd="0" presId="urn:microsoft.com/office/officeart/2005/8/layout/orgChart1"/>
    <dgm:cxn modelId="{80C3F2C6-D9DB-9A42-B22B-7EA17517C67B}" srcId="{AD8A7182-71BF-7144-844D-8F6D048A7782}" destId="{04B2EC74-3C5C-CB41-A26F-36FC8ACE42D7}" srcOrd="0" destOrd="0" parTransId="{1A89A46C-2622-CF42-BF69-83EAEA06A2EF}" sibTransId="{BC1A1EE9-6C6F-1443-870C-54C74C24DD40}"/>
    <dgm:cxn modelId="{C0065ACB-242C-2147-9F45-88C7F8D9B6ED}" type="presOf" srcId="{84615FF4-9474-0249-9809-3BA41A3B0931}" destId="{A7ADC30F-4495-8E4B-A92C-EEE9E83AA60D}" srcOrd="1" destOrd="0" presId="urn:microsoft.com/office/officeart/2005/8/layout/orgChart1"/>
    <dgm:cxn modelId="{A3D87ECB-BA8A-3140-A35A-2BA54F9B8915}" srcId="{DEB0193A-079B-9641-874F-B16D72944121}" destId="{04761EBF-340C-7E46-B758-FF23A0D51D6D}" srcOrd="1" destOrd="0" parTransId="{D2B179D7-D35A-FF4F-90E5-A1C6BE0AC441}" sibTransId="{8F260E1A-B8EE-0746-8A5F-322E9BDA4823}"/>
    <dgm:cxn modelId="{7CD486D3-EF72-494E-B31C-249FC0A3CDDE}" type="presOf" srcId="{AD8A7182-71BF-7144-844D-8F6D048A7782}" destId="{00311B1C-7A00-E944-97C7-C16ABE4EDB2D}" srcOrd="0" destOrd="0" presId="urn:microsoft.com/office/officeart/2005/8/layout/orgChart1"/>
    <dgm:cxn modelId="{5C17D4D4-B3BF-0245-84AC-C31FB29FA0AE}" srcId="{BB00CB12-389C-F34A-85B7-DA8897090211}" destId="{C83302FB-8D82-A548-BB26-463770B77445}" srcOrd="2" destOrd="0" parTransId="{DD32B8A8-BEF8-1A42-BE1E-BC77BEC44B2F}" sibTransId="{CC675A1B-523B-AE4D-8D14-DC76702A18D7}"/>
    <dgm:cxn modelId="{0372D4D4-0613-0F4D-9530-E3DDA167B381}" type="presOf" srcId="{ADC30243-57B2-A34E-AE7A-4B0342A6380C}" destId="{8DCC6198-FC81-204B-AA89-DA7E1DF63C1B}" srcOrd="1" destOrd="0" presId="urn:microsoft.com/office/officeart/2005/8/layout/orgChart1"/>
    <dgm:cxn modelId="{509CD5D6-716E-2648-887C-09D1D1DBCC4A}" type="presOf" srcId="{AD8A7182-71BF-7144-844D-8F6D048A7782}" destId="{217D33E7-0E73-EF4C-9A4B-06528D3525C6}" srcOrd="1" destOrd="0" presId="urn:microsoft.com/office/officeart/2005/8/layout/orgChart1"/>
    <dgm:cxn modelId="{36C6EFE5-5C35-8543-8767-68EDAD567250}" type="presOf" srcId="{53183166-0ADF-1743-A47D-602C4CCDBD4A}" destId="{63529EDC-1E7D-0145-95E7-F74A7C93E63C}" srcOrd="1" destOrd="0" presId="urn:microsoft.com/office/officeart/2005/8/layout/orgChart1"/>
    <dgm:cxn modelId="{3BFFE7E6-5F25-1E44-B6D2-EE35D723688C}" type="presOf" srcId="{04761EBF-340C-7E46-B758-FF23A0D51D6D}" destId="{5F78119A-35E6-F649-BFCE-483AB3651FAA}" srcOrd="1" destOrd="0" presId="urn:microsoft.com/office/officeart/2005/8/layout/orgChart1"/>
    <dgm:cxn modelId="{CAA5A2E8-A08C-D543-B4FE-C2E5B00C3560}" type="presOf" srcId="{CB3E3611-1658-554E-B6BF-65E30CE8D2FD}" destId="{7F5B7880-4D9C-2D4A-A58B-BD111366587C}" srcOrd="0" destOrd="0" presId="urn:microsoft.com/office/officeart/2005/8/layout/orgChart1"/>
    <dgm:cxn modelId="{2997C8F0-DD41-4A4C-92DD-4F212EDC64D5}" type="presOf" srcId="{04B2EC74-3C5C-CB41-A26F-36FC8ACE42D7}" destId="{620B692D-FDDB-5B4B-8D98-C860AA0C795C}" srcOrd="0" destOrd="0" presId="urn:microsoft.com/office/officeart/2005/8/layout/orgChart1"/>
    <dgm:cxn modelId="{A8BFDEF2-AFAD-534A-91D3-AA95A94EFFAF}" type="presOf" srcId="{BB00CB12-389C-F34A-85B7-DA8897090211}" destId="{6CA592C5-4B36-DF4E-B28B-C838631ED7C5}" srcOrd="1" destOrd="0" presId="urn:microsoft.com/office/officeart/2005/8/layout/orgChart1"/>
    <dgm:cxn modelId="{566ABCF5-F7D2-7F44-88A8-FD072515F18D}" type="presOf" srcId="{72C5D9D5-78B6-DF42-840B-E4CFE1D700DA}" destId="{84A794A4-3072-714D-8251-DBE9884754A8}" srcOrd="0" destOrd="0" presId="urn:microsoft.com/office/officeart/2005/8/layout/orgChart1"/>
    <dgm:cxn modelId="{EE930CF6-A276-DF4B-8556-D7BF6021453B}" type="presOf" srcId="{F50D3456-DCD6-D948-B6CC-606411D0F464}" destId="{D3D5968A-3595-9C4D-8F12-8F0854B3054C}" srcOrd="0" destOrd="0" presId="urn:microsoft.com/office/officeart/2005/8/layout/orgChart1"/>
    <dgm:cxn modelId="{8E5733F7-9061-4C45-BFE2-4F986B433960}" type="presOf" srcId="{84615FF4-9474-0249-9809-3BA41A3B0931}" destId="{87358305-1A8D-E04C-9E8B-CA09B84388FE}" srcOrd="0" destOrd="0" presId="urn:microsoft.com/office/officeart/2005/8/layout/orgChart1"/>
    <dgm:cxn modelId="{B51AB05E-105C-5943-9309-32DE2C7EAE4A}" type="presParOf" srcId="{621CF629-3E68-B446-A0D9-258BFB1F0ABC}" destId="{A0FAACB8-131F-754C-A021-6E0F50EA55AD}" srcOrd="0" destOrd="0" presId="urn:microsoft.com/office/officeart/2005/8/layout/orgChart1"/>
    <dgm:cxn modelId="{912BB14E-7025-8A46-A0E8-9E90CD93546F}" type="presParOf" srcId="{A0FAACB8-131F-754C-A021-6E0F50EA55AD}" destId="{8EF9937C-43A2-A147-8175-8C4FBD73E5E4}" srcOrd="0" destOrd="0" presId="urn:microsoft.com/office/officeart/2005/8/layout/orgChart1"/>
    <dgm:cxn modelId="{91BAE217-C59E-FC4E-B676-73ACF0233DBB}" type="presParOf" srcId="{8EF9937C-43A2-A147-8175-8C4FBD73E5E4}" destId="{7F5B7880-4D9C-2D4A-A58B-BD111366587C}" srcOrd="0" destOrd="0" presId="urn:microsoft.com/office/officeart/2005/8/layout/orgChart1"/>
    <dgm:cxn modelId="{209F35D7-7A38-EF49-901C-61D76EB96926}" type="presParOf" srcId="{8EF9937C-43A2-A147-8175-8C4FBD73E5E4}" destId="{A5D5A259-9326-0542-A0AD-BE7D9B22B051}" srcOrd="1" destOrd="0" presId="urn:microsoft.com/office/officeart/2005/8/layout/orgChart1"/>
    <dgm:cxn modelId="{9FD81335-D8AB-6D42-82B1-B3EC4CBD86F0}" type="presParOf" srcId="{A0FAACB8-131F-754C-A021-6E0F50EA55AD}" destId="{6007CDA4-8763-0A4F-AE6B-FAC7F223B32E}" srcOrd="1" destOrd="0" presId="urn:microsoft.com/office/officeart/2005/8/layout/orgChart1"/>
    <dgm:cxn modelId="{6E7C99AE-A42F-054D-96A7-55F076033C6B}" type="presParOf" srcId="{6007CDA4-8763-0A4F-AE6B-FAC7F223B32E}" destId="{3FD1A53A-770E-0141-B30C-C7D072B900D0}" srcOrd="0" destOrd="0" presId="urn:microsoft.com/office/officeart/2005/8/layout/orgChart1"/>
    <dgm:cxn modelId="{81012A18-779A-4A45-9754-68FC8BF283ED}" type="presParOf" srcId="{6007CDA4-8763-0A4F-AE6B-FAC7F223B32E}" destId="{F8998BCE-26D2-E84B-A411-5671C41F9DEC}" srcOrd="1" destOrd="0" presId="urn:microsoft.com/office/officeart/2005/8/layout/orgChart1"/>
    <dgm:cxn modelId="{068AC96C-5FDD-5E45-90D2-11E6D9E484F5}" type="presParOf" srcId="{F8998BCE-26D2-E84B-A411-5671C41F9DEC}" destId="{B82CD924-A721-9346-A662-6CC16D043E78}" srcOrd="0" destOrd="0" presId="urn:microsoft.com/office/officeart/2005/8/layout/orgChart1"/>
    <dgm:cxn modelId="{9DEA9DB4-2263-2342-8DCC-C219D756A0D1}" type="presParOf" srcId="{B82CD924-A721-9346-A662-6CC16D043E78}" destId="{18738E56-13BA-4943-B605-AEE93521C647}" srcOrd="0" destOrd="0" presId="urn:microsoft.com/office/officeart/2005/8/layout/orgChart1"/>
    <dgm:cxn modelId="{E32214D7-D40E-B34E-96F0-B3DB1DDA1B2D}" type="presParOf" srcId="{B82CD924-A721-9346-A662-6CC16D043E78}" destId="{7ADC7B4C-FF72-0F4D-8ED8-8CA7F40570CC}" srcOrd="1" destOrd="0" presId="urn:microsoft.com/office/officeart/2005/8/layout/orgChart1"/>
    <dgm:cxn modelId="{B6C97924-2B61-B64A-9690-AD00FCBE3288}" type="presParOf" srcId="{F8998BCE-26D2-E84B-A411-5671C41F9DEC}" destId="{6B1AEEAF-98DC-E34B-866E-C2AC889A6E22}" srcOrd="1" destOrd="0" presId="urn:microsoft.com/office/officeart/2005/8/layout/orgChart1"/>
    <dgm:cxn modelId="{57B33E2B-A3EF-0940-BB5E-1705A3B68038}" type="presParOf" srcId="{6B1AEEAF-98DC-E34B-866E-C2AC889A6E22}" destId="{D3D5968A-3595-9C4D-8F12-8F0854B3054C}" srcOrd="0" destOrd="0" presId="urn:microsoft.com/office/officeart/2005/8/layout/orgChart1"/>
    <dgm:cxn modelId="{2930FBED-0569-A945-BA9A-67D35853F56F}" type="presParOf" srcId="{6B1AEEAF-98DC-E34B-866E-C2AC889A6E22}" destId="{89AA4C24-0692-FC4F-9029-4A86966C0881}" srcOrd="1" destOrd="0" presId="urn:microsoft.com/office/officeart/2005/8/layout/orgChart1"/>
    <dgm:cxn modelId="{BE226C8A-DADF-064E-A0B3-8E757DC81A3E}" type="presParOf" srcId="{89AA4C24-0692-FC4F-9029-4A86966C0881}" destId="{0F4D097B-C9CE-CC4C-B69D-9CD343F4455C}" srcOrd="0" destOrd="0" presId="urn:microsoft.com/office/officeart/2005/8/layout/orgChart1"/>
    <dgm:cxn modelId="{5352308D-7D06-A742-AAD2-84A4B8AEC2E6}" type="presParOf" srcId="{0F4D097B-C9CE-CC4C-B69D-9CD343F4455C}" destId="{87358305-1A8D-E04C-9E8B-CA09B84388FE}" srcOrd="0" destOrd="0" presId="urn:microsoft.com/office/officeart/2005/8/layout/orgChart1"/>
    <dgm:cxn modelId="{125AF0EF-5B4E-8C49-9055-BF1232AEB696}" type="presParOf" srcId="{0F4D097B-C9CE-CC4C-B69D-9CD343F4455C}" destId="{A7ADC30F-4495-8E4B-A92C-EEE9E83AA60D}" srcOrd="1" destOrd="0" presId="urn:microsoft.com/office/officeart/2005/8/layout/orgChart1"/>
    <dgm:cxn modelId="{33487C99-8FCB-5642-9994-1419292DBFE8}" type="presParOf" srcId="{89AA4C24-0692-FC4F-9029-4A86966C0881}" destId="{06FE321B-DAC4-024F-9BC2-85337A4FB0F1}" srcOrd="1" destOrd="0" presId="urn:microsoft.com/office/officeart/2005/8/layout/orgChart1"/>
    <dgm:cxn modelId="{1B7D3DCB-FE82-C146-9DC7-9500380F0CE1}" type="presParOf" srcId="{89AA4C24-0692-FC4F-9029-4A86966C0881}" destId="{B67AE434-D5EE-874F-85C9-7C23DBEB2123}" srcOrd="2" destOrd="0" presId="urn:microsoft.com/office/officeart/2005/8/layout/orgChart1"/>
    <dgm:cxn modelId="{52876E1B-7DA6-EB4A-BFB4-57433B2D873E}" type="presParOf" srcId="{F8998BCE-26D2-E84B-A411-5671C41F9DEC}" destId="{2C761D42-C904-E347-829D-0FDC2172DA05}" srcOrd="2" destOrd="0" presId="urn:microsoft.com/office/officeart/2005/8/layout/orgChart1"/>
    <dgm:cxn modelId="{E745BBA7-EFEA-E24D-B366-083C2279172F}" type="presParOf" srcId="{6007CDA4-8763-0A4F-AE6B-FAC7F223B32E}" destId="{B66AD2E3-4439-D945-AD5A-E4FB7CD26E49}" srcOrd="2" destOrd="0" presId="urn:microsoft.com/office/officeart/2005/8/layout/orgChart1"/>
    <dgm:cxn modelId="{B6C47597-B463-FD43-8F16-138E0C39A45D}" type="presParOf" srcId="{6007CDA4-8763-0A4F-AE6B-FAC7F223B32E}" destId="{4BF6D972-3F81-F04A-8BA8-29888B8E350D}" srcOrd="3" destOrd="0" presId="urn:microsoft.com/office/officeart/2005/8/layout/orgChart1"/>
    <dgm:cxn modelId="{FC3E8771-0828-F24E-8298-6C6CABD51F09}" type="presParOf" srcId="{4BF6D972-3F81-F04A-8BA8-29888B8E350D}" destId="{31628574-06D3-7E42-A8BE-209A689BC6FE}" srcOrd="0" destOrd="0" presId="urn:microsoft.com/office/officeart/2005/8/layout/orgChart1"/>
    <dgm:cxn modelId="{F041F254-ED05-F14A-86C5-D31A3FF4A0D4}" type="presParOf" srcId="{31628574-06D3-7E42-A8BE-209A689BC6FE}" destId="{00311B1C-7A00-E944-97C7-C16ABE4EDB2D}" srcOrd="0" destOrd="0" presId="urn:microsoft.com/office/officeart/2005/8/layout/orgChart1"/>
    <dgm:cxn modelId="{B3B5BCE6-4AC6-0542-9185-0FEA2E4AD382}" type="presParOf" srcId="{31628574-06D3-7E42-A8BE-209A689BC6FE}" destId="{217D33E7-0E73-EF4C-9A4B-06528D3525C6}" srcOrd="1" destOrd="0" presId="urn:microsoft.com/office/officeart/2005/8/layout/orgChart1"/>
    <dgm:cxn modelId="{A0E356FA-627D-8447-913A-25E98F52DC4A}" type="presParOf" srcId="{4BF6D972-3F81-F04A-8BA8-29888B8E350D}" destId="{AD22F71D-7AF7-5F49-A5A4-50F99D3B7836}" srcOrd="1" destOrd="0" presId="urn:microsoft.com/office/officeart/2005/8/layout/orgChart1"/>
    <dgm:cxn modelId="{59030E4F-B300-4940-A4A9-9B870F0BFF90}" type="presParOf" srcId="{AD22F71D-7AF7-5F49-A5A4-50F99D3B7836}" destId="{17EB23AB-8947-D44A-ABB3-D6F334EA6242}" srcOrd="0" destOrd="0" presId="urn:microsoft.com/office/officeart/2005/8/layout/orgChart1"/>
    <dgm:cxn modelId="{DEA84B68-6F94-D940-AD5E-180EC5B0ECC0}" type="presParOf" srcId="{AD22F71D-7AF7-5F49-A5A4-50F99D3B7836}" destId="{EC7E5323-7F7A-6449-86FC-3B08D615EBB0}" srcOrd="1" destOrd="0" presId="urn:microsoft.com/office/officeart/2005/8/layout/orgChart1"/>
    <dgm:cxn modelId="{F2791867-E31D-574E-8752-6A378C75B981}" type="presParOf" srcId="{EC7E5323-7F7A-6449-86FC-3B08D615EBB0}" destId="{5792E61C-5E15-C649-80F1-1903E6FDD1A9}" srcOrd="0" destOrd="0" presId="urn:microsoft.com/office/officeart/2005/8/layout/orgChart1"/>
    <dgm:cxn modelId="{7F715B00-EF0E-494A-9100-91B6C7712FC3}" type="presParOf" srcId="{5792E61C-5E15-C649-80F1-1903E6FDD1A9}" destId="{620B692D-FDDB-5B4B-8D98-C860AA0C795C}" srcOrd="0" destOrd="0" presId="urn:microsoft.com/office/officeart/2005/8/layout/orgChart1"/>
    <dgm:cxn modelId="{1ED1C89C-1644-C648-9FAF-9C6B97188BF5}" type="presParOf" srcId="{5792E61C-5E15-C649-80F1-1903E6FDD1A9}" destId="{16B78D2F-A5FD-474D-B23F-2EE9D3E521F9}" srcOrd="1" destOrd="0" presId="urn:microsoft.com/office/officeart/2005/8/layout/orgChart1"/>
    <dgm:cxn modelId="{FE8D2186-0132-9440-B4B3-79B51B685B97}" type="presParOf" srcId="{EC7E5323-7F7A-6449-86FC-3B08D615EBB0}" destId="{603E639D-2EE3-B24F-84B9-22ACD546890D}" srcOrd="1" destOrd="0" presId="urn:microsoft.com/office/officeart/2005/8/layout/orgChart1"/>
    <dgm:cxn modelId="{BAA9CD82-7B2F-E74A-91C6-8F7C9254C5F2}" type="presParOf" srcId="{EC7E5323-7F7A-6449-86FC-3B08D615EBB0}" destId="{4D487880-6A1E-8646-A4F2-12776C76B392}" srcOrd="2" destOrd="0" presId="urn:microsoft.com/office/officeart/2005/8/layout/orgChart1"/>
    <dgm:cxn modelId="{8CD7A605-5495-4147-A4E0-C45BCFB75237}" type="presParOf" srcId="{AD22F71D-7AF7-5F49-A5A4-50F99D3B7836}" destId="{ED70DAF4-7DF6-F340-8830-E7675813FFF0}" srcOrd="2" destOrd="0" presId="urn:microsoft.com/office/officeart/2005/8/layout/orgChart1"/>
    <dgm:cxn modelId="{32E0EC67-2924-A84F-BA09-DF1C31CBFACB}" type="presParOf" srcId="{AD22F71D-7AF7-5F49-A5A4-50F99D3B7836}" destId="{1CFE8421-4D7F-2B40-B460-65598D62AF4C}" srcOrd="3" destOrd="0" presId="urn:microsoft.com/office/officeart/2005/8/layout/orgChart1"/>
    <dgm:cxn modelId="{AE469493-8ED2-FC49-8699-C50A8C125DEF}" type="presParOf" srcId="{1CFE8421-4D7F-2B40-B460-65598D62AF4C}" destId="{5183A462-E10B-6342-BE75-67F19D4C3B66}" srcOrd="0" destOrd="0" presId="urn:microsoft.com/office/officeart/2005/8/layout/orgChart1"/>
    <dgm:cxn modelId="{78F154E6-9EE3-9F48-B10C-D07C7926A45A}" type="presParOf" srcId="{5183A462-E10B-6342-BE75-67F19D4C3B66}" destId="{4FAFB917-FFB3-6946-B2C9-26E7D6207D8C}" srcOrd="0" destOrd="0" presId="urn:microsoft.com/office/officeart/2005/8/layout/orgChart1"/>
    <dgm:cxn modelId="{ABA08B56-7449-0E4A-986B-0E75D1CC4D06}" type="presParOf" srcId="{5183A462-E10B-6342-BE75-67F19D4C3B66}" destId="{402E95F0-D1E6-294C-9A38-D2E2155D389F}" srcOrd="1" destOrd="0" presId="urn:microsoft.com/office/officeart/2005/8/layout/orgChart1"/>
    <dgm:cxn modelId="{D3477C99-DD0B-B54D-ADBC-FED246DE5F33}" type="presParOf" srcId="{1CFE8421-4D7F-2B40-B460-65598D62AF4C}" destId="{A200BD27-4854-5749-88EC-719509F2D99D}" srcOrd="1" destOrd="0" presId="urn:microsoft.com/office/officeart/2005/8/layout/orgChart1"/>
    <dgm:cxn modelId="{9A930854-2AE6-894F-91C9-7710E4449394}" type="presParOf" srcId="{1CFE8421-4D7F-2B40-B460-65598D62AF4C}" destId="{0AD762B5-96D0-D840-955F-FDE78475B682}" srcOrd="2" destOrd="0" presId="urn:microsoft.com/office/officeart/2005/8/layout/orgChart1"/>
    <dgm:cxn modelId="{553FAC00-E137-4F4F-9BE4-8EEA18FC4DF5}" type="presParOf" srcId="{4BF6D972-3F81-F04A-8BA8-29888B8E350D}" destId="{D156547D-E522-AA42-ACF8-D6945DAF5731}" srcOrd="2" destOrd="0" presId="urn:microsoft.com/office/officeart/2005/8/layout/orgChart1"/>
    <dgm:cxn modelId="{5E8940A3-BB61-7242-BABF-C7F8261CBFC5}" type="presParOf" srcId="{6007CDA4-8763-0A4F-AE6B-FAC7F223B32E}" destId="{84A794A4-3072-714D-8251-DBE9884754A8}" srcOrd="4" destOrd="0" presId="urn:microsoft.com/office/officeart/2005/8/layout/orgChart1"/>
    <dgm:cxn modelId="{8BB22B7A-8BEE-D248-846F-884F4462098B}" type="presParOf" srcId="{6007CDA4-8763-0A4F-AE6B-FAC7F223B32E}" destId="{6A7A25FB-03E4-B940-92A8-5F5D33733DBA}" srcOrd="5" destOrd="0" presId="urn:microsoft.com/office/officeart/2005/8/layout/orgChart1"/>
    <dgm:cxn modelId="{053745C8-35A7-2646-99F0-1F1A17F67DFF}" type="presParOf" srcId="{6A7A25FB-03E4-B940-92A8-5F5D33733DBA}" destId="{D4BFCA11-01CC-0C46-8F17-1F46ED3B2806}" srcOrd="0" destOrd="0" presId="urn:microsoft.com/office/officeart/2005/8/layout/orgChart1"/>
    <dgm:cxn modelId="{29354D8B-F25E-F449-A99E-44C6A7CFB642}" type="presParOf" srcId="{D4BFCA11-01CC-0C46-8F17-1F46ED3B2806}" destId="{E45C3C9F-B140-464E-83A8-E8B0B564EB1D}" srcOrd="0" destOrd="0" presId="urn:microsoft.com/office/officeart/2005/8/layout/orgChart1"/>
    <dgm:cxn modelId="{ECCDAD7E-37DD-BB4F-A155-71821108858C}" type="presParOf" srcId="{D4BFCA11-01CC-0C46-8F17-1F46ED3B2806}" destId="{0B9ECB29-DFC3-3D44-8E69-54054A2EFA41}" srcOrd="1" destOrd="0" presId="urn:microsoft.com/office/officeart/2005/8/layout/orgChart1"/>
    <dgm:cxn modelId="{CC290601-836F-D748-962C-16A18AADE51B}" type="presParOf" srcId="{6A7A25FB-03E4-B940-92A8-5F5D33733DBA}" destId="{1FB1CC5E-4FBC-6747-BB80-62F1DE6B390B}" srcOrd="1" destOrd="0" presId="urn:microsoft.com/office/officeart/2005/8/layout/orgChart1"/>
    <dgm:cxn modelId="{8327D2C5-4F80-734C-BB80-2CAEB0084DAF}" type="presParOf" srcId="{1FB1CC5E-4FBC-6747-BB80-62F1DE6B390B}" destId="{7C7E0CE9-4792-B945-8BAE-4D0B19AA2315}" srcOrd="0" destOrd="0" presId="urn:microsoft.com/office/officeart/2005/8/layout/orgChart1"/>
    <dgm:cxn modelId="{97154FE3-B54A-6646-90C4-86896E66DF6E}" type="presParOf" srcId="{1FB1CC5E-4FBC-6747-BB80-62F1DE6B390B}" destId="{6C675779-2832-2241-A21D-297F869534AD}" srcOrd="1" destOrd="0" presId="urn:microsoft.com/office/officeart/2005/8/layout/orgChart1"/>
    <dgm:cxn modelId="{7AF70264-5418-9344-B260-CF49FFF56A59}" type="presParOf" srcId="{6C675779-2832-2241-A21D-297F869534AD}" destId="{EF7D535C-3032-F748-A33C-B3A159963F16}" srcOrd="0" destOrd="0" presId="urn:microsoft.com/office/officeart/2005/8/layout/orgChart1"/>
    <dgm:cxn modelId="{3F77FAC6-23AA-C749-8E0F-92F97F511A25}" type="presParOf" srcId="{EF7D535C-3032-F748-A33C-B3A159963F16}" destId="{3F31CB8C-1CE7-3B4C-AC29-FAE953537EB0}" srcOrd="0" destOrd="0" presId="urn:microsoft.com/office/officeart/2005/8/layout/orgChart1"/>
    <dgm:cxn modelId="{03EA1A5D-E143-DA41-9A40-A9AFAB44DF2C}" type="presParOf" srcId="{EF7D535C-3032-F748-A33C-B3A159963F16}" destId="{4813F9CF-40D5-0C42-A21B-E36AF20E6607}" srcOrd="1" destOrd="0" presId="urn:microsoft.com/office/officeart/2005/8/layout/orgChart1"/>
    <dgm:cxn modelId="{A6027895-43C4-F149-8E6C-C76BE7746F13}" type="presParOf" srcId="{6C675779-2832-2241-A21D-297F869534AD}" destId="{00CB9F5A-7078-C141-B0EF-D1141E22C18C}" srcOrd="1" destOrd="0" presId="urn:microsoft.com/office/officeart/2005/8/layout/orgChart1"/>
    <dgm:cxn modelId="{56AFCE6A-D4CA-A54D-9A4E-F38160B8BB0F}" type="presParOf" srcId="{6C675779-2832-2241-A21D-297F869534AD}" destId="{125255EE-B405-7F46-B829-6B8FBA6FEFB3}" srcOrd="2" destOrd="0" presId="urn:microsoft.com/office/officeart/2005/8/layout/orgChart1"/>
    <dgm:cxn modelId="{6291FEB2-0D3B-4D41-AA66-EA4B1D84E336}" type="presParOf" srcId="{1FB1CC5E-4FBC-6747-BB80-62F1DE6B390B}" destId="{EA07E719-76B1-3A4C-85E9-2FF1D371CCFB}" srcOrd="2" destOrd="0" presId="urn:microsoft.com/office/officeart/2005/8/layout/orgChart1"/>
    <dgm:cxn modelId="{632574A7-6DBB-1146-A002-5DDEE316FC21}" type="presParOf" srcId="{1FB1CC5E-4FBC-6747-BB80-62F1DE6B390B}" destId="{FBA9BC09-87A7-1345-BEF8-F0D6A4E9B127}" srcOrd="3" destOrd="0" presId="urn:microsoft.com/office/officeart/2005/8/layout/orgChart1"/>
    <dgm:cxn modelId="{3FC4221E-0801-B945-A949-57F9E9172EA3}" type="presParOf" srcId="{FBA9BC09-87A7-1345-BEF8-F0D6A4E9B127}" destId="{93614156-570C-7845-B595-7EAE82C379FF}" srcOrd="0" destOrd="0" presId="urn:microsoft.com/office/officeart/2005/8/layout/orgChart1"/>
    <dgm:cxn modelId="{52B1750E-FBD8-1140-A2EB-318636AEF7BA}" type="presParOf" srcId="{93614156-570C-7845-B595-7EAE82C379FF}" destId="{778209D0-D024-F04D-94D2-6F68F80F7E90}" srcOrd="0" destOrd="0" presId="urn:microsoft.com/office/officeart/2005/8/layout/orgChart1"/>
    <dgm:cxn modelId="{4D40DD96-5CD0-1B4C-A28E-5F4166D6906B}" type="presParOf" srcId="{93614156-570C-7845-B595-7EAE82C379FF}" destId="{5F78119A-35E6-F649-BFCE-483AB3651FAA}" srcOrd="1" destOrd="0" presId="urn:microsoft.com/office/officeart/2005/8/layout/orgChart1"/>
    <dgm:cxn modelId="{02AAC026-BEB2-F440-A05F-872E3850ADC4}" type="presParOf" srcId="{FBA9BC09-87A7-1345-BEF8-F0D6A4E9B127}" destId="{A63D2D74-96E3-174B-82B7-22DA45C2E769}" srcOrd="1" destOrd="0" presId="urn:microsoft.com/office/officeart/2005/8/layout/orgChart1"/>
    <dgm:cxn modelId="{26607EC2-2B44-2349-96A9-1894CBF5903A}" type="presParOf" srcId="{FBA9BC09-87A7-1345-BEF8-F0D6A4E9B127}" destId="{307A698E-DEE1-1C46-97D5-D7DECED08385}" srcOrd="2" destOrd="0" presId="urn:microsoft.com/office/officeart/2005/8/layout/orgChart1"/>
    <dgm:cxn modelId="{9D8A8912-C67A-EA43-92D2-FFEB2EBDC4EC}" type="presParOf" srcId="{1FB1CC5E-4FBC-6747-BB80-62F1DE6B390B}" destId="{DAD6331B-0138-1E48-83C7-69D284F6B304}" srcOrd="4" destOrd="0" presId="urn:microsoft.com/office/officeart/2005/8/layout/orgChart1"/>
    <dgm:cxn modelId="{757C769C-CAF2-3A4C-9746-25AB3FD28408}" type="presParOf" srcId="{1FB1CC5E-4FBC-6747-BB80-62F1DE6B390B}" destId="{E31F2E6D-D7E2-454D-BC36-7D182698D481}" srcOrd="5" destOrd="0" presId="urn:microsoft.com/office/officeart/2005/8/layout/orgChart1"/>
    <dgm:cxn modelId="{F891BD78-0926-5847-9DB5-8BD21ED9D8C6}" type="presParOf" srcId="{E31F2E6D-D7E2-454D-BC36-7D182698D481}" destId="{A65C35F5-0772-A548-8FEB-807BCEC3B987}" srcOrd="0" destOrd="0" presId="urn:microsoft.com/office/officeart/2005/8/layout/orgChart1"/>
    <dgm:cxn modelId="{5E7C349A-5C5F-D942-930B-1460206292CB}" type="presParOf" srcId="{A65C35F5-0772-A548-8FEB-807BCEC3B987}" destId="{D244F80F-ABCA-044B-9898-BC2DCF8D6D90}" srcOrd="0" destOrd="0" presId="urn:microsoft.com/office/officeart/2005/8/layout/orgChart1"/>
    <dgm:cxn modelId="{5D18A122-5160-4644-8993-122FCBC3A170}" type="presParOf" srcId="{A65C35F5-0772-A548-8FEB-807BCEC3B987}" destId="{3BF3C975-C434-3E43-8C50-C5AEB40B1CA9}" srcOrd="1" destOrd="0" presId="urn:microsoft.com/office/officeart/2005/8/layout/orgChart1"/>
    <dgm:cxn modelId="{7A3492EB-5C4D-7D40-989B-96A89D806AD1}" type="presParOf" srcId="{E31F2E6D-D7E2-454D-BC36-7D182698D481}" destId="{503205B6-7A05-D84D-889E-A7980A9C4686}" srcOrd="1" destOrd="0" presId="urn:microsoft.com/office/officeart/2005/8/layout/orgChart1"/>
    <dgm:cxn modelId="{00D68648-D8B9-A740-AFF4-5909BDC9C70E}" type="presParOf" srcId="{E31F2E6D-D7E2-454D-BC36-7D182698D481}" destId="{9010D1AB-5188-B047-9799-EE52647CDF78}" srcOrd="2" destOrd="0" presId="urn:microsoft.com/office/officeart/2005/8/layout/orgChart1"/>
    <dgm:cxn modelId="{0DDCB7F7-2BC5-A647-8C36-0B4CD581FF5D}" type="presParOf" srcId="{1FB1CC5E-4FBC-6747-BB80-62F1DE6B390B}" destId="{30787EE4-0F66-9E4F-A552-0578BF616C4F}" srcOrd="6" destOrd="0" presId="urn:microsoft.com/office/officeart/2005/8/layout/orgChart1"/>
    <dgm:cxn modelId="{36E9D52A-F582-104B-A850-1DCA17CA234C}" type="presParOf" srcId="{1FB1CC5E-4FBC-6747-BB80-62F1DE6B390B}" destId="{CA21ECCC-98F8-CB46-BA4B-D0A77CFB753B}" srcOrd="7" destOrd="0" presId="urn:microsoft.com/office/officeart/2005/8/layout/orgChart1"/>
    <dgm:cxn modelId="{DCDFAC6C-BFD4-A343-842E-79597A102DB3}" type="presParOf" srcId="{CA21ECCC-98F8-CB46-BA4B-D0A77CFB753B}" destId="{5E803456-F09F-F04E-8A76-2046158BD5AF}" srcOrd="0" destOrd="0" presId="urn:microsoft.com/office/officeart/2005/8/layout/orgChart1"/>
    <dgm:cxn modelId="{ACA3CE05-BB4D-4940-82BC-556690C25A0D}" type="presParOf" srcId="{5E803456-F09F-F04E-8A76-2046158BD5AF}" destId="{9FBCD17E-127C-3B49-9158-B5A78E9AF584}" srcOrd="0" destOrd="0" presId="urn:microsoft.com/office/officeart/2005/8/layout/orgChart1"/>
    <dgm:cxn modelId="{F5746B23-12BD-5A4F-81BE-54142CEB8B4B}" type="presParOf" srcId="{5E803456-F09F-F04E-8A76-2046158BD5AF}" destId="{8DCC6198-FC81-204B-AA89-DA7E1DF63C1B}" srcOrd="1" destOrd="0" presId="urn:microsoft.com/office/officeart/2005/8/layout/orgChart1"/>
    <dgm:cxn modelId="{7DB808FC-2C11-8A41-8B73-871A5B249939}" type="presParOf" srcId="{CA21ECCC-98F8-CB46-BA4B-D0A77CFB753B}" destId="{7841430F-0702-ED40-9BFB-E1D8D5F85264}" srcOrd="1" destOrd="0" presId="urn:microsoft.com/office/officeart/2005/8/layout/orgChart1"/>
    <dgm:cxn modelId="{65C6A779-617F-0040-A757-BFD67AB0D505}" type="presParOf" srcId="{CA21ECCC-98F8-CB46-BA4B-D0A77CFB753B}" destId="{B00B47A4-8732-9142-8E50-7C9A6FDE499B}" srcOrd="2" destOrd="0" presId="urn:microsoft.com/office/officeart/2005/8/layout/orgChart1"/>
    <dgm:cxn modelId="{1FA2BC8E-B8BE-D04C-BBBB-ACAAE42F1706}" type="presParOf" srcId="{6A7A25FB-03E4-B940-92A8-5F5D33733DBA}" destId="{F3F6A88A-AFA5-FB42-A58C-191A2F4F901F}" srcOrd="2" destOrd="0" presId="urn:microsoft.com/office/officeart/2005/8/layout/orgChart1"/>
    <dgm:cxn modelId="{3CBD10FA-E4C8-914C-ADCD-15B9B739EAAB}" type="presParOf" srcId="{6007CDA4-8763-0A4F-AE6B-FAC7F223B32E}" destId="{05043C62-EBA9-244E-B473-4AE7A7E471C9}" srcOrd="6" destOrd="0" presId="urn:microsoft.com/office/officeart/2005/8/layout/orgChart1"/>
    <dgm:cxn modelId="{7C9E0CF0-98E1-214F-893C-9D94512B142E}" type="presParOf" srcId="{6007CDA4-8763-0A4F-AE6B-FAC7F223B32E}" destId="{31573175-F1D0-3D49-8DA4-35F503CE5B3B}" srcOrd="7" destOrd="0" presId="urn:microsoft.com/office/officeart/2005/8/layout/orgChart1"/>
    <dgm:cxn modelId="{2D19B39F-E72C-E34C-B18E-C5FC5094EFF7}" type="presParOf" srcId="{31573175-F1D0-3D49-8DA4-35F503CE5B3B}" destId="{939C73E6-8483-764A-BFE7-599D9E753FBD}" srcOrd="0" destOrd="0" presId="urn:microsoft.com/office/officeart/2005/8/layout/orgChart1"/>
    <dgm:cxn modelId="{92270718-6363-7543-B8F8-613B3962FCA6}" type="presParOf" srcId="{939C73E6-8483-764A-BFE7-599D9E753FBD}" destId="{9E3F74D8-58DD-334B-9D9E-BB8D8E9C2D81}" srcOrd="0" destOrd="0" presId="urn:microsoft.com/office/officeart/2005/8/layout/orgChart1"/>
    <dgm:cxn modelId="{499812CE-DE05-1D47-9453-F639D81B0EAA}" type="presParOf" srcId="{939C73E6-8483-764A-BFE7-599D9E753FBD}" destId="{30C985F2-7127-3C48-8744-BA5E032729A4}" srcOrd="1" destOrd="0" presId="urn:microsoft.com/office/officeart/2005/8/layout/orgChart1"/>
    <dgm:cxn modelId="{3677D41E-7EA6-824E-813A-83959CE9D94D}" type="presParOf" srcId="{31573175-F1D0-3D49-8DA4-35F503CE5B3B}" destId="{6FA2BEF4-53EC-2048-88D2-B9AE81542130}" srcOrd="1" destOrd="0" presId="urn:microsoft.com/office/officeart/2005/8/layout/orgChart1"/>
    <dgm:cxn modelId="{EF558E08-27BF-1247-9A61-9BB6C8C1E798}" type="presParOf" srcId="{31573175-F1D0-3D49-8DA4-35F503CE5B3B}" destId="{F5D7C19F-35D3-F74E-B40B-B930F4CACCD5}" srcOrd="2" destOrd="0" presId="urn:microsoft.com/office/officeart/2005/8/layout/orgChart1"/>
    <dgm:cxn modelId="{F9E8B38D-8E47-0549-84E8-972AA3E80BB9}" type="presParOf" srcId="{6007CDA4-8763-0A4F-AE6B-FAC7F223B32E}" destId="{63B6E410-8294-D242-ABFB-21B4D537A6EA}" srcOrd="8" destOrd="0" presId="urn:microsoft.com/office/officeart/2005/8/layout/orgChart1"/>
    <dgm:cxn modelId="{94608327-87B4-D24D-BFC9-5D3EFE2D528B}" type="presParOf" srcId="{6007CDA4-8763-0A4F-AE6B-FAC7F223B32E}" destId="{FF283CB1-3682-5449-840D-5345DDFF9992}" srcOrd="9" destOrd="0" presId="urn:microsoft.com/office/officeart/2005/8/layout/orgChart1"/>
    <dgm:cxn modelId="{40682BF0-98DE-D94D-9057-3D3F34E1C89A}" type="presParOf" srcId="{FF283CB1-3682-5449-840D-5345DDFF9992}" destId="{D2B0F596-8BAD-9A42-A414-DD74A83E516C}" srcOrd="0" destOrd="0" presId="urn:microsoft.com/office/officeart/2005/8/layout/orgChart1"/>
    <dgm:cxn modelId="{E012EA98-7CAA-C54A-8862-1D63737F1C4D}" type="presParOf" srcId="{D2B0F596-8BAD-9A42-A414-DD74A83E516C}" destId="{D0C46D8A-EED5-3F4D-9E4F-D210F5F8973A}" srcOrd="0" destOrd="0" presId="urn:microsoft.com/office/officeart/2005/8/layout/orgChart1"/>
    <dgm:cxn modelId="{85563CB5-3B91-B74E-87BC-4D649DD3D47F}" type="presParOf" srcId="{D2B0F596-8BAD-9A42-A414-DD74A83E516C}" destId="{6CA592C5-4B36-DF4E-B28B-C838631ED7C5}" srcOrd="1" destOrd="0" presId="urn:microsoft.com/office/officeart/2005/8/layout/orgChart1"/>
    <dgm:cxn modelId="{3F3FA601-D7B5-8A45-9092-E2EB3417F690}" type="presParOf" srcId="{FF283CB1-3682-5449-840D-5345DDFF9992}" destId="{AA3A6440-4028-F647-BCE8-421655B5D72D}" srcOrd="1" destOrd="0" presId="urn:microsoft.com/office/officeart/2005/8/layout/orgChart1"/>
    <dgm:cxn modelId="{B5B3B314-E73C-7149-B93D-2B7EF02EFF74}" type="presParOf" srcId="{AA3A6440-4028-F647-BCE8-421655B5D72D}" destId="{DE8A4B7D-21FD-2A4F-ACD7-99F7F201B58B}" srcOrd="0" destOrd="0" presId="urn:microsoft.com/office/officeart/2005/8/layout/orgChart1"/>
    <dgm:cxn modelId="{64810D73-9292-174F-A768-953B42D5C80D}" type="presParOf" srcId="{AA3A6440-4028-F647-BCE8-421655B5D72D}" destId="{B237F0A2-ACAE-3A4B-BEA2-E197A986C05C}" srcOrd="1" destOrd="0" presId="urn:microsoft.com/office/officeart/2005/8/layout/orgChart1"/>
    <dgm:cxn modelId="{2D2F2E03-77EB-2148-9ECA-2642DE91015F}" type="presParOf" srcId="{B237F0A2-ACAE-3A4B-BEA2-E197A986C05C}" destId="{5069D3C3-A4D6-1043-90A2-129565279EEF}" srcOrd="0" destOrd="0" presId="urn:microsoft.com/office/officeart/2005/8/layout/orgChart1"/>
    <dgm:cxn modelId="{BB057FD1-A189-D945-AB27-69913613AA4E}" type="presParOf" srcId="{5069D3C3-A4D6-1043-90A2-129565279EEF}" destId="{195D2867-962B-D449-B4B4-132A88CAE946}" srcOrd="0" destOrd="0" presId="urn:microsoft.com/office/officeart/2005/8/layout/orgChart1"/>
    <dgm:cxn modelId="{21A8D3EA-025E-D049-B75A-9EE8D889890A}" type="presParOf" srcId="{5069D3C3-A4D6-1043-90A2-129565279EEF}" destId="{63529EDC-1E7D-0145-95E7-F74A7C93E63C}" srcOrd="1" destOrd="0" presId="urn:microsoft.com/office/officeart/2005/8/layout/orgChart1"/>
    <dgm:cxn modelId="{9BFB80BF-7488-A245-8825-88C92B1CB5F0}" type="presParOf" srcId="{B237F0A2-ACAE-3A4B-BEA2-E197A986C05C}" destId="{A9D06693-6972-5342-96F6-16C5C77BBA7F}" srcOrd="1" destOrd="0" presId="urn:microsoft.com/office/officeart/2005/8/layout/orgChart1"/>
    <dgm:cxn modelId="{B258CBBD-17D8-7F41-80DD-09D11F217640}" type="presParOf" srcId="{B237F0A2-ACAE-3A4B-BEA2-E197A986C05C}" destId="{12A07CD4-0737-FA4C-B081-37A1E070DD6C}" srcOrd="2" destOrd="0" presId="urn:microsoft.com/office/officeart/2005/8/layout/orgChart1"/>
    <dgm:cxn modelId="{2A575C9B-01F0-BE46-8A7F-7FC32EBF552B}" type="presParOf" srcId="{AA3A6440-4028-F647-BCE8-421655B5D72D}" destId="{D763D7D7-0DB0-6044-89CA-CBB10F96C482}" srcOrd="2" destOrd="0" presId="urn:microsoft.com/office/officeart/2005/8/layout/orgChart1"/>
    <dgm:cxn modelId="{CA98262D-4D0C-0049-9CBD-D26A4459673E}" type="presParOf" srcId="{AA3A6440-4028-F647-BCE8-421655B5D72D}" destId="{F3896DEF-302F-784A-A735-FD2B007ABD77}" srcOrd="3" destOrd="0" presId="urn:microsoft.com/office/officeart/2005/8/layout/orgChart1"/>
    <dgm:cxn modelId="{144C054E-5C71-F449-97F6-23187B7D8DE6}" type="presParOf" srcId="{F3896DEF-302F-784A-A735-FD2B007ABD77}" destId="{C4AE9AB9-0700-A042-A95B-11478F0F7A48}" srcOrd="0" destOrd="0" presId="urn:microsoft.com/office/officeart/2005/8/layout/orgChart1"/>
    <dgm:cxn modelId="{7470DBD4-10C2-FE4D-A71D-1499E90AD3BD}" type="presParOf" srcId="{C4AE9AB9-0700-A042-A95B-11478F0F7A48}" destId="{E87D0B35-BF70-2845-B948-C0780CCC40DD}" srcOrd="0" destOrd="0" presId="urn:microsoft.com/office/officeart/2005/8/layout/orgChart1"/>
    <dgm:cxn modelId="{78614C4A-7E83-1648-ABBA-6914308A670B}" type="presParOf" srcId="{C4AE9AB9-0700-A042-A95B-11478F0F7A48}" destId="{F84908C7-015B-2742-817F-A30ABDC6D1D6}" srcOrd="1" destOrd="0" presId="urn:microsoft.com/office/officeart/2005/8/layout/orgChart1"/>
    <dgm:cxn modelId="{5EF38A30-31A9-5F43-B956-270181F6CC9F}" type="presParOf" srcId="{F3896DEF-302F-784A-A735-FD2B007ABD77}" destId="{AD4F2734-6112-E648-A2E9-1C5BBAD1983F}" srcOrd="1" destOrd="0" presId="urn:microsoft.com/office/officeart/2005/8/layout/orgChart1"/>
    <dgm:cxn modelId="{CCE89217-C4B2-F944-9970-63247BAB5C98}" type="presParOf" srcId="{F3896DEF-302F-784A-A735-FD2B007ABD77}" destId="{EACB87C2-3E4F-D740-990B-CB2C470DC065}" srcOrd="2" destOrd="0" presId="urn:microsoft.com/office/officeart/2005/8/layout/orgChart1"/>
    <dgm:cxn modelId="{6CB6905F-AC16-F94A-B91B-3C8BE6924E0B}" type="presParOf" srcId="{AA3A6440-4028-F647-BCE8-421655B5D72D}" destId="{2724AAD6-1219-F244-866D-115D11980AE9}" srcOrd="4" destOrd="0" presId="urn:microsoft.com/office/officeart/2005/8/layout/orgChart1"/>
    <dgm:cxn modelId="{88768DD0-A8BD-5343-892E-F95B2038FB40}" type="presParOf" srcId="{AA3A6440-4028-F647-BCE8-421655B5D72D}" destId="{FDCCF332-BD74-6A43-8383-CCED97E7B1FA}" srcOrd="5" destOrd="0" presId="urn:microsoft.com/office/officeart/2005/8/layout/orgChart1"/>
    <dgm:cxn modelId="{FF90FA63-A354-2F48-BF0E-94986A68EABE}" type="presParOf" srcId="{FDCCF332-BD74-6A43-8383-CCED97E7B1FA}" destId="{9AF609A6-69C0-8546-90B4-5D6F36E65B3D}" srcOrd="0" destOrd="0" presId="urn:microsoft.com/office/officeart/2005/8/layout/orgChart1"/>
    <dgm:cxn modelId="{9A6F6AEF-2605-D441-B6B7-FDCCBFA26110}" type="presParOf" srcId="{9AF609A6-69C0-8546-90B4-5D6F36E65B3D}" destId="{4BED981A-4CC1-F34C-B237-7B15416FF3FA}" srcOrd="0" destOrd="0" presId="urn:microsoft.com/office/officeart/2005/8/layout/orgChart1"/>
    <dgm:cxn modelId="{771D7F2E-B3F2-0F4D-A635-64D47DCB6A04}" type="presParOf" srcId="{9AF609A6-69C0-8546-90B4-5D6F36E65B3D}" destId="{A6E4FFFA-B026-CF4C-A206-053CFD6E768D}" srcOrd="1" destOrd="0" presId="urn:microsoft.com/office/officeart/2005/8/layout/orgChart1"/>
    <dgm:cxn modelId="{8E682331-B89F-7840-A92A-96991F4AAFAD}" type="presParOf" srcId="{FDCCF332-BD74-6A43-8383-CCED97E7B1FA}" destId="{2027E5F6-0090-0342-A585-33FD9BB44C1F}" srcOrd="1" destOrd="0" presId="urn:microsoft.com/office/officeart/2005/8/layout/orgChart1"/>
    <dgm:cxn modelId="{24523D98-5623-A64A-8F2E-867D0F7D7F58}" type="presParOf" srcId="{FDCCF332-BD74-6A43-8383-CCED97E7B1FA}" destId="{E906FBB4-0778-E743-B56D-BF9970C21392}" srcOrd="2" destOrd="0" presId="urn:microsoft.com/office/officeart/2005/8/layout/orgChart1"/>
    <dgm:cxn modelId="{440A9B9E-88D2-6744-BCFC-B4EC3EC061EA}" type="presParOf" srcId="{FF283CB1-3682-5449-840D-5345DDFF9992}" destId="{FD41B5FC-840B-8140-A952-B1825DB8B111}" srcOrd="2" destOrd="0" presId="urn:microsoft.com/office/officeart/2005/8/layout/orgChart1"/>
    <dgm:cxn modelId="{F79D6F1F-795D-8D46-AAEB-B420D235BF9C}" type="presParOf" srcId="{A0FAACB8-131F-754C-A021-6E0F50EA55AD}" destId="{BE1831B4-E56D-9748-A64E-A8CC6783C9E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E91E4A-B81D-ED4B-99BF-18E3961BF29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1AC8C8B8-5390-B545-A01E-DC53793BC40B}">
          <dgm:prSet/>
          <dgm:spPr>
            <a:solidFill>
              <a:srgbClr val="336699"/>
            </a:solidFill>
          </dgm:spPr>
          <dgm:t>
            <a:bodyPr/>
            <a:lstStyle/>
            <a:p>
              <a14:m>
                <m:oMath xmlns:m="http://schemas.openxmlformats.org/officeDocument/2006/math">
                  <m:box>
                    <m:boxPr>
                      <m:ctrlPr>
                        <a:rPr lang="en-CA" b="1" i="1" smtClean="0">
                          <a:latin typeface="Cambria Math" panose="02040503050406030204" pitchFamily="18" charset="0"/>
                        </a:rPr>
                      </m:ctrlPr>
                    </m:boxPr>
                    <m:e>
                      <m:r>
                        <a:rPr lang="en-CA" b="1">
                          <a:latin typeface="Cambria Math" panose="02040503050406030204" pitchFamily="18" charset="0"/>
                        </a:rPr>
                        <m:t>𝐓𝐞𝐱𝐭</m:t>
                      </m:r>
                      <m:r>
                        <a:rPr lang="en-CA" b="0" i="0">
                          <a:latin typeface="Cambria Math" panose="02040503050406030204" pitchFamily="18" charset="0"/>
                        </a:rPr>
                        <m:t> </m:t>
                      </m:r>
                      <m:r>
                        <a:rPr lang="en-CA" b="1" i="0">
                          <a:latin typeface="Cambria Math" panose="02040503050406030204" pitchFamily="18" charset="0"/>
                        </a:rPr>
                        <m:t>𝐌𝐨𝐝𝐞𝐥𝐬</m:t>
                      </m:r>
                    </m:e>
                  </m:box>
                </m:oMath>
              </a14:m>
              <a:r>
                <a:rPr lang="en-US"/>
                <a:t> </a:t>
              </a:r>
              <a:endParaRPr lang="en-CA"/>
            </a:p>
          </dgm:t>
        </dgm:pt>
      </mc:Choice>
      <mc:Fallback xmlns="">
        <dgm:pt modelId="{1AC8C8B8-5390-B545-A01E-DC53793BC40B}">
          <dgm:prSet/>
          <dgm:spPr>
            <a:solidFill>
              <a:srgbClr val="336699"/>
            </a:solidFill>
          </dgm:spPr>
          <dgm:t>
            <a:bodyPr/>
            <a:lstStyle/>
            <a:p>
              <a:r>
                <a:rPr lang="en-CA" b="1" i="0"/>
                <a:t>□(𝐓𝐞𝐱𝐭</a:t>
              </a:r>
              <a:r>
                <a:rPr lang="en-CA" b="0" i="0"/>
                <a:t> </a:t>
              </a:r>
              <a:r>
                <a:rPr lang="en-CA" b="1" i="0"/>
                <a:t>𝐌𝐨𝐝𝐞𝐥𝐬)</a:t>
              </a:r>
              <a:r>
                <a:rPr lang="en-US"/>
                <a:t> </a:t>
              </a:r>
              <a:endParaRPr lang="en-CA"/>
            </a:p>
          </dgm:t>
        </dgm:pt>
      </mc:Fallback>
    </mc:AlternateContent>
    <dgm:pt modelId="{0B6828B6-0869-4642-940D-20E8FFDE190B}" type="parTrans" cxnId="{C7E04B49-67E1-D14B-B0DD-35C61D87F10F}">
      <dgm:prSet/>
      <dgm:spPr/>
      <dgm:t>
        <a:bodyPr/>
        <a:lstStyle/>
        <a:p>
          <a:endParaRPr lang="en-US"/>
        </a:p>
      </dgm:t>
    </dgm:pt>
    <dgm:pt modelId="{E70053FA-944A-3446-8C8E-C02C5940497E}" type="sibTrans" cxnId="{C7E04B49-67E1-D14B-B0DD-35C61D87F10F}">
      <dgm:prSet/>
      <dgm:spPr/>
      <dgm:t>
        <a:bodyPr/>
        <a:lstStyle/>
        <a:p>
          <a:endParaRPr lang="en-US"/>
        </a:p>
      </dgm:t>
    </dgm:pt>
    <dgm:pt modelId="{0576F8CF-3E75-1541-A274-D2E377C546B2}">
      <dgm:prSet/>
      <dgm:spPr>
        <a:solidFill>
          <a:schemeClr val="accent3">
            <a:lumMod val="95000"/>
            <a:alpha val="90000"/>
          </a:schemeClr>
        </a:solidFill>
        <a:ln>
          <a:solidFill>
            <a:srgbClr val="336699">
              <a:alpha val="90000"/>
            </a:srgbClr>
          </a:solidFill>
        </a:ln>
      </dgm:spPr>
      <dgm:t>
        <a:bodyPr/>
        <a:lstStyle/>
        <a:p>
          <a:r>
            <a:rPr lang="en-US"/>
            <a:t>Protecting sequential language tokens by watermarking generated text or formatting API outputs.</a:t>
          </a:r>
          <a:endParaRPr lang="en-CA"/>
        </a:p>
      </dgm:t>
    </dgm:pt>
    <dgm:pt modelId="{DAC19691-4563-1E4A-8E2C-D507249CB173}" type="parTrans" cxnId="{C8C68FB4-10B3-8047-8009-357D10835943}">
      <dgm:prSet/>
      <dgm:spPr/>
      <dgm:t>
        <a:bodyPr/>
        <a:lstStyle/>
        <a:p>
          <a:endParaRPr lang="en-US"/>
        </a:p>
      </dgm:t>
    </dgm:pt>
    <dgm:pt modelId="{1668F4D1-76AF-9449-A135-7A725C51A1E1}" type="sibTrans" cxnId="{C8C68FB4-10B3-8047-8009-357D10835943}">
      <dgm:prSet/>
      <dgm:spPr/>
      <dgm:t>
        <a:bodyPr/>
        <a:lstStyle/>
        <a:p>
          <a:endParaRPr lang="en-US"/>
        </a:p>
      </dgm:t>
    </dgm:pt>
    <mc:AlternateContent xmlns:mc="http://schemas.openxmlformats.org/markup-compatibility/2006" xmlns:a14="http://schemas.microsoft.com/office/drawing/2010/main">
      <mc:Choice Requires="a14">
        <dgm:pt modelId="{5711586E-3068-6E45-BA32-B769B5C4E5DF}">
          <dgm:prSet/>
          <dgm:spPr>
            <a:solidFill>
              <a:srgbClr val="336699"/>
            </a:solidFill>
          </dgm:spPr>
          <dgm:t>
            <a:bodyPr/>
            <a:lstStyle/>
            <a:p>
              <a14:m>
                <m:oMath xmlns:m="http://schemas.openxmlformats.org/officeDocument/2006/math">
                  <m:box>
                    <m:boxPr>
                      <m:ctrlPr>
                        <a:rPr lang="en-CA" b="1" i="1" smtClean="0">
                          <a:latin typeface="Cambria Math" panose="02040503050406030204" pitchFamily="18" charset="0"/>
                        </a:rPr>
                      </m:ctrlPr>
                    </m:boxPr>
                    <m:e>
                      <m:r>
                        <a:rPr lang="en-CA" b="1">
                          <a:latin typeface="Cambria Math" panose="02040503050406030204" pitchFamily="18" charset="0"/>
                        </a:rPr>
                        <m:t>𝐕𝐢𝐬𝐢𝐨𝐧</m:t>
                      </m:r>
                      <m:r>
                        <a:rPr lang="en-CA" b="0" i="0">
                          <a:latin typeface="Cambria Math" panose="02040503050406030204" pitchFamily="18" charset="0"/>
                        </a:rPr>
                        <m:t> </m:t>
                      </m:r>
                      <m:r>
                        <a:rPr lang="en-CA" b="1" i="0">
                          <a:latin typeface="Cambria Math" panose="02040503050406030204" pitchFamily="18" charset="0"/>
                        </a:rPr>
                        <m:t>𝐌𝐨𝐝𝐞𝐥𝐬</m:t>
                      </m:r>
                    </m:e>
                  </m:box>
                </m:oMath>
              </a14:m>
              <a:r>
                <a:rPr lang="en-US"/>
                <a:t> </a:t>
              </a:r>
              <a:endParaRPr lang="en-CA"/>
            </a:p>
          </dgm:t>
        </dgm:pt>
      </mc:Choice>
      <mc:Fallback xmlns="">
        <dgm:pt modelId="{5711586E-3068-6E45-BA32-B769B5C4E5DF}">
          <dgm:prSet/>
          <dgm:spPr>
            <a:solidFill>
              <a:srgbClr val="336699"/>
            </a:solidFill>
          </dgm:spPr>
          <dgm:t>
            <a:bodyPr/>
            <a:lstStyle/>
            <a:p>
              <a:r>
                <a:rPr lang="en-CA" b="1" i="0"/>
                <a:t>□(𝐕𝐢𝐬𝐢𝐨𝐧</a:t>
              </a:r>
              <a:r>
                <a:rPr lang="en-CA" b="0" i="0"/>
                <a:t> </a:t>
              </a:r>
              <a:r>
                <a:rPr lang="en-CA" b="1" i="0"/>
                <a:t>𝐌𝐨𝐝𝐞𝐥𝐬)</a:t>
              </a:r>
              <a:r>
                <a:rPr lang="en-US"/>
                <a:t> </a:t>
              </a:r>
              <a:endParaRPr lang="en-CA"/>
            </a:p>
          </dgm:t>
        </dgm:pt>
      </mc:Fallback>
    </mc:AlternateContent>
    <dgm:pt modelId="{633AA88A-7695-C447-895F-28925004D677}" type="parTrans" cxnId="{FE3B57FD-A17E-3A48-994C-47CF08032773}">
      <dgm:prSet/>
      <dgm:spPr/>
      <dgm:t>
        <a:bodyPr/>
        <a:lstStyle/>
        <a:p>
          <a:endParaRPr lang="en-US"/>
        </a:p>
      </dgm:t>
    </dgm:pt>
    <dgm:pt modelId="{53CF51BC-7FC5-DA40-90BB-BF8CA647A101}" type="sibTrans" cxnId="{FE3B57FD-A17E-3A48-994C-47CF08032773}">
      <dgm:prSet/>
      <dgm:spPr/>
      <dgm:t>
        <a:bodyPr/>
        <a:lstStyle/>
        <a:p>
          <a:endParaRPr lang="en-US"/>
        </a:p>
      </dgm:t>
    </dgm:pt>
    <dgm:pt modelId="{B6A20E9E-9646-4848-B563-0E477126FCCD}">
      <dgm:prSet/>
      <dgm:spPr>
        <a:solidFill>
          <a:schemeClr val="accent3">
            <a:lumMod val="95000"/>
            <a:alpha val="90000"/>
          </a:schemeClr>
        </a:solidFill>
        <a:ln>
          <a:solidFill>
            <a:srgbClr val="336699">
              <a:alpha val="90000"/>
            </a:srgbClr>
          </a:solidFill>
        </a:ln>
      </dgm:spPr>
      <dgm:t>
        <a:bodyPr/>
        <a:lstStyle/>
        <a:p>
          <a:r>
            <a:rPr lang="en-US"/>
            <a:t>Protecting image grids by limiting predictions to the most likely classes.</a:t>
          </a:r>
          <a:endParaRPr lang="en-CA"/>
        </a:p>
      </dgm:t>
    </dgm:pt>
    <dgm:pt modelId="{86AF21F0-46B9-CF4A-8994-783D1EA4636C}" type="parTrans" cxnId="{C6744730-EC19-4D4E-B30C-9DB7439B4120}">
      <dgm:prSet/>
      <dgm:spPr/>
      <dgm:t>
        <a:bodyPr/>
        <a:lstStyle/>
        <a:p>
          <a:endParaRPr lang="en-US"/>
        </a:p>
      </dgm:t>
    </dgm:pt>
    <dgm:pt modelId="{EA89B8E9-6467-9B48-90D5-DCB106108279}" type="sibTrans" cxnId="{C6744730-EC19-4D4E-B30C-9DB7439B4120}">
      <dgm:prSet/>
      <dgm:spPr/>
      <dgm:t>
        <a:bodyPr/>
        <a:lstStyle/>
        <a:p>
          <a:endParaRPr lang="en-US"/>
        </a:p>
      </dgm:t>
    </dgm:pt>
    <mc:AlternateContent xmlns:mc="http://schemas.openxmlformats.org/markup-compatibility/2006" xmlns:a14="http://schemas.microsoft.com/office/drawing/2010/main">
      <mc:Choice Requires="a14">
        <dgm:pt modelId="{C0E5BA93-6FCB-704A-A21B-2179778BB682}">
          <dgm:prSet/>
          <dgm:spPr>
            <a:solidFill>
              <a:srgbClr val="336699"/>
            </a:solidFill>
          </dgm:spPr>
          <dgm:t>
            <a:bodyPr/>
            <a:lstStyle/>
            <a:p>
              <a14:m>
                <m:oMath xmlns:m="http://schemas.openxmlformats.org/officeDocument/2006/math">
                  <m:box>
                    <m:boxPr>
                      <m:ctrlPr>
                        <a:rPr lang="en-CA" b="1" i="1" smtClean="0">
                          <a:latin typeface="Cambria Math" panose="02040503050406030204" pitchFamily="18" charset="0"/>
                        </a:rPr>
                      </m:ctrlPr>
                    </m:boxPr>
                    <m:e>
                      <m:r>
                        <a:rPr lang="en-CA" b="1">
                          <a:latin typeface="Cambria Math" panose="02040503050406030204" pitchFamily="18" charset="0"/>
                        </a:rPr>
                        <m:t>𝐆𝐫𝐚𝐩𝐡</m:t>
                      </m:r>
                      <m:r>
                        <a:rPr lang="en-CA" b="0" i="0">
                          <a:latin typeface="Cambria Math" panose="02040503050406030204" pitchFamily="18" charset="0"/>
                        </a:rPr>
                        <m:t> </m:t>
                      </m:r>
                      <m:r>
                        <a:rPr lang="en-CA" b="1" i="0">
                          <a:latin typeface="Cambria Math" panose="02040503050406030204" pitchFamily="18" charset="0"/>
                        </a:rPr>
                        <m:t>𝐌𝐨𝐝𝐞𝐥𝐬</m:t>
                      </m:r>
                    </m:e>
                  </m:box>
                </m:oMath>
              </a14:m>
              <a:r>
                <a:rPr lang="en-US"/>
                <a:t> </a:t>
              </a:r>
              <a:endParaRPr lang="en-CA"/>
            </a:p>
          </dgm:t>
        </dgm:pt>
      </mc:Choice>
      <mc:Fallback xmlns="">
        <dgm:pt modelId="{C0E5BA93-6FCB-704A-A21B-2179778BB682}">
          <dgm:prSet/>
          <dgm:spPr>
            <a:solidFill>
              <a:srgbClr val="336699"/>
            </a:solidFill>
          </dgm:spPr>
          <dgm:t>
            <a:bodyPr/>
            <a:lstStyle/>
            <a:p>
              <a:r>
                <a:rPr lang="en-CA" b="1" i="0"/>
                <a:t>□(𝐆𝐫𝐚𝐩𝐡</a:t>
              </a:r>
              <a:r>
                <a:rPr lang="en-CA" b="0" i="0"/>
                <a:t> </a:t>
              </a:r>
              <a:r>
                <a:rPr lang="en-CA" b="1" i="0"/>
                <a:t>𝐌𝐨𝐝𝐞𝐥𝐬)</a:t>
              </a:r>
              <a:r>
                <a:rPr lang="en-US"/>
                <a:t> </a:t>
              </a:r>
              <a:endParaRPr lang="en-CA"/>
            </a:p>
          </dgm:t>
        </dgm:pt>
      </mc:Fallback>
    </mc:AlternateContent>
    <dgm:pt modelId="{B7ABB9F8-9F0B-B848-9517-17C1EF85B1F8}" type="parTrans" cxnId="{58AF2859-D544-554B-B44A-3DC1213A5CF1}">
      <dgm:prSet/>
      <dgm:spPr/>
      <dgm:t>
        <a:bodyPr/>
        <a:lstStyle/>
        <a:p>
          <a:endParaRPr lang="en-US"/>
        </a:p>
      </dgm:t>
    </dgm:pt>
    <dgm:pt modelId="{85747D7A-4414-3448-8696-B1C5D7CE52E9}" type="sibTrans" cxnId="{58AF2859-D544-554B-B44A-3DC1213A5CF1}">
      <dgm:prSet/>
      <dgm:spPr/>
      <dgm:t>
        <a:bodyPr/>
        <a:lstStyle/>
        <a:p>
          <a:endParaRPr lang="en-US"/>
        </a:p>
      </dgm:t>
    </dgm:pt>
    <dgm:pt modelId="{64B1F0F0-934F-214A-8317-AEF799400BD7}">
      <dgm:prSet/>
      <dgm:spPr>
        <a:solidFill>
          <a:schemeClr val="accent3">
            <a:lumMod val="95000"/>
            <a:alpha val="90000"/>
          </a:schemeClr>
        </a:solidFill>
        <a:ln>
          <a:solidFill>
            <a:srgbClr val="336699">
              <a:alpha val="90000"/>
            </a:srgbClr>
          </a:solidFill>
        </a:ln>
      </dgm:spPr>
      <dgm:t>
        <a:bodyPr/>
        <a:lstStyle/>
        <a:p>
          <a:r>
            <a:rPr lang="en-US"/>
            <a:t>Protecting topological structures by perturbing connections.</a:t>
          </a:r>
          <a:endParaRPr lang="en-CA"/>
        </a:p>
      </dgm:t>
    </dgm:pt>
    <dgm:pt modelId="{BE7A460C-2B0A-7943-A4F7-1A80F8798A07}" type="parTrans" cxnId="{1C7660E8-6A98-8548-BFA7-340D58D39B59}">
      <dgm:prSet/>
      <dgm:spPr/>
      <dgm:t>
        <a:bodyPr/>
        <a:lstStyle/>
        <a:p>
          <a:endParaRPr lang="en-US"/>
        </a:p>
      </dgm:t>
    </dgm:pt>
    <dgm:pt modelId="{D91CA78A-DFFA-D74E-958D-B507E54C32E2}" type="sibTrans" cxnId="{1C7660E8-6A98-8548-BFA7-340D58D39B59}">
      <dgm:prSet/>
      <dgm:spPr/>
      <dgm:t>
        <a:bodyPr/>
        <a:lstStyle/>
        <a:p>
          <a:endParaRPr lang="en-US"/>
        </a:p>
      </dgm:t>
    </dgm:pt>
    <dgm:pt modelId="{41446A28-E4E1-2D4E-8B7B-0224B3CF1877}" type="pres">
      <dgm:prSet presAssocID="{5FE91E4A-B81D-ED4B-99BF-18E3961BF294}" presName="Name0" presStyleCnt="0">
        <dgm:presLayoutVars>
          <dgm:dir/>
          <dgm:animLvl val="lvl"/>
          <dgm:resizeHandles val="exact"/>
        </dgm:presLayoutVars>
      </dgm:prSet>
      <dgm:spPr/>
    </dgm:pt>
    <dgm:pt modelId="{45E21E02-3A0A-424B-9069-CD6FF27E0163}" type="pres">
      <dgm:prSet presAssocID="{C0E5BA93-6FCB-704A-A21B-2179778BB682}" presName="boxAndChildren" presStyleCnt="0"/>
      <dgm:spPr/>
    </dgm:pt>
    <dgm:pt modelId="{7F81BA47-7CBE-6C4D-BEFE-5D3D0E1F9513}" type="pres">
      <dgm:prSet presAssocID="{C0E5BA93-6FCB-704A-A21B-2179778BB682}" presName="parentTextBox" presStyleLbl="node1" presStyleIdx="0" presStyleCnt="3"/>
      <dgm:spPr/>
    </dgm:pt>
    <dgm:pt modelId="{FC72B036-C968-354A-9715-0C64ED6173E6}" type="pres">
      <dgm:prSet presAssocID="{C0E5BA93-6FCB-704A-A21B-2179778BB682}" presName="entireBox" presStyleLbl="node1" presStyleIdx="0" presStyleCnt="3"/>
      <dgm:spPr/>
    </dgm:pt>
    <dgm:pt modelId="{1F8E52DE-08BD-1247-A697-634ED0AD94E9}" type="pres">
      <dgm:prSet presAssocID="{C0E5BA93-6FCB-704A-A21B-2179778BB682}" presName="descendantBox" presStyleCnt="0"/>
      <dgm:spPr/>
    </dgm:pt>
    <dgm:pt modelId="{FF289CED-D171-224E-89CF-E61666B09FE8}" type="pres">
      <dgm:prSet presAssocID="{64B1F0F0-934F-214A-8317-AEF799400BD7}" presName="childTextBox" presStyleLbl="fgAccFollowNode1" presStyleIdx="0" presStyleCnt="3">
        <dgm:presLayoutVars>
          <dgm:bulletEnabled val="1"/>
        </dgm:presLayoutVars>
      </dgm:prSet>
      <dgm:spPr/>
    </dgm:pt>
    <dgm:pt modelId="{4A0E303A-E395-3844-9B57-B5D8900C7752}" type="pres">
      <dgm:prSet presAssocID="{53CF51BC-7FC5-DA40-90BB-BF8CA647A101}" presName="sp" presStyleCnt="0"/>
      <dgm:spPr/>
    </dgm:pt>
    <dgm:pt modelId="{2C04A67E-F5C2-094E-982B-396A1C1260DF}" type="pres">
      <dgm:prSet presAssocID="{5711586E-3068-6E45-BA32-B769B5C4E5DF}" presName="arrowAndChildren" presStyleCnt="0"/>
      <dgm:spPr/>
    </dgm:pt>
    <dgm:pt modelId="{79EAB4E5-35EE-1B43-BD40-DFD14962E1AE}" type="pres">
      <dgm:prSet presAssocID="{5711586E-3068-6E45-BA32-B769B5C4E5DF}" presName="parentTextArrow" presStyleLbl="node1" presStyleIdx="0" presStyleCnt="3"/>
      <dgm:spPr/>
    </dgm:pt>
    <dgm:pt modelId="{421EE377-59AE-1A4D-877E-66DAC460B431}" type="pres">
      <dgm:prSet presAssocID="{5711586E-3068-6E45-BA32-B769B5C4E5DF}" presName="arrow" presStyleLbl="node1" presStyleIdx="1" presStyleCnt="3"/>
      <dgm:spPr/>
    </dgm:pt>
    <dgm:pt modelId="{2890C932-FE1D-D34E-AB0E-0DEA165F2C4F}" type="pres">
      <dgm:prSet presAssocID="{5711586E-3068-6E45-BA32-B769B5C4E5DF}" presName="descendantArrow" presStyleCnt="0"/>
      <dgm:spPr/>
    </dgm:pt>
    <dgm:pt modelId="{4DF40F14-364C-F445-A99A-9CCBA640C342}" type="pres">
      <dgm:prSet presAssocID="{B6A20E9E-9646-4848-B563-0E477126FCCD}" presName="childTextArrow" presStyleLbl="fgAccFollowNode1" presStyleIdx="1" presStyleCnt="3">
        <dgm:presLayoutVars>
          <dgm:bulletEnabled val="1"/>
        </dgm:presLayoutVars>
      </dgm:prSet>
      <dgm:spPr/>
    </dgm:pt>
    <dgm:pt modelId="{90FDAAA0-7668-B449-A85C-6AD43E976527}" type="pres">
      <dgm:prSet presAssocID="{E70053FA-944A-3446-8C8E-C02C5940497E}" presName="sp" presStyleCnt="0"/>
      <dgm:spPr/>
    </dgm:pt>
    <dgm:pt modelId="{FD7794BA-8781-B946-9981-51A82DC84E81}" type="pres">
      <dgm:prSet presAssocID="{1AC8C8B8-5390-B545-A01E-DC53793BC40B}" presName="arrowAndChildren" presStyleCnt="0"/>
      <dgm:spPr/>
    </dgm:pt>
    <dgm:pt modelId="{126F7857-A26A-3947-ACBD-0446F9608350}" type="pres">
      <dgm:prSet presAssocID="{1AC8C8B8-5390-B545-A01E-DC53793BC40B}" presName="parentTextArrow" presStyleLbl="node1" presStyleIdx="1" presStyleCnt="3"/>
      <dgm:spPr/>
    </dgm:pt>
    <dgm:pt modelId="{0005D345-CFEF-304A-ABE5-314C70DCBA20}" type="pres">
      <dgm:prSet presAssocID="{1AC8C8B8-5390-B545-A01E-DC53793BC40B}" presName="arrow" presStyleLbl="node1" presStyleIdx="2" presStyleCnt="3"/>
      <dgm:spPr/>
    </dgm:pt>
    <dgm:pt modelId="{DE3D30CF-3C49-DA4D-A555-11A7A9BD9146}" type="pres">
      <dgm:prSet presAssocID="{1AC8C8B8-5390-B545-A01E-DC53793BC40B}" presName="descendantArrow" presStyleCnt="0"/>
      <dgm:spPr/>
    </dgm:pt>
    <dgm:pt modelId="{F0BA83C8-B33A-594E-A6EB-67AB38B4CCED}" type="pres">
      <dgm:prSet presAssocID="{0576F8CF-3E75-1541-A274-D2E377C546B2}" presName="childTextArrow" presStyleLbl="fgAccFollowNode1" presStyleIdx="2" presStyleCnt="3">
        <dgm:presLayoutVars>
          <dgm:bulletEnabled val="1"/>
        </dgm:presLayoutVars>
      </dgm:prSet>
      <dgm:spPr/>
    </dgm:pt>
  </dgm:ptLst>
  <dgm:cxnLst>
    <dgm:cxn modelId="{50CB980B-2767-D443-8AD8-B10BBFC3B1F1}" type="presOf" srcId="{5711586E-3068-6E45-BA32-B769B5C4E5DF}" destId="{421EE377-59AE-1A4D-877E-66DAC460B431}" srcOrd="1" destOrd="0" presId="urn:microsoft.com/office/officeart/2005/8/layout/process4"/>
    <dgm:cxn modelId="{C6744730-EC19-4D4E-B30C-9DB7439B4120}" srcId="{5711586E-3068-6E45-BA32-B769B5C4E5DF}" destId="{B6A20E9E-9646-4848-B563-0E477126FCCD}" srcOrd="0" destOrd="0" parTransId="{86AF21F0-46B9-CF4A-8994-783D1EA4636C}" sibTransId="{EA89B8E9-6467-9B48-90D5-DCB106108279}"/>
    <dgm:cxn modelId="{6383A83D-9950-864F-BC5E-C15EA696213A}" type="presOf" srcId="{5711586E-3068-6E45-BA32-B769B5C4E5DF}" destId="{79EAB4E5-35EE-1B43-BD40-DFD14962E1AE}" srcOrd="0" destOrd="0" presId="urn:microsoft.com/office/officeart/2005/8/layout/process4"/>
    <dgm:cxn modelId="{C7E04B49-67E1-D14B-B0DD-35C61D87F10F}" srcId="{5FE91E4A-B81D-ED4B-99BF-18E3961BF294}" destId="{1AC8C8B8-5390-B545-A01E-DC53793BC40B}" srcOrd="0" destOrd="0" parTransId="{0B6828B6-0869-4642-940D-20E8FFDE190B}" sibTransId="{E70053FA-944A-3446-8C8E-C02C5940497E}"/>
    <dgm:cxn modelId="{58AF2859-D544-554B-B44A-3DC1213A5CF1}" srcId="{5FE91E4A-B81D-ED4B-99BF-18E3961BF294}" destId="{C0E5BA93-6FCB-704A-A21B-2179778BB682}" srcOrd="2" destOrd="0" parTransId="{B7ABB9F8-9F0B-B848-9517-17C1EF85B1F8}" sibTransId="{85747D7A-4414-3448-8696-B1C5D7CE52E9}"/>
    <dgm:cxn modelId="{C579937A-C27F-424D-8D17-A76C08F3BB58}" type="presOf" srcId="{C0E5BA93-6FCB-704A-A21B-2179778BB682}" destId="{FC72B036-C968-354A-9715-0C64ED6173E6}" srcOrd="1" destOrd="0" presId="urn:microsoft.com/office/officeart/2005/8/layout/process4"/>
    <dgm:cxn modelId="{1ED73F81-E899-E14D-A4DF-0532641BFD82}" type="presOf" srcId="{1AC8C8B8-5390-B545-A01E-DC53793BC40B}" destId="{0005D345-CFEF-304A-ABE5-314C70DCBA20}" srcOrd="1" destOrd="0" presId="urn:microsoft.com/office/officeart/2005/8/layout/process4"/>
    <dgm:cxn modelId="{030AAB8C-685F-C94D-8D79-6EE0399FD793}" type="presOf" srcId="{64B1F0F0-934F-214A-8317-AEF799400BD7}" destId="{FF289CED-D171-224E-89CF-E61666B09FE8}" srcOrd="0" destOrd="0" presId="urn:microsoft.com/office/officeart/2005/8/layout/process4"/>
    <dgm:cxn modelId="{7F884897-F861-6D4E-8241-65EE58E6DFFA}" type="presOf" srcId="{B6A20E9E-9646-4848-B563-0E477126FCCD}" destId="{4DF40F14-364C-F445-A99A-9CCBA640C342}" srcOrd="0" destOrd="0" presId="urn:microsoft.com/office/officeart/2005/8/layout/process4"/>
    <dgm:cxn modelId="{C2366BB4-096E-8545-BDE2-053914B60A26}" type="presOf" srcId="{C0E5BA93-6FCB-704A-A21B-2179778BB682}" destId="{7F81BA47-7CBE-6C4D-BEFE-5D3D0E1F9513}" srcOrd="0" destOrd="0" presId="urn:microsoft.com/office/officeart/2005/8/layout/process4"/>
    <dgm:cxn modelId="{C8C68FB4-10B3-8047-8009-357D10835943}" srcId="{1AC8C8B8-5390-B545-A01E-DC53793BC40B}" destId="{0576F8CF-3E75-1541-A274-D2E377C546B2}" srcOrd="0" destOrd="0" parTransId="{DAC19691-4563-1E4A-8E2C-D507249CB173}" sibTransId="{1668F4D1-76AF-9449-A135-7A725C51A1E1}"/>
    <dgm:cxn modelId="{C3BF5FB9-CE57-454A-BD52-1D8088AA4A1E}" type="presOf" srcId="{1AC8C8B8-5390-B545-A01E-DC53793BC40B}" destId="{126F7857-A26A-3947-ACBD-0446F9608350}" srcOrd="0" destOrd="0" presId="urn:microsoft.com/office/officeart/2005/8/layout/process4"/>
    <dgm:cxn modelId="{1C7660E8-6A98-8548-BFA7-340D58D39B59}" srcId="{C0E5BA93-6FCB-704A-A21B-2179778BB682}" destId="{64B1F0F0-934F-214A-8317-AEF799400BD7}" srcOrd="0" destOrd="0" parTransId="{BE7A460C-2B0A-7943-A4F7-1A80F8798A07}" sibTransId="{D91CA78A-DFFA-D74E-958D-B507E54C32E2}"/>
    <dgm:cxn modelId="{E1512DF2-A969-A545-8E62-FBCAFABDDEC4}" type="presOf" srcId="{0576F8CF-3E75-1541-A274-D2E377C546B2}" destId="{F0BA83C8-B33A-594E-A6EB-67AB38B4CCED}" srcOrd="0" destOrd="0" presId="urn:microsoft.com/office/officeart/2005/8/layout/process4"/>
    <dgm:cxn modelId="{FE3B57FD-A17E-3A48-994C-47CF08032773}" srcId="{5FE91E4A-B81D-ED4B-99BF-18E3961BF294}" destId="{5711586E-3068-6E45-BA32-B769B5C4E5DF}" srcOrd="1" destOrd="0" parTransId="{633AA88A-7695-C447-895F-28925004D677}" sibTransId="{53CF51BC-7FC5-DA40-90BB-BF8CA647A101}"/>
    <dgm:cxn modelId="{166DDEFD-E5B6-8047-882E-F43EF54031FE}" type="presOf" srcId="{5FE91E4A-B81D-ED4B-99BF-18E3961BF294}" destId="{41446A28-E4E1-2D4E-8B7B-0224B3CF1877}" srcOrd="0" destOrd="0" presId="urn:microsoft.com/office/officeart/2005/8/layout/process4"/>
    <dgm:cxn modelId="{2CF8F94B-097B-284A-88B5-7624CF9D267E}" type="presParOf" srcId="{41446A28-E4E1-2D4E-8B7B-0224B3CF1877}" destId="{45E21E02-3A0A-424B-9069-CD6FF27E0163}" srcOrd="0" destOrd="0" presId="urn:microsoft.com/office/officeart/2005/8/layout/process4"/>
    <dgm:cxn modelId="{6A954760-4B81-6249-ACF5-A0E19D160D7C}" type="presParOf" srcId="{45E21E02-3A0A-424B-9069-CD6FF27E0163}" destId="{7F81BA47-7CBE-6C4D-BEFE-5D3D0E1F9513}" srcOrd="0" destOrd="0" presId="urn:microsoft.com/office/officeart/2005/8/layout/process4"/>
    <dgm:cxn modelId="{FF42D7CD-166E-E448-AF43-96C1062E865E}" type="presParOf" srcId="{45E21E02-3A0A-424B-9069-CD6FF27E0163}" destId="{FC72B036-C968-354A-9715-0C64ED6173E6}" srcOrd="1" destOrd="0" presId="urn:microsoft.com/office/officeart/2005/8/layout/process4"/>
    <dgm:cxn modelId="{538B58DB-30A8-0441-839B-D48754BE33C7}" type="presParOf" srcId="{45E21E02-3A0A-424B-9069-CD6FF27E0163}" destId="{1F8E52DE-08BD-1247-A697-634ED0AD94E9}" srcOrd="2" destOrd="0" presId="urn:microsoft.com/office/officeart/2005/8/layout/process4"/>
    <dgm:cxn modelId="{E3C0F3CF-3ED8-9D4B-A4EE-61644C31B526}" type="presParOf" srcId="{1F8E52DE-08BD-1247-A697-634ED0AD94E9}" destId="{FF289CED-D171-224E-89CF-E61666B09FE8}" srcOrd="0" destOrd="0" presId="urn:microsoft.com/office/officeart/2005/8/layout/process4"/>
    <dgm:cxn modelId="{FD00D522-E21A-BE46-8632-CA75716A2F54}" type="presParOf" srcId="{41446A28-E4E1-2D4E-8B7B-0224B3CF1877}" destId="{4A0E303A-E395-3844-9B57-B5D8900C7752}" srcOrd="1" destOrd="0" presId="urn:microsoft.com/office/officeart/2005/8/layout/process4"/>
    <dgm:cxn modelId="{54925D19-9423-2C4C-BE11-E3B77889D82F}" type="presParOf" srcId="{41446A28-E4E1-2D4E-8B7B-0224B3CF1877}" destId="{2C04A67E-F5C2-094E-982B-396A1C1260DF}" srcOrd="2" destOrd="0" presId="urn:microsoft.com/office/officeart/2005/8/layout/process4"/>
    <dgm:cxn modelId="{451785F5-0162-8A49-92AF-A6A8503A7FFC}" type="presParOf" srcId="{2C04A67E-F5C2-094E-982B-396A1C1260DF}" destId="{79EAB4E5-35EE-1B43-BD40-DFD14962E1AE}" srcOrd="0" destOrd="0" presId="urn:microsoft.com/office/officeart/2005/8/layout/process4"/>
    <dgm:cxn modelId="{0AD73125-1D25-E04C-B318-DE60A4061035}" type="presParOf" srcId="{2C04A67E-F5C2-094E-982B-396A1C1260DF}" destId="{421EE377-59AE-1A4D-877E-66DAC460B431}" srcOrd="1" destOrd="0" presId="urn:microsoft.com/office/officeart/2005/8/layout/process4"/>
    <dgm:cxn modelId="{B5C15056-D21B-2F42-8E9D-71AEA4DE8D92}" type="presParOf" srcId="{2C04A67E-F5C2-094E-982B-396A1C1260DF}" destId="{2890C932-FE1D-D34E-AB0E-0DEA165F2C4F}" srcOrd="2" destOrd="0" presId="urn:microsoft.com/office/officeart/2005/8/layout/process4"/>
    <dgm:cxn modelId="{36C30977-344D-9D49-9B9C-A1259D6C767B}" type="presParOf" srcId="{2890C932-FE1D-D34E-AB0E-0DEA165F2C4F}" destId="{4DF40F14-364C-F445-A99A-9CCBA640C342}" srcOrd="0" destOrd="0" presId="urn:microsoft.com/office/officeart/2005/8/layout/process4"/>
    <dgm:cxn modelId="{084AC9F1-408C-744E-B143-1CEE3B5D7940}" type="presParOf" srcId="{41446A28-E4E1-2D4E-8B7B-0224B3CF1877}" destId="{90FDAAA0-7668-B449-A85C-6AD43E976527}" srcOrd="3" destOrd="0" presId="urn:microsoft.com/office/officeart/2005/8/layout/process4"/>
    <dgm:cxn modelId="{FBF5B1C8-EAC5-D049-AF24-A0B030A3292A}" type="presParOf" srcId="{41446A28-E4E1-2D4E-8B7B-0224B3CF1877}" destId="{FD7794BA-8781-B946-9981-51A82DC84E81}" srcOrd="4" destOrd="0" presId="urn:microsoft.com/office/officeart/2005/8/layout/process4"/>
    <dgm:cxn modelId="{58C16A1D-FC7A-7A4D-8F1A-77EBCE350E7C}" type="presParOf" srcId="{FD7794BA-8781-B946-9981-51A82DC84E81}" destId="{126F7857-A26A-3947-ACBD-0446F9608350}" srcOrd="0" destOrd="0" presId="urn:microsoft.com/office/officeart/2005/8/layout/process4"/>
    <dgm:cxn modelId="{F883C3B7-863A-4C4D-8838-7740231CF50C}" type="presParOf" srcId="{FD7794BA-8781-B946-9981-51A82DC84E81}" destId="{0005D345-CFEF-304A-ABE5-314C70DCBA20}" srcOrd="1" destOrd="0" presId="urn:microsoft.com/office/officeart/2005/8/layout/process4"/>
    <dgm:cxn modelId="{275D64C6-0CBE-EE49-B19A-33BA611672FC}" type="presParOf" srcId="{FD7794BA-8781-B946-9981-51A82DC84E81}" destId="{DE3D30CF-3C49-DA4D-A555-11A7A9BD9146}" srcOrd="2" destOrd="0" presId="urn:microsoft.com/office/officeart/2005/8/layout/process4"/>
    <dgm:cxn modelId="{5E485195-D648-A440-A0C7-C2D51230A8BB}" type="presParOf" srcId="{DE3D30CF-3C49-DA4D-A555-11A7A9BD9146}" destId="{F0BA83C8-B33A-594E-A6EB-67AB38B4CCE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E91E4A-B81D-ED4B-99BF-18E3961BF29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1AC8C8B8-5390-B545-A01E-DC53793BC40B}">
      <dgm:prSet/>
      <dgm:spPr>
        <a:blipFill>
          <a:blip xmlns:r="http://schemas.openxmlformats.org/officeDocument/2006/relationships" r:embed="rId1"/>
          <a:stretch>
            <a:fillRect/>
          </a:stretch>
        </a:blipFill>
      </dgm:spPr>
      <dgm:t>
        <a:bodyPr/>
        <a:lstStyle/>
        <a:p>
          <a:r>
            <a:rPr lang="en-US">
              <a:noFill/>
            </a:rPr>
            <a:t> </a:t>
          </a:r>
        </a:p>
      </dgm:t>
    </dgm:pt>
    <dgm:pt modelId="{0B6828B6-0869-4642-940D-20E8FFDE190B}" type="parTrans" cxnId="{C7E04B49-67E1-D14B-B0DD-35C61D87F10F}">
      <dgm:prSet/>
      <dgm:spPr/>
      <dgm:t>
        <a:bodyPr/>
        <a:lstStyle/>
        <a:p>
          <a:endParaRPr lang="en-US"/>
        </a:p>
      </dgm:t>
    </dgm:pt>
    <dgm:pt modelId="{E70053FA-944A-3446-8C8E-C02C5940497E}" type="sibTrans" cxnId="{C7E04B49-67E1-D14B-B0DD-35C61D87F10F}">
      <dgm:prSet/>
      <dgm:spPr/>
      <dgm:t>
        <a:bodyPr/>
        <a:lstStyle/>
        <a:p>
          <a:endParaRPr lang="en-US"/>
        </a:p>
      </dgm:t>
    </dgm:pt>
    <dgm:pt modelId="{0576F8CF-3E75-1541-A274-D2E377C546B2}">
      <dgm:prSet/>
      <dgm:spPr>
        <a:solidFill>
          <a:schemeClr val="accent3">
            <a:lumMod val="95000"/>
            <a:alpha val="90000"/>
          </a:schemeClr>
        </a:solidFill>
        <a:ln>
          <a:solidFill>
            <a:srgbClr val="336699">
              <a:alpha val="90000"/>
            </a:srgbClr>
          </a:solidFill>
        </a:ln>
      </dgm:spPr>
      <dgm:t>
        <a:bodyPr/>
        <a:lstStyle/>
        <a:p>
          <a:r>
            <a:rPr lang="en-US"/>
            <a:t>Protecting sequential language tokens by watermarking generated text or formatting API outputs.</a:t>
          </a:r>
          <a:endParaRPr lang="en-CA"/>
        </a:p>
      </dgm:t>
    </dgm:pt>
    <dgm:pt modelId="{DAC19691-4563-1E4A-8E2C-D507249CB173}" type="parTrans" cxnId="{C8C68FB4-10B3-8047-8009-357D10835943}">
      <dgm:prSet/>
      <dgm:spPr/>
      <dgm:t>
        <a:bodyPr/>
        <a:lstStyle/>
        <a:p>
          <a:endParaRPr lang="en-US"/>
        </a:p>
      </dgm:t>
    </dgm:pt>
    <dgm:pt modelId="{1668F4D1-76AF-9449-A135-7A725C51A1E1}" type="sibTrans" cxnId="{C8C68FB4-10B3-8047-8009-357D10835943}">
      <dgm:prSet/>
      <dgm:spPr/>
      <dgm:t>
        <a:bodyPr/>
        <a:lstStyle/>
        <a:p>
          <a:endParaRPr lang="en-US"/>
        </a:p>
      </dgm:t>
    </dgm:pt>
    <dgm:pt modelId="{5711586E-3068-6E45-BA32-B769B5C4E5DF}">
      <dgm:prSet/>
      <dgm:spPr>
        <a:blipFill>
          <a:blip xmlns:r="http://schemas.openxmlformats.org/officeDocument/2006/relationships" r:embed="rId2"/>
          <a:stretch>
            <a:fillRect/>
          </a:stretch>
        </a:blipFill>
      </dgm:spPr>
      <dgm:t>
        <a:bodyPr/>
        <a:lstStyle/>
        <a:p>
          <a:r>
            <a:rPr lang="en-US">
              <a:noFill/>
            </a:rPr>
            <a:t> </a:t>
          </a:r>
        </a:p>
      </dgm:t>
    </dgm:pt>
    <dgm:pt modelId="{633AA88A-7695-C447-895F-28925004D677}" type="parTrans" cxnId="{FE3B57FD-A17E-3A48-994C-47CF08032773}">
      <dgm:prSet/>
      <dgm:spPr/>
      <dgm:t>
        <a:bodyPr/>
        <a:lstStyle/>
        <a:p>
          <a:endParaRPr lang="en-US"/>
        </a:p>
      </dgm:t>
    </dgm:pt>
    <dgm:pt modelId="{53CF51BC-7FC5-DA40-90BB-BF8CA647A101}" type="sibTrans" cxnId="{FE3B57FD-A17E-3A48-994C-47CF08032773}">
      <dgm:prSet/>
      <dgm:spPr/>
      <dgm:t>
        <a:bodyPr/>
        <a:lstStyle/>
        <a:p>
          <a:endParaRPr lang="en-US"/>
        </a:p>
      </dgm:t>
    </dgm:pt>
    <dgm:pt modelId="{B6A20E9E-9646-4848-B563-0E477126FCCD}">
      <dgm:prSet/>
      <dgm:spPr>
        <a:solidFill>
          <a:schemeClr val="accent3">
            <a:lumMod val="95000"/>
            <a:alpha val="90000"/>
          </a:schemeClr>
        </a:solidFill>
        <a:ln>
          <a:solidFill>
            <a:srgbClr val="336699">
              <a:alpha val="90000"/>
            </a:srgbClr>
          </a:solidFill>
        </a:ln>
      </dgm:spPr>
      <dgm:t>
        <a:bodyPr/>
        <a:lstStyle/>
        <a:p>
          <a:r>
            <a:rPr lang="en-US"/>
            <a:t>Protecting image grids by limiting predictions to the most likely classes.</a:t>
          </a:r>
          <a:endParaRPr lang="en-CA"/>
        </a:p>
      </dgm:t>
    </dgm:pt>
    <dgm:pt modelId="{86AF21F0-46B9-CF4A-8994-783D1EA4636C}" type="parTrans" cxnId="{C6744730-EC19-4D4E-B30C-9DB7439B4120}">
      <dgm:prSet/>
      <dgm:spPr/>
      <dgm:t>
        <a:bodyPr/>
        <a:lstStyle/>
        <a:p>
          <a:endParaRPr lang="en-US"/>
        </a:p>
      </dgm:t>
    </dgm:pt>
    <dgm:pt modelId="{EA89B8E9-6467-9B48-90D5-DCB106108279}" type="sibTrans" cxnId="{C6744730-EC19-4D4E-B30C-9DB7439B4120}">
      <dgm:prSet/>
      <dgm:spPr/>
      <dgm:t>
        <a:bodyPr/>
        <a:lstStyle/>
        <a:p>
          <a:endParaRPr lang="en-US"/>
        </a:p>
      </dgm:t>
    </dgm:pt>
    <dgm:pt modelId="{C0E5BA93-6FCB-704A-A21B-2179778BB682}">
      <dgm:prSet/>
      <dgm:spPr>
        <a:blipFill>
          <a:blip xmlns:r="http://schemas.openxmlformats.org/officeDocument/2006/relationships" r:embed="rId3"/>
          <a:stretch>
            <a:fillRect/>
          </a:stretch>
        </a:blipFill>
      </dgm:spPr>
      <dgm:t>
        <a:bodyPr/>
        <a:lstStyle/>
        <a:p>
          <a:r>
            <a:rPr lang="en-US">
              <a:noFill/>
            </a:rPr>
            <a:t> </a:t>
          </a:r>
        </a:p>
      </dgm:t>
    </dgm:pt>
    <dgm:pt modelId="{B7ABB9F8-9F0B-B848-9517-17C1EF85B1F8}" type="parTrans" cxnId="{58AF2859-D544-554B-B44A-3DC1213A5CF1}">
      <dgm:prSet/>
      <dgm:spPr/>
      <dgm:t>
        <a:bodyPr/>
        <a:lstStyle/>
        <a:p>
          <a:endParaRPr lang="en-US"/>
        </a:p>
      </dgm:t>
    </dgm:pt>
    <dgm:pt modelId="{85747D7A-4414-3448-8696-B1C5D7CE52E9}" type="sibTrans" cxnId="{58AF2859-D544-554B-B44A-3DC1213A5CF1}">
      <dgm:prSet/>
      <dgm:spPr/>
      <dgm:t>
        <a:bodyPr/>
        <a:lstStyle/>
        <a:p>
          <a:endParaRPr lang="en-US"/>
        </a:p>
      </dgm:t>
    </dgm:pt>
    <dgm:pt modelId="{64B1F0F0-934F-214A-8317-AEF799400BD7}">
      <dgm:prSet/>
      <dgm:spPr>
        <a:solidFill>
          <a:schemeClr val="accent3">
            <a:lumMod val="95000"/>
            <a:alpha val="90000"/>
          </a:schemeClr>
        </a:solidFill>
        <a:ln>
          <a:solidFill>
            <a:srgbClr val="336699">
              <a:alpha val="90000"/>
            </a:srgbClr>
          </a:solidFill>
        </a:ln>
      </dgm:spPr>
      <dgm:t>
        <a:bodyPr/>
        <a:lstStyle/>
        <a:p>
          <a:r>
            <a:rPr lang="en-US"/>
            <a:t>Protecting topological structures by perturbing connections.</a:t>
          </a:r>
          <a:endParaRPr lang="en-CA"/>
        </a:p>
      </dgm:t>
    </dgm:pt>
    <dgm:pt modelId="{BE7A460C-2B0A-7943-A4F7-1A80F8798A07}" type="parTrans" cxnId="{1C7660E8-6A98-8548-BFA7-340D58D39B59}">
      <dgm:prSet/>
      <dgm:spPr/>
      <dgm:t>
        <a:bodyPr/>
        <a:lstStyle/>
        <a:p>
          <a:endParaRPr lang="en-US"/>
        </a:p>
      </dgm:t>
    </dgm:pt>
    <dgm:pt modelId="{D91CA78A-DFFA-D74E-958D-B507E54C32E2}" type="sibTrans" cxnId="{1C7660E8-6A98-8548-BFA7-340D58D39B59}">
      <dgm:prSet/>
      <dgm:spPr/>
      <dgm:t>
        <a:bodyPr/>
        <a:lstStyle/>
        <a:p>
          <a:endParaRPr lang="en-US"/>
        </a:p>
      </dgm:t>
    </dgm:pt>
    <dgm:pt modelId="{41446A28-E4E1-2D4E-8B7B-0224B3CF1877}" type="pres">
      <dgm:prSet presAssocID="{5FE91E4A-B81D-ED4B-99BF-18E3961BF294}" presName="Name0" presStyleCnt="0">
        <dgm:presLayoutVars>
          <dgm:dir/>
          <dgm:animLvl val="lvl"/>
          <dgm:resizeHandles val="exact"/>
        </dgm:presLayoutVars>
      </dgm:prSet>
      <dgm:spPr/>
    </dgm:pt>
    <dgm:pt modelId="{45E21E02-3A0A-424B-9069-CD6FF27E0163}" type="pres">
      <dgm:prSet presAssocID="{C0E5BA93-6FCB-704A-A21B-2179778BB682}" presName="boxAndChildren" presStyleCnt="0"/>
      <dgm:spPr/>
    </dgm:pt>
    <dgm:pt modelId="{7F81BA47-7CBE-6C4D-BEFE-5D3D0E1F9513}" type="pres">
      <dgm:prSet presAssocID="{C0E5BA93-6FCB-704A-A21B-2179778BB682}" presName="parentTextBox" presStyleLbl="node1" presStyleIdx="0" presStyleCnt="3"/>
      <dgm:spPr/>
    </dgm:pt>
    <dgm:pt modelId="{FC72B036-C968-354A-9715-0C64ED6173E6}" type="pres">
      <dgm:prSet presAssocID="{C0E5BA93-6FCB-704A-A21B-2179778BB682}" presName="entireBox" presStyleLbl="node1" presStyleIdx="0" presStyleCnt="3"/>
      <dgm:spPr/>
    </dgm:pt>
    <dgm:pt modelId="{1F8E52DE-08BD-1247-A697-634ED0AD94E9}" type="pres">
      <dgm:prSet presAssocID="{C0E5BA93-6FCB-704A-A21B-2179778BB682}" presName="descendantBox" presStyleCnt="0"/>
      <dgm:spPr/>
    </dgm:pt>
    <dgm:pt modelId="{FF289CED-D171-224E-89CF-E61666B09FE8}" type="pres">
      <dgm:prSet presAssocID="{64B1F0F0-934F-214A-8317-AEF799400BD7}" presName="childTextBox" presStyleLbl="fgAccFollowNode1" presStyleIdx="0" presStyleCnt="3">
        <dgm:presLayoutVars>
          <dgm:bulletEnabled val="1"/>
        </dgm:presLayoutVars>
      </dgm:prSet>
      <dgm:spPr/>
    </dgm:pt>
    <dgm:pt modelId="{4A0E303A-E395-3844-9B57-B5D8900C7752}" type="pres">
      <dgm:prSet presAssocID="{53CF51BC-7FC5-DA40-90BB-BF8CA647A101}" presName="sp" presStyleCnt="0"/>
      <dgm:spPr/>
    </dgm:pt>
    <dgm:pt modelId="{2C04A67E-F5C2-094E-982B-396A1C1260DF}" type="pres">
      <dgm:prSet presAssocID="{5711586E-3068-6E45-BA32-B769B5C4E5DF}" presName="arrowAndChildren" presStyleCnt="0"/>
      <dgm:spPr/>
    </dgm:pt>
    <dgm:pt modelId="{79EAB4E5-35EE-1B43-BD40-DFD14962E1AE}" type="pres">
      <dgm:prSet presAssocID="{5711586E-3068-6E45-BA32-B769B5C4E5DF}" presName="parentTextArrow" presStyleLbl="node1" presStyleIdx="0" presStyleCnt="3"/>
      <dgm:spPr/>
    </dgm:pt>
    <dgm:pt modelId="{421EE377-59AE-1A4D-877E-66DAC460B431}" type="pres">
      <dgm:prSet presAssocID="{5711586E-3068-6E45-BA32-B769B5C4E5DF}" presName="arrow" presStyleLbl="node1" presStyleIdx="1" presStyleCnt="3"/>
      <dgm:spPr/>
    </dgm:pt>
    <dgm:pt modelId="{2890C932-FE1D-D34E-AB0E-0DEA165F2C4F}" type="pres">
      <dgm:prSet presAssocID="{5711586E-3068-6E45-BA32-B769B5C4E5DF}" presName="descendantArrow" presStyleCnt="0"/>
      <dgm:spPr/>
    </dgm:pt>
    <dgm:pt modelId="{4DF40F14-364C-F445-A99A-9CCBA640C342}" type="pres">
      <dgm:prSet presAssocID="{B6A20E9E-9646-4848-B563-0E477126FCCD}" presName="childTextArrow" presStyleLbl="fgAccFollowNode1" presStyleIdx="1" presStyleCnt="3">
        <dgm:presLayoutVars>
          <dgm:bulletEnabled val="1"/>
        </dgm:presLayoutVars>
      </dgm:prSet>
      <dgm:spPr/>
    </dgm:pt>
    <dgm:pt modelId="{90FDAAA0-7668-B449-A85C-6AD43E976527}" type="pres">
      <dgm:prSet presAssocID="{E70053FA-944A-3446-8C8E-C02C5940497E}" presName="sp" presStyleCnt="0"/>
      <dgm:spPr/>
    </dgm:pt>
    <dgm:pt modelId="{FD7794BA-8781-B946-9981-51A82DC84E81}" type="pres">
      <dgm:prSet presAssocID="{1AC8C8B8-5390-B545-A01E-DC53793BC40B}" presName="arrowAndChildren" presStyleCnt="0"/>
      <dgm:spPr/>
    </dgm:pt>
    <dgm:pt modelId="{126F7857-A26A-3947-ACBD-0446F9608350}" type="pres">
      <dgm:prSet presAssocID="{1AC8C8B8-5390-B545-A01E-DC53793BC40B}" presName="parentTextArrow" presStyleLbl="node1" presStyleIdx="1" presStyleCnt="3"/>
      <dgm:spPr/>
    </dgm:pt>
    <dgm:pt modelId="{0005D345-CFEF-304A-ABE5-314C70DCBA20}" type="pres">
      <dgm:prSet presAssocID="{1AC8C8B8-5390-B545-A01E-DC53793BC40B}" presName="arrow" presStyleLbl="node1" presStyleIdx="2" presStyleCnt="3"/>
      <dgm:spPr/>
    </dgm:pt>
    <dgm:pt modelId="{DE3D30CF-3C49-DA4D-A555-11A7A9BD9146}" type="pres">
      <dgm:prSet presAssocID="{1AC8C8B8-5390-B545-A01E-DC53793BC40B}" presName="descendantArrow" presStyleCnt="0"/>
      <dgm:spPr/>
    </dgm:pt>
    <dgm:pt modelId="{F0BA83C8-B33A-594E-A6EB-67AB38B4CCED}" type="pres">
      <dgm:prSet presAssocID="{0576F8CF-3E75-1541-A274-D2E377C546B2}" presName="childTextArrow" presStyleLbl="fgAccFollowNode1" presStyleIdx="2" presStyleCnt="3">
        <dgm:presLayoutVars>
          <dgm:bulletEnabled val="1"/>
        </dgm:presLayoutVars>
      </dgm:prSet>
      <dgm:spPr/>
    </dgm:pt>
  </dgm:ptLst>
  <dgm:cxnLst>
    <dgm:cxn modelId="{50CB980B-2767-D443-8AD8-B10BBFC3B1F1}" type="presOf" srcId="{5711586E-3068-6E45-BA32-B769B5C4E5DF}" destId="{421EE377-59AE-1A4D-877E-66DAC460B431}" srcOrd="1" destOrd="0" presId="urn:microsoft.com/office/officeart/2005/8/layout/process4"/>
    <dgm:cxn modelId="{C6744730-EC19-4D4E-B30C-9DB7439B4120}" srcId="{5711586E-3068-6E45-BA32-B769B5C4E5DF}" destId="{B6A20E9E-9646-4848-B563-0E477126FCCD}" srcOrd="0" destOrd="0" parTransId="{86AF21F0-46B9-CF4A-8994-783D1EA4636C}" sibTransId="{EA89B8E9-6467-9B48-90D5-DCB106108279}"/>
    <dgm:cxn modelId="{6383A83D-9950-864F-BC5E-C15EA696213A}" type="presOf" srcId="{5711586E-3068-6E45-BA32-B769B5C4E5DF}" destId="{79EAB4E5-35EE-1B43-BD40-DFD14962E1AE}" srcOrd="0" destOrd="0" presId="urn:microsoft.com/office/officeart/2005/8/layout/process4"/>
    <dgm:cxn modelId="{C7E04B49-67E1-D14B-B0DD-35C61D87F10F}" srcId="{5FE91E4A-B81D-ED4B-99BF-18E3961BF294}" destId="{1AC8C8B8-5390-B545-A01E-DC53793BC40B}" srcOrd="0" destOrd="0" parTransId="{0B6828B6-0869-4642-940D-20E8FFDE190B}" sibTransId="{E70053FA-944A-3446-8C8E-C02C5940497E}"/>
    <dgm:cxn modelId="{58AF2859-D544-554B-B44A-3DC1213A5CF1}" srcId="{5FE91E4A-B81D-ED4B-99BF-18E3961BF294}" destId="{C0E5BA93-6FCB-704A-A21B-2179778BB682}" srcOrd="2" destOrd="0" parTransId="{B7ABB9F8-9F0B-B848-9517-17C1EF85B1F8}" sibTransId="{85747D7A-4414-3448-8696-B1C5D7CE52E9}"/>
    <dgm:cxn modelId="{C579937A-C27F-424D-8D17-A76C08F3BB58}" type="presOf" srcId="{C0E5BA93-6FCB-704A-A21B-2179778BB682}" destId="{FC72B036-C968-354A-9715-0C64ED6173E6}" srcOrd="1" destOrd="0" presId="urn:microsoft.com/office/officeart/2005/8/layout/process4"/>
    <dgm:cxn modelId="{1ED73F81-E899-E14D-A4DF-0532641BFD82}" type="presOf" srcId="{1AC8C8B8-5390-B545-A01E-DC53793BC40B}" destId="{0005D345-CFEF-304A-ABE5-314C70DCBA20}" srcOrd="1" destOrd="0" presId="urn:microsoft.com/office/officeart/2005/8/layout/process4"/>
    <dgm:cxn modelId="{030AAB8C-685F-C94D-8D79-6EE0399FD793}" type="presOf" srcId="{64B1F0F0-934F-214A-8317-AEF799400BD7}" destId="{FF289CED-D171-224E-89CF-E61666B09FE8}" srcOrd="0" destOrd="0" presId="urn:microsoft.com/office/officeart/2005/8/layout/process4"/>
    <dgm:cxn modelId="{7F884897-F861-6D4E-8241-65EE58E6DFFA}" type="presOf" srcId="{B6A20E9E-9646-4848-B563-0E477126FCCD}" destId="{4DF40F14-364C-F445-A99A-9CCBA640C342}" srcOrd="0" destOrd="0" presId="urn:microsoft.com/office/officeart/2005/8/layout/process4"/>
    <dgm:cxn modelId="{C2366BB4-096E-8545-BDE2-053914B60A26}" type="presOf" srcId="{C0E5BA93-6FCB-704A-A21B-2179778BB682}" destId="{7F81BA47-7CBE-6C4D-BEFE-5D3D0E1F9513}" srcOrd="0" destOrd="0" presId="urn:microsoft.com/office/officeart/2005/8/layout/process4"/>
    <dgm:cxn modelId="{C8C68FB4-10B3-8047-8009-357D10835943}" srcId="{1AC8C8B8-5390-B545-A01E-DC53793BC40B}" destId="{0576F8CF-3E75-1541-A274-D2E377C546B2}" srcOrd="0" destOrd="0" parTransId="{DAC19691-4563-1E4A-8E2C-D507249CB173}" sibTransId="{1668F4D1-76AF-9449-A135-7A725C51A1E1}"/>
    <dgm:cxn modelId="{C3BF5FB9-CE57-454A-BD52-1D8088AA4A1E}" type="presOf" srcId="{1AC8C8B8-5390-B545-A01E-DC53793BC40B}" destId="{126F7857-A26A-3947-ACBD-0446F9608350}" srcOrd="0" destOrd="0" presId="urn:microsoft.com/office/officeart/2005/8/layout/process4"/>
    <dgm:cxn modelId="{1C7660E8-6A98-8548-BFA7-340D58D39B59}" srcId="{C0E5BA93-6FCB-704A-A21B-2179778BB682}" destId="{64B1F0F0-934F-214A-8317-AEF799400BD7}" srcOrd="0" destOrd="0" parTransId="{BE7A460C-2B0A-7943-A4F7-1A80F8798A07}" sibTransId="{D91CA78A-DFFA-D74E-958D-B507E54C32E2}"/>
    <dgm:cxn modelId="{E1512DF2-A969-A545-8E62-FBCAFABDDEC4}" type="presOf" srcId="{0576F8CF-3E75-1541-A274-D2E377C546B2}" destId="{F0BA83C8-B33A-594E-A6EB-67AB38B4CCED}" srcOrd="0" destOrd="0" presId="urn:microsoft.com/office/officeart/2005/8/layout/process4"/>
    <dgm:cxn modelId="{FE3B57FD-A17E-3A48-994C-47CF08032773}" srcId="{5FE91E4A-B81D-ED4B-99BF-18E3961BF294}" destId="{5711586E-3068-6E45-BA32-B769B5C4E5DF}" srcOrd="1" destOrd="0" parTransId="{633AA88A-7695-C447-895F-28925004D677}" sibTransId="{53CF51BC-7FC5-DA40-90BB-BF8CA647A101}"/>
    <dgm:cxn modelId="{166DDEFD-E5B6-8047-882E-F43EF54031FE}" type="presOf" srcId="{5FE91E4A-B81D-ED4B-99BF-18E3961BF294}" destId="{41446A28-E4E1-2D4E-8B7B-0224B3CF1877}" srcOrd="0" destOrd="0" presId="urn:microsoft.com/office/officeart/2005/8/layout/process4"/>
    <dgm:cxn modelId="{2CF8F94B-097B-284A-88B5-7624CF9D267E}" type="presParOf" srcId="{41446A28-E4E1-2D4E-8B7B-0224B3CF1877}" destId="{45E21E02-3A0A-424B-9069-CD6FF27E0163}" srcOrd="0" destOrd="0" presId="urn:microsoft.com/office/officeart/2005/8/layout/process4"/>
    <dgm:cxn modelId="{6A954760-4B81-6249-ACF5-A0E19D160D7C}" type="presParOf" srcId="{45E21E02-3A0A-424B-9069-CD6FF27E0163}" destId="{7F81BA47-7CBE-6C4D-BEFE-5D3D0E1F9513}" srcOrd="0" destOrd="0" presId="urn:microsoft.com/office/officeart/2005/8/layout/process4"/>
    <dgm:cxn modelId="{FF42D7CD-166E-E448-AF43-96C1062E865E}" type="presParOf" srcId="{45E21E02-3A0A-424B-9069-CD6FF27E0163}" destId="{FC72B036-C968-354A-9715-0C64ED6173E6}" srcOrd="1" destOrd="0" presId="urn:microsoft.com/office/officeart/2005/8/layout/process4"/>
    <dgm:cxn modelId="{538B58DB-30A8-0441-839B-D48754BE33C7}" type="presParOf" srcId="{45E21E02-3A0A-424B-9069-CD6FF27E0163}" destId="{1F8E52DE-08BD-1247-A697-634ED0AD94E9}" srcOrd="2" destOrd="0" presId="urn:microsoft.com/office/officeart/2005/8/layout/process4"/>
    <dgm:cxn modelId="{E3C0F3CF-3ED8-9D4B-A4EE-61644C31B526}" type="presParOf" srcId="{1F8E52DE-08BD-1247-A697-634ED0AD94E9}" destId="{FF289CED-D171-224E-89CF-E61666B09FE8}" srcOrd="0" destOrd="0" presId="urn:microsoft.com/office/officeart/2005/8/layout/process4"/>
    <dgm:cxn modelId="{FD00D522-E21A-BE46-8632-CA75716A2F54}" type="presParOf" srcId="{41446A28-E4E1-2D4E-8B7B-0224B3CF1877}" destId="{4A0E303A-E395-3844-9B57-B5D8900C7752}" srcOrd="1" destOrd="0" presId="urn:microsoft.com/office/officeart/2005/8/layout/process4"/>
    <dgm:cxn modelId="{54925D19-9423-2C4C-BE11-E3B77889D82F}" type="presParOf" srcId="{41446A28-E4E1-2D4E-8B7B-0224B3CF1877}" destId="{2C04A67E-F5C2-094E-982B-396A1C1260DF}" srcOrd="2" destOrd="0" presId="urn:microsoft.com/office/officeart/2005/8/layout/process4"/>
    <dgm:cxn modelId="{451785F5-0162-8A49-92AF-A6A8503A7FFC}" type="presParOf" srcId="{2C04A67E-F5C2-094E-982B-396A1C1260DF}" destId="{79EAB4E5-35EE-1B43-BD40-DFD14962E1AE}" srcOrd="0" destOrd="0" presId="urn:microsoft.com/office/officeart/2005/8/layout/process4"/>
    <dgm:cxn modelId="{0AD73125-1D25-E04C-B318-DE60A4061035}" type="presParOf" srcId="{2C04A67E-F5C2-094E-982B-396A1C1260DF}" destId="{421EE377-59AE-1A4D-877E-66DAC460B431}" srcOrd="1" destOrd="0" presId="urn:microsoft.com/office/officeart/2005/8/layout/process4"/>
    <dgm:cxn modelId="{B5C15056-D21B-2F42-8E9D-71AEA4DE8D92}" type="presParOf" srcId="{2C04A67E-F5C2-094E-982B-396A1C1260DF}" destId="{2890C932-FE1D-D34E-AB0E-0DEA165F2C4F}" srcOrd="2" destOrd="0" presId="urn:microsoft.com/office/officeart/2005/8/layout/process4"/>
    <dgm:cxn modelId="{36C30977-344D-9D49-9B9C-A1259D6C767B}" type="presParOf" srcId="{2890C932-FE1D-D34E-AB0E-0DEA165F2C4F}" destId="{4DF40F14-364C-F445-A99A-9CCBA640C342}" srcOrd="0" destOrd="0" presId="urn:microsoft.com/office/officeart/2005/8/layout/process4"/>
    <dgm:cxn modelId="{084AC9F1-408C-744E-B143-1CEE3B5D7940}" type="presParOf" srcId="{41446A28-E4E1-2D4E-8B7B-0224B3CF1877}" destId="{90FDAAA0-7668-B449-A85C-6AD43E976527}" srcOrd="3" destOrd="0" presId="urn:microsoft.com/office/officeart/2005/8/layout/process4"/>
    <dgm:cxn modelId="{FBF5B1C8-EAC5-D049-AF24-A0B030A3292A}" type="presParOf" srcId="{41446A28-E4E1-2D4E-8B7B-0224B3CF1877}" destId="{FD7794BA-8781-B946-9981-51A82DC84E81}" srcOrd="4" destOrd="0" presId="urn:microsoft.com/office/officeart/2005/8/layout/process4"/>
    <dgm:cxn modelId="{58C16A1D-FC7A-7A4D-8F1A-77EBCE350E7C}" type="presParOf" srcId="{FD7794BA-8781-B946-9981-51A82DC84E81}" destId="{126F7857-A26A-3947-ACBD-0446F9608350}" srcOrd="0" destOrd="0" presId="urn:microsoft.com/office/officeart/2005/8/layout/process4"/>
    <dgm:cxn modelId="{F883C3B7-863A-4C4D-8838-7740231CF50C}" type="presParOf" srcId="{FD7794BA-8781-B946-9981-51A82DC84E81}" destId="{0005D345-CFEF-304A-ABE5-314C70DCBA20}" srcOrd="1" destOrd="0" presId="urn:microsoft.com/office/officeart/2005/8/layout/process4"/>
    <dgm:cxn modelId="{275D64C6-0CBE-EE49-B19A-33BA611672FC}" type="presParOf" srcId="{FD7794BA-8781-B946-9981-51A82DC84E81}" destId="{DE3D30CF-3C49-DA4D-A555-11A7A9BD9146}" srcOrd="2" destOrd="0" presId="urn:microsoft.com/office/officeart/2005/8/layout/process4"/>
    <dgm:cxn modelId="{5E485195-D648-A440-A0C7-C2D51230A8BB}" type="presParOf" srcId="{DE3D30CF-3C49-DA4D-A555-11A7A9BD9146}" destId="{F0BA83C8-B33A-594E-A6EB-67AB38B4CCED}"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BEA547-DCBA-D44E-91D4-3C68D80AC058}"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B120E30F-3025-C440-8422-317AA586822F}">
      <dgm:prSet/>
      <dgm:spPr>
        <a:ln>
          <a:solidFill>
            <a:srgbClr val="336699"/>
          </a:solidFill>
        </a:ln>
      </dgm:spPr>
      <dgm:t>
        <a:bodyPr/>
        <a:lstStyle/>
        <a:p>
          <a:r>
            <a:rPr lang="en-CA" b="1" dirty="0">
              <a:latin typeface="Aptos Display" panose="020B0004020202020204" pitchFamily="34" charset="0"/>
            </a:rPr>
            <a:t>The Security-Utility </a:t>
          </a:r>
          <a:r>
            <a:rPr lang="en-CA" b="1" dirty="0" err="1">
              <a:latin typeface="Aptos Display" panose="020B0004020202020204" pitchFamily="34" charset="0"/>
            </a:rPr>
            <a:t>Tradeoff</a:t>
          </a:r>
          <a:endParaRPr lang="en-CA" dirty="0">
            <a:latin typeface="Aptos Display" panose="020B0004020202020204" pitchFamily="34" charset="0"/>
          </a:endParaRPr>
        </a:p>
      </dgm:t>
    </dgm:pt>
    <dgm:pt modelId="{AB15DF2B-4138-044C-8D68-FE00C64DE753}" type="parTrans" cxnId="{DEA92BDE-3EF3-614A-AD39-C9B996729107}">
      <dgm:prSet/>
      <dgm:spPr/>
      <dgm:t>
        <a:bodyPr/>
        <a:lstStyle/>
        <a:p>
          <a:endParaRPr lang="en-US"/>
        </a:p>
      </dgm:t>
    </dgm:pt>
    <dgm:pt modelId="{5C7A3C5F-F3A7-814F-A699-BCA20C0ABB49}" type="sibTrans" cxnId="{DEA92BDE-3EF3-614A-AD39-C9B996729107}">
      <dgm:prSet/>
      <dgm:spPr/>
      <dgm:t>
        <a:bodyPr/>
        <a:lstStyle/>
        <a:p>
          <a:endParaRPr lang="en-US"/>
        </a:p>
      </dgm:t>
    </dgm:pt>
    <dgm:pt modelId="{276AF679-742D-A742-9662-D72891BEB6CC}">
      <dgm:prSet/>
      <dgm:spPr>
        <a:ln>
          <a:solidFill>
            <a:srgbClr val="336699"/>
          </a:solidFill>
        </a:ln>
      </dgm:spPr>
      <dgm:t>
        <a:bodyPr/>
        <a:lstStyle/>
        <a:p>
          <a:r>
            <a:rPr lang="en-CA" b="1" dirty="0">
              <a:latin typeface="Aptos Display" panose="020B0004020202020204" pitchFamily="34" charset="0"/>
            </a:rPr>
            <a:t>Adaptive and Distributed Attackers</a:t>
          </a:r>
          <a:endParaRPr lang="en-CA" dirty="0">
            <a:latin typeface="Aptos Display" panose="020B0004020202020204" pitchFamily="34" charset="0"/>
          </a:endParaRPr>
        </a:p>
      </dgm:t>
    </dgm:pt>
    <dgm:pt modelId="{5E9B0ED3-92FF-6A44-9C1E-396E840D887A}" type="parTrans" cxnId="{6DC80383-FC5F-8241-BCFC-24A8F20DFB58}">
      <dgm:prSet/>
      <dgm:spPr/>
      <dgm:t>
        <a:bodyPr/>
        <a:lstStyle/>
        <a:p>
          <a:endParaRPr lang="en-US"/>
        </a:p>
      </dgm:t>
    </dgm:pt>
    <dgm:pt modelId="{A71E263C-2F0F-1143-A67F-B1A804850EE3}" type="sibTrans" cxnId="{6DC80383-FC5F-8241-BCFC-24A8F20DFB58}">
      <dgm:prSet/>
      <dgm:spPr/>
      <dgm:t>
        <a:bodyPr/>
        <a:lstStyle/>
        <a:p>
          <a:endParaRPr lang="en-US"/>
        </a:p>
      </dgm:t>
    </dgm:pt>
    <dgm:pt modelId="{FA55F7A4-4A99-6942-BEFF-CD3CE097BC1E}">
      <dgm:prSet/>
      <dgm:spPr>
        <a:ln>
          <a:solidFill>
            <a:srgbClr val="336699"/>
          </a:solidFill>
        </a:ln>
      </dgm:spPr>
      <dgm:t>
        <a:bodyPr/>
        <a:lstStyle/>
        <a:p>
          <a:r>
            <a:rPr lang="en-CA" b="1" dirty="0">
              <a:latin typeface="Aptos Display" panose="020B0004020202020204" pitchFamily="34" charset="0"/>
            </a:rPr>
            <a:t>Watermark Scrubbing</a:t>
          </a:r>
          <a:endParaRPr lang="en-CA" dirty="0">
            <a:latin typeface="Aptos Display" panose="020B0004020202020204" pitchFamily="34" charset="0"/>
          </a:endParaRPr>
        </a:p>
      </dgm:t>
    </dgm:pt>
    <dgm:pt modelId="{7EF5A06F-5D55-414E-90C0-55E424F67EAF}" type="parTrans" cxnId="{00C6408B-73AC-BD44-A0F9-9F88D6BEB602}">
      <dgm:prSet/>
      <dgm:spPr/>
      <dgm:t>
        <a:bodyPr/>
        <a:lstStyle/>
        <a:p>
          <a:endParaRPr lang="en-US"/>
        </a:p>
      </dgm:t>
    </dgm:pt>
    <dgm:pt modelId="{03E8A246-43D6-FE46-8896-4C319E63A4CB}" type="sibTrans" cxnId="{00C6408B-73AC-BD44-A0F9-9F88D6BEB602}">
      <dgm:prSet/>
      <dgm:spPr/>
      <dgm:t>
        <a:bodyPr/>
        <a:lstStyle/>
        <a:p>
          <a:endParaRPr lang="en-US"/>
        </a:p>
      </dgm:t>
    </dgm:pt>
    <dgm:pt modelId="{68352C49-DFFB-B247-983D-BB783135D1B1}">
      <dgm:prSet/>
      <dgm:spPr>
        <a:ln>
          <a:solidFill>
            <a:srgbClr val="336699"/>
          </a:solidFill>
        </a:ln>
      </dgm:spPr>
      <dgm:t>
        <a:bodyPr/>
        <a:lstStyle/>
        <a:p>
          <a:r>
            <a:rPr lang="en-CA" b="1" dirty="0">
              <a:latin typeface="Aptos Display" panose="020B0004020202020204" pitchFamily="34" charset="0"/>
            </a:rPr>
            <a:t>Generalization of Fingerprints</a:t>
          </a:r>
          <a:endParaRPr lang="en-CA" dirty="0">
            <a:latin typeface="Aptos Display" panose="020B0004020202020204" pitchFamily="34" charset="0"/>
          </a:endParaRPr>
        </a:p>
      </dgm:t>
    </dgm:pt>
    <dgm:pt modelId="{B7CF1623-E634-A740-8D77-514DF1AD0398}" type="parTrans" cxnId="{B27CD51C-753F-7E48-AC50-46CF80FDC2DC}">
      <dgm:prSet/>
      <dgm:spPr/>
      <dgm:t>
        <a:bodyPr/>
        <a:lstStyle/>
        <a:p>
          <a:endParaRPr lang="en-US"/>
        </a:p>
      </dgm:t>
    </dgm:pt>
    <dgm:pt modelId="{011D4890-7012-4146-B0CD-703B9A406F0C}" type="sibTrans" cxnId="{B27CD51C-753F-7E48-AC50-46CF80FDC2DC}">
      <dgm:prSet/>
      <dgm:spPr/>
      <dgm:t>
        <a:bodyPr/>
        <a:lstStyle/>
        <a:p>
          <a:endParaRPr lang="en-US"/>
        </a:p>
      </dgm:t>
    </dgm:pt>
    <dgm:pt modelId="{1E6F027F-D150-CD4E-885C-35169FDBFDCC}" type="pres">
      <dgm:prSet presAssocID="{FFBEA547-DCBA-D44E-91D4-3C68D80AC058}" presName="compositeShape" presStyleCnt="0">
        <dgm:presLayoutVars>
          <dgm:dir/>
          <dgm:resizeHandles/>
        </dgm:presLayoutVars>
      </dgm:prSet>
      <dgm:spPr/>
    </dgm:pt>
    <dgm:pt modelId="{60B1A35C-F10E-1D41-9989-EE2A87CF23A1}" type="pres">
      <dgm:prSet presAssocID="{FFBEA547-DCBA-D44E-91D4-3C68D80AC058}" presName="pyramid" presStyleLbl="node1" presStyleIdx="0" presStyleCnt="1"/>
      <dgm:spPr>
        <a:solidFill>
          <a:srgbClr val="336699"/>
        </a:solidFill>
      </dgm:spPr>
    </dgm:pt>
    <dgm:pt modelId="{31EE2308-F69A-AA4E-B0F8-C03DA9938288}" type="pres">
      <dgm:prSet presAssocID="{FFBEA547-DCBA-D44E-91D4-3C68D80AC058}" presName="theList" presStyleCnt="0"/>
      <dgm:spPr/>
    </dgm:pt>
    <dgm:pt modelId="{D1A88C87-299D-854D-9824-BDF9299930D2}" type="pres">
      <dgm:prSet presAssocID="{B120E30F-3025-C440-8422-317AA586822F}" presName="aNode" presStyleLbl="fgAcc1" presStyleIdx="0" presStyleCnt="4">
        <dgm:presLayoutVars>
          <dgm:bulletEnabled val="1"/>
        </dgm:presLayoutVars>
      </dgm:prSet>
      <dgm:spPr/>
    </dgm:pt>
    <dgm:pt modelId="{00937458-5E1C-DC48-BDC5-42ACF4BC0CC1}" type="pres">
      <dgm:prSet presAssocID="{B120E30F-3025-C440-8422-317AA586822F}" presName="aSpace" presStyleCnt="0"/>
      <dgm:spPr/>
    </dgm:pt>
    <dgm:pt modelId="{A3F77654-9F45-F24A-B74D-C3D04A755DBC}" type="pres">
      <dgm:prSet presAssocID="{276AF679-742D-A742-9662-D72891BEB6CC}" presName="aNode" presStyleLbl="fgAcc1" presStyleIdx="1" presStyleCnt="4">
        <dgm:presLayoutVars>
          <dgm:bulletEnabled val="1"/>
        </dgm:presLayoutVars>
      </dgm:prSet>
      <dgm:spPr/>
    </dgm:pt>
    <dgm:pt modelId="{B37E161C-1BB6-3E44-AE76-7E2D34693914}" type="pres">
      <dgm:prSet presAssocID="{276AF679-742D-A742-9662-D72891BEB6CC}" presName="aSpace" presStyleCnt="0"/>
      <dgm:spPr/>
    </dgm:pt>
    <dgm:pt modelId="{6515FB25-91D7-3143-9253-24D1D60A1BFB}" type="pres">
      <dgm:prSet presAssocID="{FA55F7A4-4A99-6942-BEFF-CD3CE097BC1E}" presName="aNode" presStyleLbl="fgAcc1" presStyleIdx="2" presStyleCnt="4">
        <dgm:presLayoutVars>
          <dgm:bulletEnabled val="1"/>
        </dgm:presLayoutVars>
      </dgm:prSet>
      <dgm:spPr/>
    </dgm:pt>
    <dgm:pt modelId="{60E826CF-DC6A-FD44-BEC5-C88AA355129E}" type="pres">
      <dgm:prSet presAssocID="{FA55F7A4-4A99-6942-BEFF-CD3CE097BC1E}" presName="aSpace" presStyleCnt="0"/>
      <dgm:spPr/>
    </dgm:pt>
    <dgm:pt modelId="{FFC312E8-93C5-3E4A-81A5-89B0434C50B2}" type="pres">
      <dgm:prSet presAssocID="{68352C49-DFFB-B247-983D-BB783135D1B1}" presName="aNode" presStyleLbl="fgAcc1" presStyleIdx="3" presStyleCnt="4">
        <dgm:presLayoutVars>
          <dgm:bulletEnabled val="1"/>
        </dgm:presLayoutVars>
      </dgm:prSet>
      <dgm:spPr/>
    </dgm:pt>
    <dgm:pt modelId="{4FF5205F-F9EF-1F40-937A-B51BC39C036E}" type="pres">
      <dgm:prSet presAssocID="{68352C49-DFFB-B247-983D-BB783135D1B1}" presName="aSpace" presStyleCnt="0"/>
      <dgm:spPr/>
    </dgm:pt>
  </dgm:ptLst>
  <dgm:cxnLst>
    <dgm:cxn modelId="{B27CD51C-753F-7E48-AC50-46CF80FDC2DC}" srcId="{FFBEA547-DCBA-D44E-91D4-3C68D80AC058}" destId="{68352C49-DFFB-B247-983D-BB783135D1B1}" srcOrd="3" destOrd="0" parTransId="{B7CF1623-E634-A740-8D77-514DF1AD0398}" sibTransId="{011D4890-7012-4146-B0CD-703B9A406F0C}"/>
    <dgm:cxn modelId="{2CA6182E-A96F-B145-947B-E13BE4978D8B}" type="presOf" srcId="{FFBEA547-DCBA-D44E-91D4-3C68D80AC058}" destId="{1E6F027F-D150-CD4E-885C-35169FDBFDCC}" srcOrd="0" destOrd="0" presId="urn:microsoft.com/office/officeart/2005/8/layout/pyramid2"/>
    <dgm:cxn modelId="{3F5A2B51-70DF-974D-8400-BD69C72D9C25}" type="presOf" srcId="{FA55F7A4-4A99-6942-BEFF-CD3CE097BC1E}" destId="{6515FB25-91D7-3143-9253-24D1D60A1BFB}" srcOrd="0" destOrd="0" presId="urn:microsoft.com/office/officeart/2005/8/layout/pyramid2"/>
    <dgm:cxn modelId="{6DC80383-FC5F-8241-BCFC-24A8F20DFB58}" srcId="{FFBEA547-DCBA-D44E-91D4-3C68D80AC058}" destId="{276AF679-742D-A742-9662-D72891BEB6CC}" srcOrd="1" destOrd="0" parTransId="{5E9B0ED3-92FF-6A44-9C1E-396E840D887A}" sibTransId="{A71E263C-2F0F-1143-A67F-B1A804850EE3}"/>
    <dgm:cxn modelId="{1CB20A88-6F5D-D048-BD92-4982264288FD}" type="presOf" srcId="{B120E30F-3025-C440-8422-317AA586822F}" destId="{D1A88C87-299D-854D-9824-BDF9299930D2}" srcOrd="0" destOrd="0" presId="urn:microsoft.com/office/officeart/2005/8/layout/pyramid2"/>
    <dgm:cxn modelId="{00C6408B-73AC-BD44-A0F9-9F88D6BEB602}" srcId="{FFBEA547-DCBA-D44E-91D4-3C68D80AC058}" destId="{FA55F7A4-4A99-6942-BEFF-CD3CE097BC1E}" srcOrd="2" destOrd="0" parTransId="{7EF5A06F-5D55-414E-90C0-55E424F67EAF}" sibTransId="{03E8A246-43D6-FE46-8896-4C319E63A4CB}"/>
    <dgm:cxn modelId="{8FC45CBD-E486-9146-A4BD-9989C56BECD7}" type="presOf" srcId="{68352C49-DFFB-B247-983D-BB783135D1B1}" destId="{FFC312E8-93C5-3E4A-81A5-89B0434C50B2}" srcOrd="0" destOrd="0" presId="urn:microsoft.com/office/officeart/2005/8/layout/pyramid2"/>
    <dgm:cxn modelId="{DEA92BDE-3EF3-614A-AD39-C9B996729107}" srcId="{FFBEA547-DCBA-D44E-91D4-3C68D80AC058}" destId="{B120E30F-3025-C440-8422-317AA586822F}" srcOrd="0" destOrd="0" parTransId="{AB15DF2B-4138-044C-8D68-FE00C64DE753}" sibTransId="{5C7A3C5F-F3A7-814F-A699-BCA20C0ABB49}"/>
    <dgm:cxn modelId="{400B26F6-D961-EC47-A853-8255D24F4172}" type="presOf" srcId="{276AF679-742D-A742-9662-D72891BEB6CC}" destId="{A3F77654-9F45-F24A-B74D-C3D04A755DBC}" srcOrd="0" destOrd="0" presId="urn:microsoft.com/office/officeart/2005/8/layout/pyramid2"/>
    <dgm:cxn modelId="{6EE049A7-D467-EC48-B689-AAC0322412C0}" type="presParOf" srcId="{1E6F027F-D150-CD4E-885C-35169FDBFDCC}" destId="{60B1A35C-F10E-1D41-9989-EE2A87CF23A1}" srcOrd="0" destOrd="0" presId="urn:microsoft.com/office/officeart/2005/8/layout/pyramid2"/>
    <dgm:cxn modelId="{D88AB9FD-1A5F-C745-ABC7-D1FA8C317802}" type="presParOf" srcId="{1E6F027F-D150-CD4E-885C-35169FDBFDCC}" destId="{31EE2308-F69A-AA4E-B0F8-C03DA9938288}" srcOrd="1" destOrd="0" presId="urn:microsoft.com/office/officeart/2005/8/layout/pyramid2"/>
    <dgm:cxn modelId="{ADB7B571-25B6-EE46-ABFE-6D1C0C4F2413}" type="presParOf" srcId="{31EE2308-F69A-AA4E-B0F8-C03DA9938288}" destId="{D1A88C87-299D-854D-9824-BDF9299930D2}" srcOrd="0" destOrd="0" presId="urn:microsoft.com/office/officeart/2005/8/layout/pyramid2"/>
    <dgm:cxn modelId="{003ED348-9A5A-164D-B329-F60A9A623842}" type="presParOf" srcId="{31EE2308-F69A-AA4E-B0F8-C03DA9938288}" destId="{00937458-5E1C-DC48-BDC5-42ACF4BC0CC1}" srcOrd="1" destOrd="0" presId="urn:microsoft.com/office/officeart/2005/8/layout/pyramid2"/>
    <dgm:cxn modelId="{1CF48512-6330-3D49-936A-8B2605BFF774}" type="presParOf" srcId="{31EE2308-F69A-AA4E-B0F8-C03DA9938288}" destId="{A3F77654-9F45-F24A-B74D-C3D04A755DBC}" srcOrd="2" destOrd="0" presId="urn:microsoft.com/office/officeart/2005/8/layout/pyramid2"/>
    <dgm:cxn modelId="{DFEFC315-EB71-2046-98AA-40B11E7CF115}" type="presParOf" srcId="{31EE2308-F69A-AA4E-B0F8-C03DA9938288}" destId="{B37E161C-1BB6-3E44-AE76-7E2D34693914}" srcOrd="3" destOrd="0" presId="urn:microsoft.com/office/officeart/2005/8/layout/pyramid2"/>
    <dgm:cxn modelId="{ED425424-B469-5845-9642-D54A8A9FB6DE}" type="presParOf" srcId="{31EE2308-F69A-AA4E-B0F8-C03DA9938288}" destId="{6515FB25-91D7-3143-9253-24D1D60A1BFB}" srcOrd="4" destOrd="0" presId="urn:microsoft.com/office/officeart/2005/8/layout/pyramid2"/>
    <dgm:cxn modelId="{A4ADF3D0-A621-5C42-8AA2-9CBA2742A8A6}" type="presParOf" srcId="{31EE2308-F69A-AA4E-B0F8-C03DA9938288}" destId="{60E826CF-DC6A-FD44-BEC5-C88AA355129E}" srcOrd="5" destOrd="0" presId="urn:microsoft.com/office/officeart/2005/8/layout/pyramid2"/>
    <dgm:cxn modelId="{3BFC134A-46C4-F94A-B2D1-4EFDBEC68127}" type="presParOf" srcId="{31EE2308-F69A-AA4E-B0F8-C03DA9938288}" destId="{FFC312E8-93C5-3E4A-81A5-89B0434C50B2}" srcOrd="6" destOrd="0" presId="urn:microsoft.com/office/officeart/2005/8/layout/pyramid2"/>
    <dgm:cxn modelId="{5BD0F4AD-66D6-2E4C-8849-2B9D21D76D7C}" type="presParOf" srcId="{31EE2308-F69A-AA4E-B0F8-C03DA9938288}" destId="{4FF5205F-F9EF-1F40-937A-B51BC39C036E}"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46858-DE29-7A4F-BAD6-42BCB3AB2DEC}">
      <dsp:nvSpPr>
        <dsp:cNvPr id="0" name=""/>
        <dsp:cNvSpPr/>
      </dsp:nvSpPr>
      <dsp:spPr>
        <a:xfrm>
          <a:off x="0" y="0"/>
          <a:ext cx="6528816" cy="950505"/>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latin typeface="Aptos Display" panose="020B0004020202020204" pitchFamily="34" charset="0"/>
            </a:rPr>
            <a:t>Introduction</a:t>
          </a:r>
        </a:p>
      </dsp:txBody>
      <dsp:txXfrm>
        <a:off x="27839" y="27839"/>
        <a:ext cx="5503147" cy="894827"/>
      </dsp:txXfrm>
    </dsp:sp>
    <dsp:sp modelId="{E33835A0-86F9-BE4F-954F-418B1F5E68DD}">
      <dsp:nvSpPr>
        <dsp:cNvPr id="0" name=""/>
        <dsp:cNvSpPr/>
      </dsp:nvSpPr>
      <dsp:spPr>
        <a:xfrm>
          <a:off x="576071" y="1108923"/>
          <a:ext cx="6528816" cy="950505"/>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latin typeface="Aptos Display" panose="020B0004020202020204" pitchFamily="34" charset="0"/>
            </a:rPr>
            <a:t>The Defense Taxonomy </a:t>
          </a:r>
        </a:p>
      </dsp:txBody>
      <dsp:txXfrm>
        <a:off x="603910" y="1136762"/>
        <a:ext cx="5279237" cy="894827"/>
      </dsp:txXfrm>
    </dsp:sp>
    <dsp:sp modelId="{4028E9DC-1A1F-0242-8FD7-8994A1299B3E}">
      <dsp:nvSpPr>
        <dsp:cNvPr id="0" name=""/>
        <dsp:cNvSpPr/>
      </dsp:nvSpPr>
      <dsp:spPr>
        <a:xfrm>
          <a:off x="1152143" y="2217846"/>
          <a:ext cx="6528816" cy="950505"/>
        </a:xfrm>
        <a:prstGeom prst="roundRect">
          <a:avLst>
            <a:gd name="adj" fmla="val 10000"/>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CA" sz="1600" kern="1200" dirty="0">
              <a:latin typeface="Aptos Display" panose="020B0004020202020204" pitchFamily="34" charset="0"/>
            </a:rPr>
            <a:t>Deep Dive of Each Defenses</a:t>
          </a:r>
        </a:p>
      </dsp:txBody>
      <dsp:txXfrm>
        <a:off x="1179982" y="2245685"/>
        <a:ext cx="5279237" cy="894827"/>
      </dsp:txXfrm>
    </dsp:sp>
    <dsp:sp modelId="{BE5719E4-2218-7349-B8DB-38478DC48B5D}">
      <dsp:nvSpPr>
        <dsp:cNvPr id="0" name=""/>
        <dsp:cNvSpPr/>
      </dsp:nvSpPr>
      <dsp:spPr>
        <a:xfrm>
          <a:off x="5910987" y="720800"/>
          <a:ext cx="617828" cy="617828"/>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ptos Display" panose="020B0004020202020204" pitchFamily="34" charset="0"/>
          </a:endParaRPr>
        </a:p>
      </dsp:txBody>
      <dsp:txXfrm>
        <a:off x="6049998" y="720800"/>
        <a:ext cx="339806" cy="464916"/>
      </dsp:txXfrm>
    </dsp:sp>
    <dsp:sp modelId="{9BF24B56-5173-0749-8558-EC94677FAD8F}">
      <dsp:nvSpPr>
        <dsp:cNvPr id="0" name=""/>
        <dsp:cNvSpPr/>
      </dsp:nvSpPr>
      <dsp:spPr>
        <a:xfrm>
          <a:off x="6487059" y="1823386"/>
          <a:ext cx="617828" cy="617828"/>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ptos Display" panose="020B0004020202020204" pitchFamily="34" charset="0"/>
          </a:endParaRPr>
        </a:p>
      </dsp:txBody>
      <dsp:txXfrm>
        <a:off x="6626070" y="1823386"/>
        <a:ext cx="339806" cy="4649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24AAD6-1219-F244-866D-115D11980AE9}">
      <dsp:nvSpPr>
        <dsp:cNvPr id="0" name=""/>
        <dsp:cNvSpPr/>
      </dsp:nvSpPr>
      <dsp:spPr>
        <a:xfrm>
          <a:off x="6675273" y="1672156"/>
          <a:ext cx="202676" cy="2540205"/>
        </a:xfrm>
        <a:custGeom>
          <a:avLst/>
          <a:gdLst/>
          <a:ahLst/>
          <a:cxnLst/>
          <a:rect l="0" t="0" r="0" b="0"/>
          <a:pathLst>
            <a:path>
              <a:moveTo>
                <a:pt x="0" y="0"/>
              </a:moveTo>
              <a:lnTo>
                <a:pt x="0" y="2540205"/>
              </a:lnTo>
              <a:lnTo>
                <a:pt x="202676" y="254020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63D7D7-0DB0-6044-89CA-CBB10F96C482}">
      <dsp:nvSpPr>
        <dsp:cNvPr id="0" name=""/>
        <dsp:cNvSpPr/>
      </dsp:nvSpPr>
      <dsp:spPr>
        <a:xfrm>
          <a:off x="6675273" y="1672156"/>
          <a:ext cx="202676" cy="1580872"/>
        </a:xfrm>
        <a:custGeom>
          <a:avLst/>
          <a:gdLst/>
          <a:ahLst/>
          <a:cxnLst/>
          <a:rect l="0" t="0" r="0" b="0"/>
          <a:pathLst>
            <a:path>
              <a:moveTo>
                <a:pt x="0" y="0"/>
              </a:moveTo>
              <a:lnTo>
                <a:pt x="0" y="1580872"/>
              </a:lnTo>
              <a:lnTo>
                <a:pt x="202676" y="1580872"/>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8A4B7D-21FD-2A4F-ACD7-99F7F201B58B}">
      <dsp:nvSpPr>
        <dsp:cNvPr id="0" name=""/>
        <dsp:cNvSpPr/>
      </dsp:nvSpPr>
      <dsp:spPr>
        <a:xfrm>
          <a:off x="6675273" y="1672156"/>
          <a:ext cx="202676" cy="621539"/>
        </a:xfrm>
        <a:custGeom>
          <a:avLst/>
          <a:gdLst/>
          <a:ahLst/>
          <a:cxnLst/>
          <a:rect l="0" t="0" r="0" b="0"/>
          <a:pathLst>
            <a:path>
              <a:moveTo>
                <a:pt x="0" y="0"/>
              </a:moveTo>
              <a:lnTo>
                <a:pt x="0" y="621539"/>
              </a:lnTo>
              <a:lnTo>
                <a:pt x="202676" y="621539"/>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B6E410-8294-D242-ABFB-21B4D537A6EA}">
      <dsp:nvSpPr>
        <dsp:cNvPr id="0" name=""/>
        <dsp:cNvSpPr/>
      </dsp:nvSpPr>
      <dsp:spPr>
        <a:xfrm>
          <a:off x="3945903" y="712823"/>
          <a:ext cx="3269839" cy="283746"/>
        </a:xfrm>
        <a:custGeom>
          <a:avLst/>
          <a:gdLst/>
          <a:ahLst/>
          <a:cxnLst/>
          <a:rect l="0" t="0" r="0" b="0"/>
          <a:pathLst>
            <a:path>
              <a:moveTo>
                <a:pt x="0" y="0"/>
              </a:moveTo>
              <a:lnTo>
                <a:pt x="0" y="141873"/>
              </a:lnTo>
              <a:lnTo>
                <a:pt x="3269839" y="141873"/>
              </a:lnTo>
              <a:lnTo>
                <a:pt x="3269839" y="28374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043C62-EBA9-244E-B473-4AE7A7E471C9}">
      <dsp:nvSpPr>
        <dsp:cNvPr id="0" name=""/>
        <dsp:cNvSpPr/>
      </dsp:nvSpPr>
      <dsp:spPr>
        <a:xfrm>
          <a:off x="3945903" y="712823"/>
          <a:ext cx="1634919" cy="283746"/>
        </a:xfrm>
        <a:custGeom>
          <a:avLst/>
          <a:gdLst/>
          <a:ahLst/>
          <a:cxnLst/>
          <a:rect l="0" t="0" r="0" b="0"/>
          <a:pathLst>
            <a:path>
              <a:moveTo>
                <a:pt x="0" y="0"/>
              </a:moveTo>
              <a:lnTo>
                <a:pt x="0" y="141873"/>
              </a:lnTo>
              <a:lnTo>
                <a:pt x="1634919" y="141873"/>
              </a:lnTo>
              <a:lnTo>
                <a:pt x="1634919" y="28374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787EE4-0F66-9E4F-A552-0578BF616C4F}">
      <dsp:nvSpPr>
        <dsp:cNvPr id="0" name=""/>
        <dsp:cNvSpPr/>
      </dsp:nvSpPr>
      <dsp:spPr>
        <a:xfrm>
          <a:off x="3405433" y="1672156"/>
          <a:ext cx="202676" cy="3499538"/>
        </a:xfrm>
        <a:custGeom>
          <a:avLst/>
          <a:gdLst/>
          <a:ahLst/>
          <a:cxnLst/>
          <a:rect l="0" t="0" r="0" b="0"/>
          <a:pathLst>
            <a:path>
              <a:moveTo>
                <a:pt x="0" y="0"/>
              </a:moveTo>
              <a:lnTo>
                <a:pt x="0" y="3499538"/>
              </a:lnTo>
              <a:lnTo>
                <a:pt x="202676" y="3499538"/>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D6331B-0138-1E48-83C7-69D284F6B304}">
      <dsp:nvSpPr>
        <dsp:cNvPr id="0" name=""/>
        <dsp:cNvSpPr/>
      </dsp:nvSpPr>
      <dsp:spPr>
        <a:xfrm>
          <a:off x="3405433" y="1672156"/>
          <a:ext cx="202676" cy="2540205"/>
        </a:xfrm>
        <a:custGeom>
          <a:avLst/>
          <a:gdLst/>
          <a:ahLst/>
          <a:cxnLst/>
          <a:rect l="0" t="0" r="0" b="0"/>
          <a:pathLst>
            <a:path>
              <a:moveTo>
                <a:pt x="0" y="0"/>
              </a:moveTo>
              <a:lnTo>
                <a:pt x="0" y="2540205"/>
              </a:lnTo>
              <a:lnTo>
                <a:pt x="202676" y="254020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07E719-76B1-3A4C-85E9-2FF1D371CCFB}">
      <dsp:nvSpPr>
        <dsp:cNvPr id="0" name=""/>
        <dsp:cNvSpPr/>
      </dsp:nvSpPr>
      <dsp:spPr>
        <a:xfrm>
          <a:off x="3405433" y="1672156"/>
          <a:ext cx="202676" cy="1580872"/>
        </a:xfrm>
        <a:custGeom>
          <a:avLst/>
          <a:gdLst/>
          <a:ahLst/>
          <a:cxnLst/>
          <a:rect l="0" t="0" r="0" b="0"/>
          <a:pathLst>
            <a:path>
              <a:moveTo>
                <a:pt x="0" y="0"/>
              </a:moveTo>
              <a:lnTo>
                <a:pt x="0" y="1580872"/>
              </a:lnTo>
              <a:lnTo>
                <a:pt x="202676" y="1580872"/>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7E0CE9-4792-B945-8BAE-4D0B19AA2315}">
      <dsp:nvSpPr>
        <dsp:cNvPr id="0" name=""/>
        <dsp:cNvSpPr/>
      </dsp:nvSpPr>
      <dsp:spPr>
        <a:xfrm>
          <a:off x="3405433" y="1672156"/>
          <a:ext cx="202676" cy="621539"/>
        </a:xfrm>
        <a:custGeom>
          <a:avLst/>
          <a:gdLst/>
          <a:ahLst/>
          <a:cxnLst/>
          <a:rect l="0" t="0" r="0" b="0"/>
          <a:pathLst>
            <a:path>
              <a:moveTo>
                <a:pt x="0" y="0"/>
              </a:moveTo>
              <a:lnTo>
                <a:pt x="0" y="621539"/>
              </a:lnTo>
              <a:lnTo>
                <a:pt x="202676" y="621539"/>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A794A4-3072-714D-8251-DBE9884754A8}">
      <dsp:nvSpPr>
        <dsp:cNvPr id="0" name=""/>
        <dsp:cNvSpPr/>
      </dsp:nvSpPr>
      <dsp:spPr>
        <a:xfrm>
          <a:off x="3900183" y="712823"/>
          <a:ext cx="91440" cy="283746"/>
        </a:xfrm>
        <a:custGeom>
          <a:avLst/>
          <a:gdLst/>
          <a:ahLst/>
          <a:cxnLst/>
          <a:rect l="0" t="0" r="0" b="0"/>
          <a:pathLst>
            <a:path>
              <a:moveTo>
                <a:pt x="45720" y="0"/>
              </a:moveTo>
              <a:lnTo>
                <a:pt x="45720" y="28374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70DAF4-7DF6-F340-8830-E7675813FFF0}">
      <dsp:nvSpPr>
        <dsp:cNvPr id="0" name=""/>
        <dsp:cNvSpPr/>
      </dsp:nvSpPr>
      <dsp:spPr>
        <a:xfrm>
          <a:off x="1770514" y="1672156"/>
          <a:ext cx="202676" cy="1580872"/>
        </a:xfrm>
        <a:custGeom>
          <a:avLst/>
          <a:gdLst/>
          <a:ahLst/>
          <a:cxnLst/>
          <a:rect l="0" t="0" r="0" b="0"/>
          <a:pathLst>
            <a:path>
              <a:moveTo>
                <a:pt x="0" y="0"/>
              </a:moveTo>
              <a:lnTo>
                <a:pt x="0" y="1580872"/>
              </a:lnTo>
              <a:lnTo>
                <a:pt x="202676" y="1580872"/>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EB23AB-8947-D44A-ABB3-D6F334EA6242}">
      <dsp:nvSpPr>
        <dsp:cNvPr id="0" name=""/>
        <dsp:cNvSpPr/>
      </dsp:nvSpPr>
      <dsp:spPr>
        <a:xfrm>
          <a:off x="1770514" y="1672156"/>
          <a:ext cx="202676" cy="621539"/>
        </a:xfrm>
        <a:custGeom>
          <a:avLst/>
          <a:gdLst/>
          <a:ahLst/>
          <a:cxnLst/>
          <a:rect l="0" t="0" r="0" b="0"/>
          <a:pathLst>
            <a:path>
              <a:moveTo>
                <a:pt x="0" y="0"/>
              </a:moveTo>
              <a:lnTo>
                <a:pt x="0" y="621539"/>
              </a:lnTo>
              <a:lnTo>
                <a:pt x="202676" y="621539"/>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AD2E3-4439-D945-AD5A-E4FB7CD26E49}">
      <dsp:nvSpPr>
        <dsp:cNvPr id="0" name=""/>
        <dsp:cNvSpPr/>
      </dsp:nvSpPr>
      <dsp:spPr>
        <a:xfrm>
          <a:off x="2310983" y="712823"/>
          <a:ext cx="1634919" cy="283746"/>
        </a:xfrm>
        <a:custGeom>
          <a:avLst/>
          <a:gdLst/>
          <a:ahLst/>
          <a:cxnLst/>
          <a:rect l="0" t="0" r="0" b="0"/>
          <a:pathLst>
            <a:path>
              <a:moveTo>
                <a:pt x="1634919" y="0"/>
              </a:moveTo>
              <a:lnTo>
                <a:pt x="1634919" y="141873"/>
              </a:lnTo>
              <a:lnTo>
                <a:pt x="0" y="141873"/>
              </a:lnTo>
              <a:lnTo>
                <a:pt x="0" y="28374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D5968A-3595-9C4D-8F12-8F0854B3054C}">
      <dsp:nvSpPr>
        <dsp:cNvPr id="0" name=""/>
        <dsp:cNvSpPr/>
      </dsp:nvSpPr>
      <dsp:spPr>
        <a:xfrm>
          <a:off x="135594" y="1672156"/>
          <a:ext cx="202676" cy="621539"/>
        </a:xfrm>
        <a:custGeom>
          <a:avLst/>
          <a:gdLst/>
          <a:ahLst/>
          <a:cxnLst/>
          <a:rect l="0" t="0" r="0" b="0"/>
          <a:pathLst>
            <a:path>
              <a:moveTo>
                <a:pt x="0" y="0"/>
              </a:moveTo>
              <a:lnTo>
                <a:pt x="0" y="621539"/>
              </a:lnTo>
              <a:lnTo>
                <a:pt x="202676" y="621539"/>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D1A53A-770E-0141-B30C-C7D072B900D0}">
      <dsp:nvSpPr>
        <dsp:cNvPr id="0" name=""/>
        <dsp:cNvSpPr/>
      </dsp:nvSpPr>
      <dsp:spPr>
        <a:xfrm>
          <a:off x="676063" y="712823"/>
          <a:ext cx="3269839" cy="283746"/>
        </a:xfrm>
        <a:custGeom>
          <a:avLst/>
          <a:gdLst/>
          <a:ahLst/>
          <a:cxnLst/>
          <a:rect l="0" t="0" r="0" b="0"/>
          <a:pathLst>
            <a:path>
              <a:moveTo>
                <a:pt x="3269839" y="0"/>
              </a:moveTo>
              <a:lnTo>
                <a:pt x="3269839" y="141873"/>
              </a:lnTo>
              <a:lnTo>
                <a:pt x="0" y="141873"/>
              </a:lnTo>
              <a:lnTo>
                <a:pt x="0" y="28374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5B7880-4D9C-2D4A-A58B-BD111366587C}">
      <dsp:nvSpPr>
        <dsp:cNvPr id="0" name=""/>
        <dsp:cNvSpPr/>
      </dsp:nvSpPr>
      <dsp:spPr>
        <a:xfrm>
          <a:off x="3270316" y="37236"/>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Defenses</a:t>
          </a:r>
          <a:endParaRPr lang="en-CA" sz="1600" kern="1200"/>
        </a:p>
      </dsp:txBody>
      <dsp:txXfrm>
        <a:off x="3270316" y="37236"/>
        <a:ext cx="1351173" cy="675586"/>
      </dsp:txXfrm>
    </dsp:sp>
    <dsp:sp modelId="{18738E56-13BA-4943-B605-AEE93521C647}">
      <dsp:nvSpPr>
        <dsp:cNvPr id="0" name=""/>
        <dsp:cNvSpPr/>
      </dsp:nvSpPr>
      <dsp:spPr>
        <a:xfrm>
          <a:off x="477" y="996569"/>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Attack detection</a:t>
          </a:r>
          <a:endParaRPr lang="en-CA" sz="1600" kern="1200"/>
        </a:p>
      </dsp:txBody>
      <dsp:txXfrm>
        <a:off x="477" y="996569"/>
        <a:ext cx="1351173" cy="675586"/>
      </dsp:txXfrm>
    </dsp:sp>
    <dsp:sp modelId="{87358305-1A8D-E04C-9E8B-CA09B84388FE}">
      <dsp:nvSpPr>
        <dsp:cNvPr id="0" name=""/>
        <dsp:cNvSpPr/>
      </dsp:nvSpPr>
      <dsp:spPr>
        <a:xfrm>
          <a:off x="338270" y="1955902"/>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Monitoring-based Methods</a:t>
          </a:r>
          <a:endParaRPr lang="en-CA" sz="1600" kern="1200"/>
        </a:p>
      </dsp:txBody>
      <dsp:txXfrm>
        <a:off x="338270" y="1955902"/>
        <a:ext cx="1351173" cy="675586"/>
      </dsp:txXfrm>
    </dsp:sp>
    <dsp:sp modelId="{00311B1C-7A00-E944-97C7-C16ABE4EDB2D}">
      <dsp:nvSpPr>
        <dsp:cNvPr id="0" name=""/>
        <dsp:cNvSpPr/>
      </dsp:nvSpPr>
      <dsp:spPr>
        <a:xfrm>
          <a:off x="1635396" y="996569"/>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Ownership Verification</a:t>
          </a:r>
          <a:endParaRPr lang="en-CA" sz="1600" kern="1200"/>
        </a:p>
      </dsp:txBody>
      <dsp:txXfrm>
        <a:off x="1635396" y="996569"/>
        <a:ext cx="1351173" cy="675586"/>
      </dsp:txXfrm>
    </dsp:sp>
    <dsp:sp modelId="{620B692D-FDDB-5B4B-8D98-C860AA0C795C}">
      <dsp:nvSpPr>
        <dsp:cNvPr id="0" name=""/>
        <dsp:cNvSpPr/>
      </dsp:nvSpPr>
      <dsp:spPr>
        <a:xfrm>
          <a:off x="1973190" y="1955902"/>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Watermarking Techniques</a:t>
          </a:r>
          <a:endParaRPr lang="en-CA" sz="1600" kern="1200"/>
        </a:p>
      </dsp:txBody>
      <dsp:txXfrm>
        <a:off x="1973190" y="1955902"/>
        <a:ext cx="1351173" cy="675586"/>
      </dsp:txXfrm>
    </dsp:sp>
    <dsp:sp modelId="{4FAFB917-FFB3-6946-B2C9-26E7D6207D8C}">
      <dsp:nvSpPr>
        <dsp:cNvPr id="0" name=""/>
        <dsp:cNvSpPr/>
      </dsp:nvSpPr>
      <dsp:spPr>
        <a:xfrm>
          <a:off x="1973190" y="2915235"/>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Fingerprinting Methods</a:t>
          </a:r>
          <a:endParaRPr lang="en-CA" sz="1600" kern="1200"/>
        </a:p>
      </dsp:txBody>
      <dsp:txXfrm>
        <a:off x="1973190" y="2915235"/>
        <a:ext cx="1351173" cy="675586"/>
      </dsp:txXfrm>
    </dsp:sp>
    <dsp:sp modelId="{E45C3C9F-B140-464E-83A8-E8B0B564EB1D}">
      <dsp:nvSpPr>
        <dsp:cNvPr id="0" name=""/>
        <dsp:cNvSpPr/>
      </dsp:nvSpPr>
      <dsp:spPr>
        <a:xfrm>
          <a:off x="3270316" y="996569"/>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Attack Prevention</a:t>
          </a:r>
          <a:endParaRPr lang="en-CA" sz="1600" kern="1200"/>
        </a:p>
      </dsp:txBody>
      <dsp:txXfrm>
        <a:off x="3270316" y="996569"/>
        <a:ext cx="1351173" cy="675586"/>
      </dsp:txXfrm>
    </dsp:sp>
    <dsp:sp modelId="{3F31CB8C-1CE7-3B4C-AC29-FAE953537EB0}">
      <dsp:nvSpPr>
        <dsp:cNvPr id="0" name=""/>
        <dsp:cNvSpPr/>
      </dsp:nvSpPr>
      <dsp:spPr>
        <a:xfrm>
          <a:off x="3608109" y="1955902"/>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Data Perturbation</a:t>
          </a:r>
          <a:endParaRPr lang="en-CA" sz="1600" kern="1200"/>
        </a:p>
      </dsp:txBody>
      <dsp:txXfrm>
        <a:off x="3608109" y="1955902"/>
        <a:ext cx="1351173" cy="675586"/>
      </dsp:txXfrm>
    </dsp:sp>
    <dsp:sp modelId="{778209D0-D024-F04D-94D2-6F68F80F7E90}">
      <dsp:nvSpPr>
        <dsp:cNvPr id="0" name=""/>
        <dsp:cNvSpPr/>
      </dsp:nvSpPr>
      <dsp:spPr>
        <a:xfrm>
          <a:off x="3608109" y="2915235"/>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Model Modification</a:t>
          </a:r>
          <a:endParaRPr lang="en-CA" sz="1600" kern="1200"/>
        </a:p>
      </dsp:txBody>
      <dsp:txXfrm>
        <a:off x="3608109" y="2915235"/>
        <a:ext cx="1351173" cy="675586"/>
      </dsp:txXfrm>
    </dsp:sp>
    <dsp:sp modelId="{D244F80F-ABCA-044B-9898-BC2DCF8D6D90}">
      <dsp:nvSpPr>
        <dsp:cNvPr id="0" name=""/>
        <dsp:cNvSpPr/>
      </dsp:nvSpPr>
      <dsp:spPr>
        <a:xfrm>
          <a:off x="3608109" y="3874568"/>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Access Control</a:t>
          </a:r>
          <a:endParaRPr lang="en-CA" sz="1600" kern="1200"/>
        </a:p>
      </dsp:txBody>
      <dsp:txXfrm>
        <a:off x="3608109" y="3874568"/>
        <a:ext cx="1351173" cy="675586"/>
      </dsp:txXfrm>
    </dsp:sp>
    <dsp:sp modelId="{9FBCD17E-127C-3B49-9158-B5A78E9AF584}">
      <dsp:nvSpPr>
        <dsp:cNvPr id="0" name=""/>
        <dsp:cNvSpPr/>
      </dsp:nvSpPr>
      <dsp:spPr>
        <a:xfrm>
          <a:off x="3608109" y="4833901"/>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Adversarial Training</a:t>
          </a:r>
          <a:endParaRPr lang="en-CA" sz="1600" kern="1200"/>
        </a:p>
      </dsp:txBody>
      <dsp:txXfrm>
        <a:off x="3608109" y="4833901"/>
        <a:ext cx="1351173" cy="675586"/>
      </dsp:txXfrm>
    </dsp:sp>
    <dsp:sp modelId="{9E3F74D8-58DD-334B-9D9E-BB8D8E9C2D81}">
      <dsp:nvSpPr>
        <dsp:cNvPr id="0" name=""/>
        <dsp:cNvSpPr/>
      </dsp:nvSpPr>
      <dsp:spPr>
        <a:xfrm>
          <a:off x="4905236" y="996569"/>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Integrated Defenses</a:t>
          </a:r>
          <a:endParaRPr lang="en-CA" sz="1600" kern="1200"/>
        </a:p>
      </dsp:txBody>
      <dsp:txXfrm>
        <a:off x="4905236" y="996569"/>
        <a:ext cx="1351173" cy="675586"/>
      </dsp:txXfrm>
    </dsp:sp>
    <dsp:sp modelId="{D0C46D8A-EED5-3F4D-9E4F-D210F5F8973A}">
      <dsp:nvSpPr>
        <dsp:cNvPr id="0" name=""/>
        <dsp:cNvSpPr/>
      </dsp:nvSpPr>
      <dsp:spPr>
        <a:xfrm>
          <a:off x="6540156" y="996569"/>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Defense on other Modalities</a:t>
          </a:r>
          <a:endParaRPr lang="en-CA" sz="1600" kern="1200"/>
        </a:p>
      </dsp:txBody>
      <dsp:txXfrm>
        <a:off x="6540156" y="996569"/>
        <a:ext cx="1351173" cy="675586"/>
      </dsp:txXfrm>
    </dsp:sp>
    <dsp:sp modelId="{195D2867-962B-D449-B4B4-132A88CAE946}">
      <dsp:nvSpPr>
        <dsp:cNvPr id="0" name=""/>
        <dsp:cNvSpPr/>
      </dsp:nvSpPr>
      <dsp:spPr>
        <a:xfrm>
          <a:off x="6877949" y="1955902"/>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Vision Models</a:t>
          </a:r>
          <a:endParaRPr lang="en-CA" sz="1600" kern="1200"/>
        </a:p>
      </dsp:txBody>
      <dsp:txXfrm>
        <a:off x="6877949" y="1955902"/>
        <a:ext cx="1351173" cy="675586"/>
      </dsp:txXfrm>
    </dsp:sp>
    <dsp:sp modelId="{E87D0B35-BF70-2845-B948-C0780CCC40DD}">
      <dsp:nvSpPr>
        <dsp:cNvPr id="0" name=""/>
        <dsp:cNvSpPr/>
      </dsp:nvSpPr>
      <dsp:spPr>
        <a:xfrm>
          <a:off x="6877949" y="2915235"/>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Text Models</a:t>
          </a:r>
          <a:endParaRPr lang="en-CA" sz="1600" kern="1200"/>
        </a:p>
      </dsp:txBody>
      <dsp:txXfrm>
        <a:off x="6877949" y="2915235"/>
        <a:ext cx="1351173" cy="675586"/>
      </dsp:txXfrm>
    </dsp:sp>
    <dsp:sp modelId="{4BED981A-4CC1-F34C-B237-7B15416FF3FA}">
      <dsp:nvSpPr>
        <dsp:cNvPr id="0" name=""/>
        <dsp:cNvSpPr/>
      </dsp:nvSpPr>
      <dsp:spPr>
        <a:xfrm>
          <a:off x="6877949" y="3874568"/>
          <a:ext cx="1351173" cy="675586"/>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Graph Models</a:t>
          </a:r>
          <a:endParaRPr lang="en-CA" sz="1600" kern="1200"/>
        </a:p>
      </dsp:txBody>
      <dsp:txXfrm>
        <a:off x="6877949" y="3874568"/>
        <a:ext cx="1351173" cy="6755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2B036-C968-354A-9715-0C64ED6173E6}">
      <dsp:nvSpPr>
        <dsp:cNvPr id="0" name=""/>
        <dsp:cNvSpPr/>
      </dsp:nvSpPr>
      <dsp:spPr>
        <a:xfrm>
          <a:off x="0" y="1922941"/>
          <a:ext cx="7704856" cy="631152"/>
        </a:xfrm>
        <a:prstGeom prst="rec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14:m xmlns:a14="http://schemas.microsoft.com/office/drawing/2010/main">
            <m:oMath xmlns:m="http://schemas.openxmlformats.org/officeDocument/2006/math">
              <m:box>
                <m:boxPr>
                  <m:ctrlPr>
                    <a:rPr lang="en-CA" sz="1200" b="1" i="1" kern="1200" smtClean="0">
                      <a:latin typeface="Cambria Math" panose="02040503050406030204" pitchFamily="18" charset="0"/>
                    </a:rPr>
                  </m:ctrlPr>
                </m:boxPr>
                <m:e>
                  <m:r>
                    <a:rPr lang="en-CA" sz="1200" b="1" kern="1200">
                      <a:latin typeface="Cambria Math" panose="02040503050406030204" pitchFamily="18" charset="0"/>
                    </a:rPr>
                    <m:t>𝐆𝐫𝐚𝐩𝐡</m:t>
                  </m:r>
                  <m:r>
                    <a:rPr lang="en-CA" sz="1200" b="0" i="0" kern="1200">
                      <a:latin typeface="Cambria Math" panose="02040503050406030204" pitchFamily="18" charset="0"/>
                    </a:rPr>
                    <m:t> </m:t>
                  </m:r>
                  <m:r>
                    <a:rPr lang="en-CA" sz="1200" b="1" i="0" kern="1200">
                      <a:latin typeface="Cambria Math" panose="02040503050406030204" pitchFamily="18" charset="0"/>
                    </a:rPr>
                    <m:t>𝐌𝐨𝐝𝐞𝐥𝐬</m:t>
                  </m:r>
                </m:e>
              </m:box>
            </m:oMath>
          </a14:m>
          <a:r>
            <a:rPr lang="en-US" sz="1200" kern="1200"/>
            <a:t> </a:t>
          </a:r>
          <a:endParaRPr lang="en-CA" sz="1200" kern="1200"/>
        </a:p>
      </dsp:txBody>
      <dsp:txXfrm>
        <a:off x="0" y="1922941"/>
        <a:ext cx="7704856" cy="340822"/>
      </dsp:txXfrm>
    </dsp:sp>
    <dsp:sp modelId="{FF289CED-D171-224E-89CF-E61666B09FE8}">
      <dsp:nvSpPr>
        <dsp:cNvPr id="0" name=""/>
        <dsp:cNvSpPr/>
      </dsp:nvSpPr>
      <dsp:spPr>
        <a:xfrm>
          <a:off x="0" y="2251140"/>
          <a:ext cx="7704856" cy="290330"/>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Protecting topological structures by perturbing connections.</a:t>
          </a:r>
          <a:endParaRPr lang="en-CA" sz="1300" kern="1200"/>
        </a:p>
      </dsp:txBody>
      <dsp:txXfrm>
        <a:off x="0" y="2251140"/>
        <a:ext cx="7704856" cy="290330"/>
      </dsp:txXfrm>
    </dsp:sp>
    <dsp:sp modelId="{421EE377-59AE-1A4D-877E-66DAC460B431}">
      <dsp:nvSpPr>
        <dsp:cNvPr id="0" name=""/>
        <dsp:cNvSpPr/>
      </dsp:nvSpPr>
      <dsp:spPr>
        <a:xfrm rot="10800000">
          <a:off x="0" y="961696"/>
          <a:ext cx="7704856" cy="970712"/>
        </a:xfrm>
        <a:prstGeom prst="upArrowCallou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14:m xmlns:a14="http://schemas.microsoft.com/office/drawing/2010/main">
            <m:oMath xmlns:m="http://schemas.openxmlformats.org/officeDocument/2006/math">
              <m:box>
                <m:boxPr>
                  <m:ctrlPr>
                    <a:rPr lang="en-CA" sz="1200" b="1" i="1" kern="1200" smtClean="0">
                      <a:latin typeface="Cambria Math" panose="02040503050406030204" pitchFamily="18" charset="0"/>
                    </a:rPr>
                  </m:ctrlPr>
                </m:boxPr>
                <m:e>
                  <m:r>
                    <a:rPr lang="en-CA" sz="1200" b="1" kern="1200">
                      <a:latin typeface="Cambria Math" panose="02040503050406030204" pitchFamily="18" charset="0"/>
                    </a:rPr>
                    <m:t>𝐕𝐢𝐬𝐢𝐨𝐧</m:t>
                  </m:r>
                  <m:r>
                    <a:rPr lang="en-CA" sz="1200" b="0" i="0" kern="1200">
                      <a:latin typeface="Cambria Math" panose="02040503050406030204" pitchFamily="18" charset="0"/>
                    </a:rPr>
                    <m:t> </m:t>
                  </m:r>
                  <m:r>
                    <a:rPr lang="en-CA" sz="1200" b="1" i="0" kern="1200">
                      <a:latin typeface="Cambria Math" panose="02040503050406030204" pitchFamily="18" charset="0"/>
                    </a:rPr>
                    <m:t>𝐌𝐨𝐝𝐞𝐥𝐬</m:t>
                  </m:r>
                </m:e>
              </m:box>
            </m:oMath>
          </a14:m>
          <a:r>
            <a:rPr lang="en-US" sz="1200" kern="1200"/>
            <a:t> </a:t>
          </a:r>
          <a:endParaRPr lang="en-CA" sz="1200" kern="1200"/>
        </a:p>
      </dsp:txBody>
      <dsp:txXfrm rot="-10800000">
        <a:off x="0" y="961696"/>
        <a:ext cx="7704856" cy="340719"/>
      </dsp:txXfrm>
    </dsp:sp>
    <dsp:sp modelId="{4DF40F14-364C-F445-A99A-9CCBA640C342}">
      <dsp:nvSpPr>
        <dsp:cNvPr id="0" name=""/>
        <dsp:cNvSpPr/>
      </dsp:nvSpPr>
      <dsp:spPr>
        <a:xfrm>
          <a:off x="0" y="1302416"/>
          <a:ext cx="7704856" cy="290242"/>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Protecting image grids by limiting predictions to the most likely classes.</a:t>
          </a:r>
          <a:endParaRPr lang="en-CA" sz="1300" kern="1200"/>
        </a:p>
      </dsp:txBody>
      <dsp:txXfrm>
        <a:off x="0" y="1302416"/>
        <a:ext cx="7704856" cy="290242"/>
      </dsp:txXfrm>
    </dsp:sp>
    <dsp:sp modelId="{0005D345-CFEF-304A-ABE5-314C70DCBA20}">
      <dsp:nvSpPr>
        <dsp:cNvPr id="0" name=""/>
        <dsp:cNvSpPr/>
      </dsp:nvSpPr>
      <dsp:spPr>
        <a:xfrm rot="10800000">
          <a:off x="0" y="451"/>
          <a:ext cx="7704856" cy="970712"/>
        </a:xfrm>
        <a:prstGeom prst="upArrowCallout">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14:m xmlns:a14="http://schemas.microsoft.com/office/drawing/2010/main">
            <m:oMath xmlns:m="http://schemas.openxmlformats.org/officeDocument/2006/math">
              <m:box>
                <m:boxPr>
                  <m:ctrlPr>
                    <a:rPr lang="en-CA" sz="1200" b="1" i="1" kern="1200" smtClean="0">
                      <a:latin typeface="Cambria Math" panose="02040503050406030204" pitchFamily="18" charset="0"/>
                    </a:rPr>
                  </m:ctrlPr>
                </m:boxPr>
                <m:e>
                  <m:r>
                    <a:rPr lang="en-CA" sz="1200" b="1" kern="1200">
                      <a:latin typeface="Cambria Math" panose="02040503050406030204" pitchFamily="18" charset="0"/>
                    </a:rPr>
                    <m:t>𝐓𝐞𝐱𝐭</m:t>
                  </m:r>
                  <m:r>
                    <a:rPr lang="en-CA" sz="1200" b="0" i="0" kern="1200">
                      <a:latin typeface="Cambria Math" panose="02040503050406030204" pitchFamily="18" charset="0"/>
                    </a:rPr>
                    <m:t> </m:t>
                  </m:r>
                  <m:r>
                    <a:rPr lang="en-CA" sz="1200" b="1" i="0" kern="1200">
                      <a:latin typeface="Cambria Math" panose="02040503050406030204" pitchFamily="18" charset="0"/>
                    </a:rPr>
                    <m:t>𝐌𝐨𝐝𝐞𝐥𝐬</m:t>
                  </m:r>
                </m:e>
              </m:box>
            </m:oMath>
          </a14:m>
          <a:r>
            <a:rPr lang="en-US" sz="1200" kern="1200"/>
            <a:t> </a:t>
          </a:r>
          <a:endParaRPr lang="en-CA" sz="1200" kern="1200"/>
        </a:p>
      </dsp:txBody>
      <dsp:txXfrm rot="-10800000">
        <a:off x="0" y="451"/>
        <a:ext cx="7704856" cy="340719"/>
      </dsp:txXfrm>
    </dsp:sp>
    <dsp:sp modelId="{F0BA83C8-B33A-594E-A6EB-67AB38B4CCED}">
      <dsp:nvSpPr>
        <dsp:cNvPr id="0" name=""/>
        <dsp:cNvSpPr/>
      </dsp:nvSpPr>
      <dsp:spPr>
        <a:xfrm>
          <a:off x="0" y="341171"/>
          <a:ext cx="7704856" cy="290242"/>
        </a:xfrm>
        <a:prstGeom prst="rect">
          <a:avLst/>
        </a:prstGeom>
        <a:solidFill>
          <a:schemeClr val="accent3">
            <a:lumMod val="95000"/>
            <a:alpha val="90000"/>
          </a:schemeClr>
        </a:solidFill>
        <a:ln w="25400" cap="flat" cmpd="sng" algn="ctr">
          <a:solidFill>
            <a:srgbClr val="336699">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Protecting sequential language tokens by watermarking generated text or formatting API outputs.</a:t>
          </a:r>
          <a:endParaRPr lang="en-CA" sz="1300" kern="1200"/>
        </a:p>
      </dsp:txBody>
      <dsp:txXfrm>
        <a:off x="0" y="341171"/>
        <a:ext cx="7704856" cy="2902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1A35C-F10E-1D41-9989-EE2A87CF23A1}">
      <dsp:nvSpPr>
        <dsp:cNvPr id="0" name=""/>
        <dsp:cNvSpPr/>
      </dsp:nvSpPr>
      <dsp:spPr>
        <a:xfrm>
          <a:off x="1316735" y="0"/>
          <a:ext cx="4389120" cy="4389120"/>
        </a:xfrm>
        <a:prstGeom prst="triangle">
          <a:avLst/>
        </a:prstGeom>
        <a:solidFill>
          <a:srgbClr val="33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A88C87-299D-854D-9824-BDF9299930D2}">
      <dsp:nvSpPr>
        <dsp:cNvPr id="0" name=""/>
        <dsp:cNvSpPr/>
      </dsp:nvSpPr>
      <dsp:spPr>
        <a:xfrm>
          <a:off x="3511296" y="439340"/>
          <a:ext cx="2852928" cy="780097"/>
        </a:xfrm>
        <a:prstGeom prst="roundRect">
          <a:avLst/>
        </a:prstGeom>
        <a:solidFill>
          <a:schemeClr val="lt1">
            <a:alpha val="90000"/>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b="1" kern="1200" dirty="0">
              <a:latin typeface="Aptos Display" panose="020B0004020202020204" pitchFamily="34" charset="0"/>
            </a:rPr>
            <a:t>The Security-Utility </a:t>
          </a:r>
          <a:r>
            <a:rPr lang="en-CA" sz="1900" b="1" kern="1200" dirty="0" err="1">
              <a:latin typeface="Aptos Display" panose="020B0004020202020204" pitchFamily="34" charset="0"/>
            </a:rPr>
            <a:t>Tradeoff</a:t>
          </a:r>
          <a:endParaRPr lang="en-CA" sz="1900" kern="1200" dirty="0">
            <a:latin typeface="Aptos Display" panose="020B0004020202020204" pitchFamily="34" charset="0"/>
          </a:endParaRPr>
        </a:p>
      </dsp:txBody>
      <dsp:txXfrm>
        <a:off x="3549377" y="477421"/>
        <a:ext cx="2776766" cy="703935"/>
      </dsp:txXfrm>
    </dsp:sp>
    <dsp:sp modelId="{A3F77654-9F45-F24A-B74D-C3D04A755DBC}">
      <dsp:nvSpPr>
        <dsp:cNvPr id="0" name=""/>
        <dsp:cNvSpPr/>
      </dsp:nvSpPr>
      <dsp:spPr>
        <a:xfrm>
          <a:off x="3511296" y="1316950"/>
          <a:ext cx="2852928" cy="780097"/>
        </a:xfrm>
        <a:prstGeom prst="roundRect">
          <a:avLst/>
        </a:prstGeom>
        <a:solidFill>
          <a:schemeClr val="lt1">
            <a:alpha val="90000"/>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b="1" kern="1200" dirty="0">
              <a:latin typeface="Aptos Display" panose="020B0004020202020204" pitchFamily="34" charset="0"/>
            </a:rPr>
            <a:t>Adaptive and Distributed Attackers</a:t>
          </a:r>
          <a:endParaRPr lang="en-CA" sz="1900" kern="1200" dirty="0">
            <a:latin typeface="Aptos Display" panose="020B0004020202020204" pitchFamily="34" charset="0"/>
          </a:endParaRPr>
        </a:p>
      </dsp:txBody>
      <dsp:txXfrm>
        <a:off x="3549377" y="1355031"/>
        <a:ext cx="2776766" cy="703935"/>
      </dsp:txXfrm>
    </dsp:sp>
    <dsp:sp modelId="{6515FB25-91D7-3143-9253-24D1D60A1BFB}">
      <dsp:nvSpPr>
        <dsp:cNvPr id="0" name=""/>
        <dsp:cNvSpPr/>
      </dsp:nvSpPr>
      <dsp:spPr>
        <a:xfrm>
          <a:off x="3511296" y="2194560"/>
          <a:ext cx="2852928" cy="780097"/>
        </a:xfrm>
        <a:prstGeom prst="roundRect">
          <a:avLst/>
        </a:prstGeom>
        <a:solidFill>
          <a:schemeClr val="lt1">
            <a:alpha val="90000"/>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b="1" kern="1200" dirty="0">
              <a:latin typeface="Aptos Display" panose="020B0004020202020204" pitchFamily="34" charset="0"/>
            </a:rPr>
            <a:t>Watermark Scrubbing</a:t>
          </a:r>
          <a:endParaRPr lang="en-CA" sz="1900" kern="1200" dirty="0">
            <a:latin typeface="Aptos Display" panose="020B0004020202020204" pitchFamily="34" charset="0"/>
          </a:endParaRPr>
        </a:p>
      </dsp:txBody>
      <dsp:txXfrm>
        <a:off x="3549377" y="2232641"/>
        <a:ext cx="2776766" cy="703935"/>
      </dsp:txXfrm>
    </dsp:sp>
    <dsp:sp modelId="{FFC312E8-93C5-3E4A-81A5-89B0434C50B2}">
      <dsp:nvSpPr>
        <dsp:cNvPr id="0" name=""/>
        <dsp:cNvSpPr/>
      </dsp:nvSpPr>
      <dsp:spPr>
        <a:xfrm>
          <a:off x="3511296" y="3072169"/>
          <a:ext cx="2852928" cy="780097"/>
        </a:xfrm>
        <a:prstGeom prst="roundRect">
          <a:avLst/>
        </a:prstGeom>
        <a:solidFill>
          <a:schemeClr val="lt1">
            <a:alpha val="90000"/>
            <a:hueOff val="0"/>
            <a:satOff val="0"/>
            <a:lumOff val="0"/>
            <a:alphaOff val="0"/>
          </a:schemeClr>
        </a:solidFill>
        <a:ln w="25400" cap="flat" cmpd="sng" algn="ctr">
          <a:solidFill>
            <a:srgbClr val="336699"/>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b="1" kern="1200" dirty="0">
              <a:latin typeface="Aptos Display" panose="020B0004020202020204" pitchFamily="34" charset="0"/>
            </a:rPr>
            <a:t>Generalization of Fingerprints</a:t>
          </a:r>
          <a:endParaRPr lang="en-CA" sz="1900" kern="1200" dirty="0">
            <a:latin typeface="Aptos Display" panose="020B0004020202020204" pitchFamily="34" charset="0"/>
          </a:endParaRPr>
        </a:p>
      </dsp:txBody>
      <dsp:txXfrm>
        <a:off x="3549377" y="3110250"/>
        <a:ext cx="2776766" cy="70393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170238" cy="481013"/>
          </a:xfrm>
          <a:prstGeom prst="rect">
            <a:avLst/>
          </a:prstGeom>
        </p:spPr>
        <p:txBody>
          <a:bodyPr vert="horz" lIns="91429" tIns="45714" rIns="91429" bIns="45714" rtlCol="0"/>
          <a:lstStyle>
            <a:lvl1pPr algn="l">
              <a:defRPr sz="1200">
                <a:latin typeface="Arial" pitchFamily="34" charset="0"/>
                <a:cs typeface="+mn-cs"/>
              </a:defRPr>
            </a:lvl1pPr>
          </a:lstStyle>
          <a:p>
            <a:pPr>
              <a:defRPr/>
            </a:pPr>
            <a:endParaRPr lang="it-IT"/>
          </a:p>
        </p:txBody>
      </p:sp>
      <p:sp>
        <p:nvSpPr>
          <p:cNvPr id="3" name="Segnaposto data 2"/>
          <p:cNvSpPr>
            <a:spLocks noGrp="1"/>
          </p:cNvSpPr>
          <p:nvPr>
            <p:ph type="dt" sz="quarter" idx="1"/>
          </p:nvPr>
        </p:nvSpPr>
        <p:spPr>
          <a:xfrm>
            <a:off x="4143375" y="0"/>
            <a:ext cx="3170238" cy="481013"/>
          </a:xfrm>
          <a:prstGeom prst="rect">
            <a:avLst/>
          </a:prstGeom>
        </p:spPr>
        <p:txBody>
          <a:bodyPr vert="horz" lIns="91429" tIns="45714" rIns="91429" bIns="45714" rtlCol="0"/>
          <a:lstStyle>
            <a:lvl1pPr algn="r">
              <a:defRPr sz="1200">
                <a:latin typeface="Arial" pitchFamily="34" charset="0"/>
                <a:cs typeface="+mn-cs"/>
              </a:defRPr>
            </a:lvl1pPr>
          </a:lstStyle>
          <a:p>
            <a:pPr>
              <a:defRPr/>
            </a:pPr>
            <a:fld id="{9D243C66-358E-43DE-9130-C777BBDF2A11}" type="datetimeFigureOut">
              <a:rPr lang="it-IT"/>
              <a:pPr>
                <a:defRPr/>
              </a:pPr>
              <a:t>11/08/26</a:t>
            </a:fld>
            <a:endParaRPr lang="it-IT"/>
          </a:p>
        </p:txBody>
      </p:sp>
      <p:sp>
        <p:nvSpPr>
          <p:cNvPr id="4" name="Segnaposto piè di pagina 3"/>
          <p:cNvSpPr>
            <a:spLocks noGrp="1"/>
          </p:cNvSpPr>
          <p:nvPr>
            <p:ph type="ftr" sz="quarter" idx="2"/>
          </p:nvPr>
        </p:nvSpPr>
        <p:spPr>
          <a:xfrm>
            <a:off x="0" y="9118600"/>
            <a:ext cx="3170238" cy="481013"/>
          </a:xfrm>
          <a:prstGeom prst="rect">
            <a:avLst/>
          </a:prstGeom>
        </p:spPr>
        <p:txBody>
          <a:bodyPr vert="horz" lIns="91429" tIns="45714" rIns="91429" bIns="45714" rtlCol="0" anchor="b"/>
          <a:lstStyle>
            <a:lvl1pPr algn="l">
              <a:defRPr sz="1200">
                <a:latin typeface="Arial" pitchFamily="34" charset="0"/>
                <a:cs typeface="+mn-cs"/>
              </a:defRPr>
            </a:lvl1pPr>
          </a:lstStyle>
          <a:p>
            <a:pPr>
              <a:defRPr/>
            </a:pPr>
            <a:endParaRPr lang="it-IT"/>
          </a:p>
        </p:txBody>
      </p:sp>
      <p:sp>
        <p:nvSpPr>
          <p:cNvPr id="5" name="Segnaposto numero diapositiva 4"/>
          <p:cNvSpPr>
            <a:spLocks noGrp="1"/>
          </p:cNvSpPr>
          <p:nvPr>
            <p:ph type="sldNum" sz="quarter" idx="3"/>
          </p:nvPr>
        </p:nvSpPr>
        <p:spPr>
          <a:xfrm>
            <a:off x="4143375" y="9118600"/>
            <a:ext cx="3170238" cy="481013"/>
          </a:xfrm>
          <a:prstGeom prst="rect">
            <a:avLst/>
          </a:prstGeom>
        </p:spPr>
        <p:txBody>
          <a:bodyPr vert="horz" lIns="91429" tIns="45714" rIns="91429" bIns="45714" rtlCol="0" anchor="b"/>
          <a:lstStyle>
            <a:lvl1pPr algn="r">
              <a:defRPr sz="1200">
                <a:latin typeface="Arial" pitchFamily="34" charset="0"/>
                <a:cs typeface="+mn-cs"/>
              </a:defRPr>
            </a:lvl1pPr>
          </a:lstStyle>
          <a:p>
            <a:pPr>
              <a:defRPr/>
            </a:pPr>
            <a:fld id="{5EB37B43-0DDB-470A-9A4E-B978F0ACCA2A}" type="slidenum">
              <a:rPr lang="it-IT"/>
              <a:pPr>
                <a:defRPr/>
              </a:pPr>
              <a:t>‹#›</a:t>
            </a:fld>
            <a:endParaRPr lang="it-IT"/>
          </a:p>
        </p:txBody>
      </p:sp>
    </p:spTree>
    <p:extLst>
      <p:ext uri="{BB962C8B-B14F-4D97-AF65-F5344CB8AC3E}">
        <p14:creationId xmlns:p14="http://schemas.microsoft.com/office/powerpoint/2010/main" val="777227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3165" tIns="46583" rIns="93165" bIns="46583" numCol="1" anchor="t" anchorCtr="0" compatLnSpc="1">
            <a:prstTxWarp prst="textNoShape">
              <a:avLst/>
            </a:prstTxWarp>
          </a:bodyPr>
          <a:lstStyle>
            <a:lvl1pPr>
              <a:defRPr sz="1200">
                <a:latin typeface="Arial" charset="0"/>
                <a:cs typeface="+mn-cs"/>
              </a:defRPr>
            </a:lvl1pPr>
          </a:lstStyle>
          <a:p>
            <a:pPr>
              <a:defRPr/>
            </a:pPr>
            <a:endParaRPr lang="it-IT"/>
          </a:p>
        </p:txBody>
      </p:sp>
      <p:sp>
        <p:nvSpPr>
          <p:cNvPr id="74755" name="Rectangle 3"/>
          <p:cNvSpPr>
            <a:spLocks noGrp="1" noChangeArrowheads="1"/>
          </p:cNvSpPr>
          <p:nvPr>
            <p:ph type="dt" idx="1"/>
          </p:nvPr>
        </p:nvSpPr>
        <p:spPr bwMode="auto">
          <a:xfrm>
            <a:off x="4143375" y="0"/>
            <a:ext cx="3170238" cy="481013"/>
          </a:xfrm>
          <a:prstGeom prst="rect">
            <a:avLst/>
          </a:prstGeom>
          <a:noFill/>
          <a:ln w="9525">
            <a:noFill/>
            <a:miter lim="800000"/>
            <a:headEnd/>
            <a:tailEnd/>
          </a:ln>
          <a:effectLst/>
        </p:spPr>
        <p:txBody>
          <a:bodyPr vert="horz" wrap="square" lIns="93165" tIns="46583" rIns="93165" bIns="46583" numCol="1" anchor="t" anchorCtr="0" compatLnSpc="1">
            <a:prstTxWarp prst="textNoShape">
              <a:avLst/>
            </a:prstTxWarp>
          </a:bodyPr>
          <a:lstStyle>
            <a:lvl1pPr algn="r">
              <a:defRPr sz="1200">
                <a:latin typeface="Arial" charset="0"/>
                <a:cs typeface="+mn-cs"/>
              </a:defRPr>
            </a:lvl1pPr>
          </a:lstStyle>
          <a:p>
            <a:pPr>
              <a:defRPr/>
            </a:pPr>
            <a:endParaRPr lang="it-IT"/>
          </a:p>
        </p:txBody>
      </p:sp>
      <p:sp>
        <p:nvSpPr>
          <p:cNvPr id="16388"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74757" name="Rectangle 5"/>
          <p:cNvSpPr>
            <a:spLocks noGrp="1" noChangeArrowheads="1"/>
          </p:cNvSpPr>
          <p:nvPr>
            <p:ph type="body" sz="quarter" idx="3"/>
          </p:nvPr>
        </p:nvSpPr>
        <p:spPr bwMode="auto">
          <a:xfrm>
            <a:off x="731838" y="4560888"/>
            <a:ext cx="5851525" cy="4321175"/>
          </a:xfrm>
          <a:prstGeom prst="rect">
            <a:avLst/>
          </a:prstGeom>
          <a:noFill/>
          <a:ln w="9525">
            <a:noFill/>
            <a:miter lim="800000"/>
            <a:headEnd/>
            <a:tailEnd/>
          </a:ln>
          <a:effectLst/>
        </p:spPr>
        <p:txBody>
          <a:bodyPr vert="horz" wrap="square" lIns="93165" tIns="46583" rIns="93165" bIns="46583" numCol="1" anchor="t" anchorCtr="0" compatLnSpc="1">
            <a:prstTxWarp prst="textNoShape">
              <a:avLst/>
            </a:prstTxWarp>
          </a:body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74758" name="Rectangle 6"/>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3165" tIns="46583" rIns="93165" bIns="46583" numCol="1" anchor="b" anchorCtr="0" compatLnSpc="1">
            <a:prstTxWarp prst="textNoShape">
              <a:avLst/>
            </a:prstTxWarp>
          </a:bodyPr>
          <a:lstStyle>
            <a:lvl1pPr>
              <a:defRPr sz="1200">
                <a:latin typeface="Arial" charset="0"/>
                <a:cs typeface="+mn-cs"/>
              </a:defRPr>
            </a:lvl1pPr>
          </a:lstStyle>
          <a:p>
            <a:pPr>
              <a:defRPr/>
            </a:pPr>
            <a:endParaRPr lang="it-IT"/>
          </a:p>
        </p:txBody>
      </p:sp>
      <p:sp>
        <p:nvSpPr>
          <p:cNvPr id="74759" name="Rectangle 7"/>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3165" tIns="46583" rIns="93165" bIns="46583" numCol="1" anchor="b" anchorCtr="0" compatLnSpc="1">
            <a:prstTxWarp prst="textNoShape">
              <a:avLst/>
            </a:prstTxWarp>
          </a:bodyPr>
          <a:lstStyle>
            <a:lvl1pPr algn="r">
              <a:defRPr sz="1200">
                <a:latin typeface="Arial" charset="0"/>
                <a:cs typeface="+mn-cs"/>
              </a:defRPr>
            </a:lvl1pPr>
          </a:lstStyle>
          <a:p>
            <a:pPr>
              <a:defRPr/>
            </a:pPr>
            <a:fld id="{8BC0F33B-1674-4AD7-BDC8-DD9E9E0A95D4}" type="slidenum">
              <a:rPr lang="it-IT"/>
              <a:pPr>
                <a:defRPr/>
              </a:pPr>
              <a:t>‹#›</a:t>
            </a:fld>
            <a:endParaRPr lang="it-IT"/>
          </a:p>
        </p:txBody>
      </p:sp>
    </p:spTree>
    <p:extLst>
      <p:ext uri="{BB962C8B-B14F-4D97-AF65-F5344CB8AC3E}">
        <p14:creationId xmlns:p14="http://schemas.microsoft.com/office/powerpoint/2010/main" val="2446685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1</a:t>
            </a:fld>
            <a:endParaRPr lang="it-IT"/>
          </a:p>
        </p:txBody>
      </p:sp>
    </p:spTree>
    <p:extLst>
      <p:ext uri="{BB962C8B-B14F-4D97-AF65-F5344CB8AC3E}">
        <p14:creationId xmlns:p14="http://schemas.microsoft.com/office/powerpoint/2010/main" val="2963251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While extraction attacks attempt to clone a model's decision boundaries or parameters, defenses aim to detect malicious queries, prevent boundary estimation, verify model ownership post-theft, or adapt protection to specific data modalities.</a:t>
            </a:r>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3</a:t>
            </a:fld>
            <a:endParaRPr lang="it-IT"/>
          </a:p>
        </p:txBody>
      </p:sp>
    </p:spTree>
    <p:extLst>
      <p:ext uri="{BB962C8B-B14F-4D97-AF65-F5344CB8AC3E}">
        <p14:creationId xmlns:p14="http://schemas.microsoft.com/office/powerpoint/2010/main" val="714225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From Stealing Technique’s POV (How or why it is divided into this 5)</a:t>
            </a:r>
          </a:p>
          <a:p>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4</a:t>
            </a:fld>
            <a:endParaRPr lang="it-IT"/>
          </a:p>
        </p:txBody>
      </p:sp>
    </p:spTree>
    <p:extLst>
      <p:ext uri="{BB962C8B-B14F-4D97-AF65-F5344CB8AC3E}">
        <p14:creationId xmlns:p14="http://schemas.microsoft.com/office/powerpoint/2010/main" val="2281644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329E3-3B4D-9105-9683-793EC0580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ED9C-FA49-4C52-F526-B37281B32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38AE4-C82E-581F-9AB2-4DA00EBC7A0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From Stealing Technique’s POV (How or why it is divided into this 5)</a:t>
            </a:r>
          </a:p>
          <a:p>
            <a:endParaRPr lang="en-US" dirty="0"/>
          </a:p>
        </p:txBody>
      </p:sp>
      <p:sp>
        <p:nvSpPr>
          <p:cNvPr id="4" name="Slide Number Placeholder 3">
            <a:extLst>
              <a:ext uri="{FF2B5EF4-FFF2-40B4-BE49-F238E27FC236}">
                <a16:creationId xmlns:a16="http://schemas.microsoft.com/office/drawing/2014/main" id="{29F62787-D470-93DA-7F70-ECF0D54970E1}"/>
              </a:ext>
            </a:extLst>
          </p:cNvPr>
          <p:cNvSpPr>
            <a:spLocks noGrp="1"/>
          </p:cNvSpPr>
          <p:nvPr>
            <p:ph type="sldNum" sz="quarter" idx="5"/>
          </p:nvPr>
        </p:nvSpPr>
        <p:spPr/>
        <p:txBody>
          <a:bodyPr/>
          <a:lstStyle/>
          <a:p>
            <a:pPr>
              <a:defRPr/>
            </a:pPr>
            <a:fld id="{8BC0F33B-1674-4AD7-BDC8-DD9E9E0A95D4}" type="slidenum">
              <a:rPr lang="it-IT" smtClean="0"/>
              <a:pPr>
                <a:defRPr/>
              </a:pPr>
              <a:t>5</a:t>
            </a:fld>
            <a:endParaRPr lang="it-IT"/>
          </a:p>
        </p:txBody>
      </p:sp>
    </p:spTree>
    <p:extLst>
      <p:ext uri="{BB962C8B-B14F-4D97-AF65-F5344CB8AC3E}">
        <p14:creationId xmlns:p14="http://schemas.microsoft.com/office/powerpoint/2010/main" val="2216130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PRADA calculates the distance from each incoming query to its nearest neighbor among all previous queries from the same user. For benign traffic, these distances follow a normal or multi-modal distribution. For extraction attacks, the distances are abnormally small and highly concentrated. PRADA uses a normality test (like the Shapiro-Wilk test) on these distances to flag anomalous, pathological query behavior.</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When an attacker trains a substitute model using synthetic query generation (e.g., Jacobian-based data augmentation), they generate new queries by adding small perturbations to existing samples. This shifts inputs directly toward the decision boundaries.</a:t>
            </a:r>
          </a:p>
          <a:p>
            <a:endParaRPr lang="en-US" dirty="0"/>
          </a:p>
        </p:txBody>
      </p:sp>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6</a:t>
            </a:fld>
            <a:endParaRPr lang="it-IT"/>
          </a:p>
        </p:txBody>
      </p:sp>
    </p:spTree>
    <p:extLst>
      <p:ext uri="{BB962C8B-B14F-4D97-AF65-F5344CB8AC3E}">
        <p14:creationId xmlns:p14="http://schemas.microsoft.com/office/powerpoint/2010/main" val="3812062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5975-09DF-8614-0774-5DCD9D590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ED1C2-9CE3-1C0D-5B77-029FAC585A3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E00BBDF-7D13-C09D-DAC3-120BAEAF790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The attacker wants to generate a perturbed input </a:t>
                </a:r>
                <a14:m>
                  <m:oMath xmlns:m="http://schemas.openxmlformats.org/officeDocument/2006/math">
                    <m:sSup>
                      <m:sSupPr>
                        <m:ctrlPr>
                          <a:rPr lang="en-US" i="1" dirty="0" smtClean="0">
                            <a:latin typeface="Cambria Math" panose="02040503050406030204" pitchFamily="18" charset="0"/>
                          </a:rPr>
                        </m:ctrlPr>
                      </m:sSupPr>
                      <m:e>
                        <m:r>
                          <a:rPr lang="en-US" i="1" dirty="0">
                            <a:latin typeface="Cambria Math" panose="02040503050406030204" pitchFamily="18" charset="0"/>
                          </a:rPr>
                          <m:t>𝑥</m:t>
                        </m:r>
                      </m:e>
                      <m:sup>
                        <m:r>
                          <a:rPr lang="en-US" i="0" dirty="0">
                            <a:latin typeface="Cambria Math" panose="02040503050406030204" pitchFamily="18" charset="0"/>
                          </a:rPr>
                          <m:t>∗</m:t>
                        </m:r>
                      </m:sup>
                    </m:sSup>
                  </m:oMath>
                </a14:m>
                <a:r>
                  <a:rPr lang="en-US" dirty="0">
                    <a:latin typeface="Aptos Display" panose="020B0004020202020204" pitchFamily="34" charset="0"/>
                  </a:rPr>
                  <a:t>  from a seed input </a:t>
                </a:r>
                <a14:m>
                  <m:oMath xmlns:m="http://schemas.openxmlformats.org/officeDocument/2006/math">
                    <m:r>
                      <a:rPr lang="en-US" i="1" dirty="0" smtClean="0">
                        <a:latin typeface="Cambria Math" panose="02040503050406030204" pitchFamily="18" charset="0"/>
                      </a:rPr>
                      <m:t>𝑥</m:t>
                    </m:r>
                  </m:oMath>
                </a14:m>
                <a:r>
                  <a:rPr lang="en-US" dirty="0">
                    <a:latin typeface="Aptos Display" panose="020B0004020202020204" pitchFamily="34" charset="0"/>
                  </a:rPr>
                  <a:t> to probe the model's boundary for class </a:t>
                </a:r>
                <a14:m>
                  <m:oMath xmlns:m="http://schemas.openxmlformats.org/officeDocument/2006/math">
                    <m:r>
                      <a:rPr lang="en-US" i="1" dirty="0" smtClean="0">
                        <a:latin typeface="Cambria Math" panose="02040503050406030204" pitchFamily="18" charset="0"/>
                      </a:rPr>
                      <m:t>𝑐</m:t>
                    </m:r>
                  </m:oMath>
                </a14:m>
                <a:r>
                  <a:rPr lang="en-US" dirty="0">
                    <a:latin typeface="Aptos Display" panose="020B0004020202020204" pitchFamily="34" charset="0"/>
                  </a:rPr>
                  <a:t>:</a:t>
                </a:r>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Where </a:t>
                </a: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m:t>
                        </m:r>
                      </m:e>
                      <m:sub>
                        <m:r>
                          <a:rPr lang="en-US" i="1" dirty="0">
                            <a:latin typeface="Cambria Math" panose="02040503050406030204" pitchFamily="18" charset="0"/>
                          </a:rPr>
                          <m:t>𝑥</m:t>
                        </m:r>
                      </m:sub>
                    </m:sSub>
                  </m:oMath>
                </a14:m>
                <a:r>
                  <a:rPr lang="en-US" dirty="0">
                    <a:latin typeface="Aptos Display" panose="020B0004020202020204" pitchFamily="34" charset="0"/>
                  </a:rPr>
                  <a:t> </a:t>
                </a:r>
                <a14:m>
                  <m:oMath xmlns:m="http://schemas.openxmlformats.org/officeDocument/2006/math">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𝑓</m:t>
                        </m:r>
                      </m:e>
                    </m:acc>
                    <m:sSub>
                      <m:sSubPr>
                        <m:ctrlPr>
                          <a:rPr lang="en-US" i="1" dirty="0" smtClean="0">
                            <a:latin typeface="Cambria Math" panose="02040503050406030204" pitchFamily="18" charset="0"/>
                          </a:rPr>
                        </m:ctrlPr>
                      </m:sSubPr>
                      <m:e>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e>
                      <m:sub>
                        <m:r>
                          <a:rPr lang="en-US" i="1" dirty="0" smtClean="0">
                            <a:latin typeface="Cambria Math" panose="02040503050406030204" pitchFamily="18" charset="0"/>
                          </a:rPr>
                          <m:t>𝑐</m:t>
                        </m:r>
                      </m:sub>
                    </m:sSub>
                    <m:r>
                      <a:rPr lang="en-US" i="0" dirty="0" smtClean="0">
                        <a:latin typeface="Cambria Math" panose="02040503050406030204" pitchFamily="18" charset="0"/>
                      </a:rPr>
                      <m:t>$</m:t>
                    </m:r>
                  </m:oMath>
                </a14:m>
                <a:r>
                  <a:rPr lang="en-US" dirty="0">
                    <a:latin typeface="Aptos Display" panose="020B0004020202020204" pitchFamily="34" charset="0"/>
                  </a:rPr>
                  <a:t> is the gradient of the predicted probability of class </a:t>
                </a:r>
                <a14:m>
                  <m:oMath xmlns:m="http://schemas.openxmlformats.org/officeDocument/2006/math">
                    <m:r>
                      <a:rPr lang="en-US" i="1" dirty="0" smtClean="0">
                        <a:latin typeface="Cambria Math" panose="02040503050406030204" pitchFamily="18" charset="0"/>
                      </a:rPr>
                      <m:t>𝑐</m:t>
                    </m:r>
                  </m:oMath>
                </a14:m>
                <a:r>
                  <a:rPr lang="en-US" dirty="0">
                    <a:latin typeface="Aptos Display" panose="020B0004020202020204" pitchFamily="34" charset="0"/>
                  </a:rPr>
                  <a:t> with respect to the input features</a:t>
                </a:r>
                <a14:m>
                  <m:oMath xmlns:m="http://schemas.openxmlformats.org/officeDocument/2006/math">
                    <m:r>
                      <a:rPr lang="en-US" dirty="0" smtClean="0">
                        <a:latin typeface="Cambria Math" panose="02040503050406030204" pitchFamily="18" charset="0"/>
                      </a:rPr>
                      <m:t>,</m:t>
                    </m:r>
                    <m:r>
                      <a:rPr lang="en-US" i="0" dirty="0">
                        <a:latin typeface="Cambria Math" panose="02040503050406030204" pitchFamily="18" charset="0"/>
                      </a:rPr>
                      <m:t>$</m:t>
                    </m:r>
                    <m:r>
                      <m:rPr>
                        <m:nor/>
                      </m:rPr>
                      <a:rPr lang="en-US" i="0" dirty="0">
                        <a:latin typeface="Aptos Display" panose="020B0004020202020204" pitchFamily="34" charset="0"/>
                      </a:rPr>
                      <m:t>sgn</m:t>
                    </m:r>
                    <m:r>
                      <a:rPr lang="en-US" i="0" dirty="0">
                        <a:latin typeface="Cambria Math" panose="02040503050406030204" pitchFamily="18" charset="0"/>
                      </a:rPr>
                      <m:t>$</m:t>
                    </m:r>
                  </m:oMath>
                </a14:m>
                <a:r>
                  <a:rPr lang="en-US" dirty="0">
                    <a:latin typeface="Aptos Display" panose="020B0004020202020204" pitchFamily="34" charset="0"/>
                  </a:rPr>
                  <a:t> is the sign function (returning </a:t>
                </a:r>
                <a14:m>
                  <m:oMath xmlns:m="http://schemas.openxmlformats.org/officeDocument/2006/math">
                    <m:r>
                      <a:rPr lang="en-US" dirty="0" smtClean="0">
                        <a:latin typeface="Cambria Math" panose="02040503050406030204" pitchFamily="18" charset="0"/>
                      </a:rPr>
                      <m:t>+</m:t>
                    </m:r>
                    <m:r>
                      <a:rPr lang="en-US" i="0" dirty="0">
                        <a:latin typeface="Cambria Math" panose="02040503050406030204" pitchFamily="18" charset="0"/>
                      </a:rPr>
                      <m:t>1</m:t>
                    </m:r>
                  </m:oMath>
                </a14:m>
                <a:r>
                  <a:rPr lang="en-US" dirty="0">
                    <a:latin typeface="Aptos Display" panose="020B0004020202020204" pitchFamily="34" charset="0"/>
                  </a:rPr>
                  <a:t> or </a:t>
                </a:r>
                <a14:m>
                  <m:oMath xmlns:m="http://schemas.openxmlformats.org/officeDocument/2006/math">
                    <m:r>
                      <a:rPr lang="en-US" dirty="0" smtClean="0">
                        <a:latin typeface="Cambria Math" panose="02040503050406030204" pitchFamily="18" charset="0"/>
                      </a:rPr>
                      <m:t>−</m:t>
                    </m:r>
                    <m:r>
                      <a:rPr lang="en-US" i="0" dirty="0">
                        <a:latin typeface="Cambria Math" panose="02040503050406030204" pitchFamily="18" charset="0"/>
                      </a:rPr>
                      <m:t>1</m:t>
                    </m:r>
                  </m:oMath>
                </a14:m>
                <a:r>
                  <a:rPr lang="en-US" dirty="0">
                    <a:latin typeface="Aptos Display" panose="020B0004020202020204" pitchFamily="34" charset="0"/>
                  </a:rPr>
                  <a:t>), and </a:t>
                </a:r>
                <a14:m>
                  <m:oMath xmlns:m="http://schemas.openxmlformats.org/officeDocument/2006/math">
                    <m:r>
                      <a:rPr lang="en-US" i="1" dirty="0" smtClean="0">
                        <a:latin typeface="Cambria Math" panose="02040503050406030204" pitchFamily="18" charset="0"/>
                      </a:rPr>
                      <m:t>𝜆</m:t>
                    </m:r>
                  </m:oMath>
                </a14:m>
                <a:r>
                  <a:rPr lang="en-US" dirty="0">
                    <a:latin typeface="Aptos Display" panose="020B0004020202020204" pitchFamily="34" charset="0"/>
                  </a:rPr>
                  <a:t> is the step size.</a:t>
                </a:r>
              </a:p>
              <a:p>
                <a:endParaRPr lang="en-US" dirty="0"/>
              </a:p>
            </p:txBody>
          </p:sp>
        </mc:Choice>
        <mc:Fallback xmlns="">
          <p:sp>
            <p:nvSpPr>
              <p:cNvPr id="3" name="Notes Placeholder 2">
                <a:extLst>
                  <a:ext uri="{FF2B5EF4-FFF2-40B4-BE49-F238E27FC236}">
                    <a16:creationId xmlns:a16="http://schemas.microsoft.com/office/drawing/2014/main" id="{4E00BBDF-7D13-C09D-DAC3-120BAEAF790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The attacker wants to generate a perturbed input </a:t>
                </a:r>
                <a:r>
                  <a:rPr lang="en-US" i="0" dirty="0">
                    <a:latin typeface="Cambria Math" panose="02040503050406030204" pitchFamily="18" charset="0"/>
                  </a:rPr>
                  <a:t>𝑥^∗</a:t>
                </a:r>
                <a:r>
                  <a:rPr lang="en-US" dirty="0">
                    <a:latin typeface="Aptos Display" panose="020B0004020202020204" pitchFamily="34" charset="0"/>
                  </a:rPr>
                  <a:t>  from a seed input </a:t>
                </a:r>
                <a:r>
                  <a:rPr lang="en-US" i="0" dirty="0">
                    <a:latin typeface="Cambria Math" panose="02040503050406030204" pitchFamily="18" charset="0"/>
                  </a:rPr>
                  <a:t>𝑥</a:t>
                </a:r>
                <a:r>
                  <a:rPr lang="en-US" dirty="0">
                    <a:latin typeface="Aptos Display" panose="020B0004020202020204" pitchFamily="34" charset="0"/>
                  </a:rPr>
                  <a:t> to probe the model's boundary for class </a:t>
                </a:r>
                <a:r>
                  <a:rPr lang="en-US" i="0" dirty="0">
                    <a:latin typeface="Cambria Math" panose="02040503050406030204" pitchFamily="18" charset="0"/>
                  </a:rPr>
                  <a:t>𝑐</a:t>
                </a:r>
                <a:r>
                  <a:rPr lang="en-US" dirty="0">
                    <a:latin typeface="Aptos Display" panose="020B0004020202020204" pitchFamily="34" charset="0"/>
                  </a:rPr>
                  <a:t>:</a:t>
                </a:r>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Aptos Display" panose="020B0004020202020204" pitchFamily="34" charset="0"/>
                  </a:rPr>
                  <a:t>Where </a:t>
                </a:r>
                <a:r>
                  <a:rPr lang="en-US" i="0" dirty="0">
                    <a:latin typeface="Cambria Math" panose="02040503050406030204" pitchFamily="18" charset="0"/>
                  </a:rPr>
                  <a:t>𝛻_𝑥</a:t>
                </a:r>
                <a:r>
                  <a:rPr lang="en-US" dirty="0">
                    <a:latin typeface="Aptos Display" panose="020B0004020202020204" pitchFamily="34" charset="0"/>
                  </a:rPr>
                  <a:t> </a:t>
                </a:r>
                <a:r>
                  <a:rPr lang="en-US" i="0" dirty="0">
                    <a:latin typeface="Cambria Math" panose="02040503050406030204" pitchFamily="18" charset="0"/>
                  </a:rPr>
                  <a:t>𝑓 ˜(𝑥)_𝑐 $</a:t>
                </a:r>
                <a:r>
                  <a:rPr lang="en-US" dirty="0">
                    <a:latin typeface="Aptos Display" panose="020B0004020202020204" pitchFamily="34" charset="0"/>
                  </a:rPr>
                  <a:t> is the gradient of the predicted probability of class </a:t>
                </a:r>
                <a:r>
                  <a:rPr lang="en-US" i="0" dirty="0">
                    <a:latin typeface="Cambria Math" panose="02040503050406030204" pitchFamily="18" charset="0"/>
                  </a:rPr>
                  <a:t>𝑐</a:t>
                </a:r>
                <a:r>
                  <a:rPr lang="en-US" dirty="0">
                    <a:latin typeface="Aptos Display" panose="020B0004020202020204" pitchFamily="34" charset="0"/>
                  </a:rPr>
                  <a:t> with respect to the input features</a:t>
                </a:r>
                <a:r>
                  <a:rPr lang="en-US" i="0" dirty="0">
                    <a:latin typeface="Cambria Math" panose="02040503050406030204" pitchFamily="18" charset="0"/>
                  </a:rPr>
                  <a:t>,$"sgn" $</a:t>
                </a:r>
                <a:r>
                  <a:rPr lang="en-US" dirty="0">
                    <a:latin typeface="Aptos Display" panose="020B0004020202020204" pitchFamily="34" charset="0"/>
                  </a:rPr>
                  <a:t> is the sign function (returning </a:t>
                </a:r>
                <a:r>
                  <a:rPr lang="en-US" i="0" dirty="0">
                    <a:latin typeface="Cambria Math" panose="02040503050406030204" pitchFamily="18" charset="0"/>
                  </a:rPr>
                  <a:t>+1</a:t>
                </a:r>
                <a:r>
                  <a:rPr lang="en-US" dirty="0">
                    <a:latin typeface="Aptos Display" panose="020B0004020202020204" pitchFamily="34" charset="0"/>
                  </a:rPr>
                  <a:t> or </a:t>
                </a:r>
                <a:r>
                  <a:rPr lang="en-US" i="0" dirty="0">
                    <a:latin typeface="Cambria Math" panose="02040503050406030204" pitchFamily="18" charset="0"/>
                  </a:rPr>
                  <a:t>−1</a:t>
                </a:r>
                <a:r>
                  <a:rPr lang="en-US" dirty="0">
                    <a:latin typeface="Aptos Display" panose="020B0004020202020204" pitchFamily="34" charset="0"/>
                  </a:rPr>
                  <a:t>), and </a:t>
                </a:r>
                <a:r>
                  <a:rPr lang="en-US" i="0" dirty="0">
                    <a:latin typeface="Cambria Math" panose="02040503050406030204" pitchFamily="18" charset="0"/>
                  </a:rPr>
                  <a:t>𝜆</a:t>
                </a:r>
                <a:r>
                  <a:rPr lang="en-US" dirty="0">
                    <a:latin typeface="Aptos Display" panose="020B0004020202020204" pitchFamily="34" charset="0"/>
                  </a:rPr>
                  <a:t> is the step size.</a:t>
                </a:r>
              </a:p>
              <a:p>
                <a:endParaRPr lang="en-US" dirty="0"/>
              </a:p>
            </p:txBody>
          </p:sp>
        </mc:Fallback>
      </mc:AlternateContent>
      <p:sp>
        <p:nvSpPr>
          <p:cNvPr id="4" name="Slide Number Placeholder 3">
            <a:extLst>
              <a:ext uri="{FF2B5EF4-FFF2-40B4-BE49-F238E27FC236}">
                <a16:creationId xmlns:a16="http://schemas.microsoft.com/office/drawing/2014/main" id="{4A7066B4-EEBC-A763-BFA4-3930D4A308BA}"/>
              </a:ext>
            </a:extLst>
          </p:cNvPr>
          <p:cNvSpPr>
            <a:spLocks noGrp="1"/>
          </p:cNvSpPr>
          <p:nvPr>
            <p:ph type="sldNum" sz="quarter" idx="5"/>
          </p:nvPr>
        </p:nvSpPr>
        <p:spPr/>
        <p:txBody>
          <a:bodyPr/>
          <a:lstStyle/>
          <a:p>
            <a:pPr>
              <a:defRPr/>
            </a:pPr>
            <a:fld id="{8BC0F33B-1674-4AD7-BDC8-DD9E9E0A95D4}" type="slidenum">
              <a:rPr lang="it-IT" smtClean="0"/>
              <a:pPr>
                <a:defRPr/>
              </a:pPr>
              <a:t>7</a:t>
            </a:fld>
            <a:endParaRPr lang="it-IT"/>
          </a:p>
        </p:txBody>
      </p:sp>
    </p:spTree>
    <p:extLst>
      <p:ext uri="{BB962C8B-B14F-4D97-AF65-F5344CB8AC3E}">
        <p14:creationId xmlns:p14="http://schemas.microsoft.com/office/powerpoint/2010/main" val="684628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06CBF-90BB-028D-1385-3DF39B716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8012-93DC-1578-42F4-B6B3BF6BD2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A4D389D-4123-EE06-49B0-4505FBEAEEBA}"/>
                  </a:ext>
                </a:extLst>
              </p:cNvPr>
              <p:cNvSpPr>
                <a:spLocks noGrp="1"/>
              </p:cNvSpPr>
              <p:nvPr>
                <p:ph type="body" idx="1"/>
              </p:nvPr>
            </p:nvSpPr>
            <p:spPr/>
            <p:txBody>
              <a:bodyPr/>
              <a:lstStyle/>
              <a:p>
                <a:r>
                  <a:rPr lang="en-US" sz="1200" dirty="0">
                    <a:latin typeface="Aptos Display" panose="020B0004020202020204" pitchFamily="34" charset="0"/>
                  </a:rPr>
                  <a:t> </a:t>
                </a: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𝑑</m:t>
                        </m:r>
                      </m:e>
                      <m:sub>
                        <m:d>
                          <m:dPr>
                            <m:ctrlPr>
                              <a:rPr lang="en-US" sz="1200" i="1" dirty="0">
                                <a:latin typeface="Cambria Math" panose="02040503050406030204" pitchFamily="18" charset="0"/>
                              </a:rPr>
                            </m:ctrlPr>
                          </m:dPr>
                          <m:e>
                            <m:r>
                              <a:rPr lang="en-US" sz="1200" i="1" dirty="0">
                                <a:latin typeface="Cambria Math" panose="02040503050406030204" pitchFamily="18" charset="0"/>
                              </a:rPr>
                              <m:t>𝑖</m:t>
                            </m:r>
                          </m:e>
                        </m:d>
                      </m:sub>
                    </m:sSub>
                  </m:oMath>
                </a14:m>
                <a:r>
                  <a:rPr lang="en-US" sz="1200" dirty="0">
                    <a:latin typeface="Aptos Display" panose="020B0004020202020204" pitchFamily="34" charset="0"/>
                  </a:rPr>
                  <a:t> </a:t>
                </a:r>
                <a:r>
                  <a:rPr lang="en-US" dirty="0"/>
                  <a:t>= </a:t>
                </a:r>
                <a:r>
                  <a:rPr lang="en-US" sz="1200" dirty="0">
                    <a:latin typeface="Aptos Display" panose="020B0004020202020204" pitchFamily="34" charset="0"/>
                  </a:rPr>
                  <a:t>(the </a:t>
                </a:r>
                <a14:m>
                  <m:oMath xmlns:m="http://schemas.openxmlformats.org/officeDocument/2006/math">
                    <m:r>
                      <a:rPr lang="en-US" sz="1200" i="1" dirty="0">
                        <a:latin typeface="Cambria Math" panose="02040503050406030204" pitchFamily="18" charset="0"/>
                      </a:rPr>
                      <m:t>𝑖</m:t>
                    </m:r>
                  </m:oMath>
                </a14:m>
                <a:r>
                  <a:rPr lang="en-US" sz="1200" dirty="0">
                    <a:latin typeface="Aptos Display" panose="020B0004020202020204" pitchFamily="34" charset="0"/>
                  </a:rPr>
                  <a:t>-</a:t>
                </a:r>
                <a:r>
                  <a:rPr lang="en-US" sz="1200" dirty="0" err="1">
                    <a:latin typeface="Aptos Display" panose="020B0004020202020204" pitchFamily="34" charset="0"/>
                  </a:rPr>
                  <a:t>th</a:t>
                </a:r>
                <a:r>
                  <a:rPr lang="en-US" sz="1200" dirty="0">
                    <a:latin typeface="Aptos Display" panose="020B0004020202020204" pitchFamily="34" charset="0"/>
                  </a:rPr>
                  <a:t> smallest number in the sorted set of distances)</a:t>
                </a:r>
                <a:endParaRPr lang="en-US" dirty="0"/>
              </a:p>
            </p:txBody>
          </p:sp>
        </mc:Choice>
        <mc:Fallback xmlns="">
          <p:sp>
            <p:nvSpPr>
              <p:cNvPr id="3" name="Notes Placeholder 2">
                <a:extLst>
                  <a:ext uri="{FF2B5EF4-FFF2-40B4-BE49-F238E27FC236}">
                    <a16:creationId xmlns:a16="http://schemas.microsoft.com/office/drawing/2014/main" id="{2A4D389D-4123-EE06-49B0-4505FBEAEEBA}"/>
                  </a:ext>
                </a:extLst>
              </p:cNvPr>
              <p:cNvSpPr>
                <a:spLocks noGrp="1"/>
              </p:cNvSpPr>
              <p:nvPr>
                <p:ph type="body" idx="1"/>
              </p:nvPr>
            </p:nvSpPr>
            <p:spPr/>
            <p:txBody>
              <a:bodyPr/>
              <a:lstStyle/>
              <a:p>
                <a:r>
                  <a:rPr lang="en-US" sz="1200" dirty="0">
                    <a:latin typeface="Aptos Display" panose="020B0004020202020204" pitchFamily="34" charset="0"/>
                  </a:rPr>
                  <a:t> </a:t>
                </a:r>
                <a:r>
                  <a:rPr lang="en-US" sz="1200" i="0" dirty="0">
                    <a:latin typeface="Cambria Math" panose="02040503050406030204" pitchFamily="18" charset="0"/>
                  </a:rPr>
                  <a:t>𝑑_((𝑖) )</a:t>
                </a:r>
                <a:r>
                  <a:rPr lang="en-US" sz="1200" dirty="0">
                    <a:latin typeface="Aptos Display" panose="020B0004020202020204" pitchFamily="34" charset="0"/>
                  </a:rPr>
                  <a:t> </a:t>
                </a:r>
                <a:r>
                  <a:rPr lang="en-US" dirty="0"/>
                  <a:t>= </a:t>
                </a:r>
                <a:r>
                  <a:rPr lang="en-US" sz="1200" dirty="0">
                    <a:latin typeface="Aptos Display" panose="020B0004020202020204" pitchFamily="34" charset="0"/>
                  </a:rPr>
                  <a:t>(the </a:t>
                </a:r>
                <a:r>
                  <a:rPr lang="en-US" sz="1200" i="0" dirty="0">
                    <a:latin typeface="Cambria Math" panose="02040503050406030204" pitchFamily="18" charset="0"/>
                  </a:rPr>
                  <a:t>𝑖</a:t>
                </a:r>
                <a:r>
                  <a:rPr lang="en-US" sz="1200" dirty="0">
                    <a:latin typeface="Aptos Display" panose="020B0004020202020204" pitchFamily="34" charset="0"/>
                  </a:rPr>
                  <a:t>-</a:t>
                </a:r>
                <a:r>
                  <a:rPr lang="en-US" sz="1200" dirty="0" err="1">
                    <a:latin typeface="Aptos Display" panose="020B0004020202020204" pitchFamily="34" charset="0"/>
                  </a:rPr>
                  <a:t>th</a:t>
                </a:r>
                <a:r>
                  <a:rPr lang="en-US" sz="1200" dirty="0">
                    <a:latin typeface="Aptos Display" panose="020B0004020202020204" pitchFamily="34" charset="0"/>
                  </a:rPr>
                  <a:t> smallest number in the sorted set of distances)</a:t>
                </a:r>
                <a:endParaRPr lang="en-US" dirty="0"/>
              </a:p>
            </p:txBody>
          </p:sp>
        </mc:Fallback>
      </mc:AlternateContent>
      <p:sp>
        <p:nvSpPr>
          <p:cNvPr id="4" name="Slide Number Placeholder 3">
            <a:extLst>
              <a:ext uri="{FF2B5EF4-FFF2-40B4-BE49-F238E27FC236}">
                <a16:creationId xmlns:a16="http://schemas.microsoft.com/office/drawing/2014/main" id="{99793C80-ED89-0AB8-6723-2FC096D874A4}"/>
              </a:ext>
            </a:extLst>
          </p:cNvPr>
          <p:cNvSpPr>
            <a:spLocks noGrp="1"/>
          </p:cNvSpPr>
          <p:nvPr>
            <p:ph type="sldNum" sz="quarter" idx="5"/>
          </p:nvPr>
        </p:nvSpPr>
        <p:spPr/>
        <p:txBody>
          <a:bodyPr/>
          <a:lstStyle/>
          <a:p>
            <a:pPr>
              <a:defRPr/>
            </a:pPr>
            <a:fld id="{8BC0F33B-1674-4AD7-BDC8-DD9E9E0A95D4}" type="slidenum">
              <a:rPr lang="it-IT" smtClean="0"/>
              <a:pPr>
                <a:defRPr/>
              </a:pPr>
              <a:t>8</a:t>
            </a:fld>
            <a:endParaRPr lang="it-IT"/>
          </a:p>
        </p:txBody>
      </p:sp>
    </p:spTree>
    <p:extLst>
      <p:ext uri="{BB962C8B-B14F-4D97-AF65-F5344CB8AC3E}">
        <p14:creationId xmlns:p14="http://schemas.microsoft.com/office/powerpoint/2010/main" val="1730698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E8B11-49E3-A9BC-5942-AD6FF1131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072DF-3E65-1AFF-1DA8-3374F1C1D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9BF49-8421-365D-BB08-E1F75B8D16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4D331B-911C-DF54-A243-D535AFEC6706}"/>
              </a:ext>
            </a:extLst>
          </p:cNvPr>
          <p:cNvSpPr>
            <a:spLocks noGrp="1"/>
          </p:cNvSpPr>
          <p:nvPr>
            <p:ph type="sldNum" sz="quarter" idx="5"/>
          </p:nvPr>
        </p:nvSpPr>
        <p:spPr/>
        <p:txBody>
          <a:bodyPr/>
          <a:lstStyle/>
          <a:p>
            <a:pPr>
              <a:defRPr/>
            </a:pPr>
            <a:fld id="{8BC0F33B-1674-4AD7-BDC8-DD9E9E0A95D4}" type="slidenum">
              <a:rPr lang="it-IT" smtClean="0"/>
              <a:pPr>
                <a:defRPr/>
              </a:pPr>
              <a:t>9</a:t>
            </a:fld>
            <a:endParaRPr lang="it-IT"/>
          </a:p>
        </p:txBody>
      </p:sp>
    </p:spTree>
    <p:extLst>
      <p:ext uri="{BB962C8B-B14F-4D97-AF65-F5344CB8AC3E}">
        <p14:creationId xmlns:p14="http://schemas.microsoft.com/office/powerpoint/2010/main" val="1266695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13CBC-F48B-E39E-BC49-6E3CAF48E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2FD5E-26CE-DAA8-0203-75B871977C6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F62A42C-A47F-9DBC-4296-866B06E39404}"/>
                  </a:ext>
                </a:extLst>
              </p:cNvPr>
              <p:cNvSpPr>
                <a:spLocks noGrp="1"/>
              </p:cNvSpPr>
              <p:nvPr>
                <p:ph type="body" idx="1"/>
              </p:nvPr>
            </p:nvSpPr>
            <p:spPr/>
            <p:txBody>
              <a:bodyPr/>
              <a:lstStyle/>
              <a:p>
                <a:r>
                  <a:rPr lang="en-US" sz="1200" dirty="0">
                    <a:latin typeface="Aptos Display" panose="020B0004020202020204" pitchFamily="34" charset="0"/>
                  </a:rPr>
                  <a:t>This completes the first iteration. The new sample </a:t>
                </a:r>
                <a14:m>
                  <m:oMath xmlns:m="http://schemas.openxmlformats.org/officeDocument/2006/math">
                    <m:sSup>
                      <m:sSupPr>
                        <m:ctrlPr>
                          <a:rPr lang="en-US" sz="1200" i="1" dirty="0" smtClean="0">
                            <a:latin typeface="Cambria Math" panose="02040503050406030204" pitchFamily="18" charset="0"/>
                          </a:rPr>
                        </m:ctrlPr>
                      </m:sSupPr>
                      <m:e>
                        <m:r>
                          <a:rPr lang="en-US" sz="1200" i="1" dirty="0">
                            <a:latin typeface="Cambria Math" panose="02040503050406030204" pitchFamily="18" charset="0"/>
                          </a:rPr>
                          <m:t>𝑥</m:t>
                        </m:r>
                      </m:e>
                      <m:sup>
                        <m:d>
                          <m:dPr>
                            <m:ctrlPr>
                              <a:rPr lang="en-US" sz="1200" i="1" dirty="0">
                                <a:latin typeface="Cambria Math" panose="02040503050406030204" pitchFamily="18" charset="0"/>
                              </a:rPr>
                            </m:ctrlPr>
                          </m:dPr>
                          <m:e>
                            <m:r>
                              <a:rPr lang="en-US" sz="1200" i="0" dirty="0">
                                <a:latin typeface="Cambria Math" panose="02040503050406030204" pitchFamily="18" charset="0"/>
                              </a:rPr>
                              <m:t>1</m:t>
                            </m:r>
                          </m:e>
                        </m:d>
                      </m:sup>
                    </m:sSup>
                  </m:oMath>
                </a14:m>
                <a:r>
                  <a:rPr lang="en-US" sz="1200" dirty="0">
                    <a:latin typeface="Aptos Display" panose="020B0004020202020204" pitchFamily="34" charset="0"/>
                  </a:rPr>
                  <a:t> is sent to the target API to find the boundary label.</a:t>
                </a:r>
              </a:p>
              <a:p>
                <a:r>
                  <a:rPr lang="en-US" sz="1200" dirty="0">
                    <a:latin typeface="Aptos Display" panose="020B0004020202020204" pitchFamily="34" charset="0"/>
                  </a:rPr>
                  <a:t>To trace how the attack continues to walk along the decision boundary, we perform the next iterations: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Continues numbering from 4</a:t>
                </a:r>
              </a:p>
              <a:p>
                <a:endParaRPr lang="en-US" dirty="0"/>
              </a:p>
            </p:txBody>
          </p:sp>
        </mc:Choice>
        <mc:Fallback xmlns="">
          <p:sp>
            <p:nvSpPr>
              <p:cNvPr id="3" name="Notes Placeholder 2">
                <a:extLst>
                  <a:ext uri="{FF2B5EF4-FFF2-40B4-BE49-F238E27FC236}">
                    <a16:creationId xmlns:a16="http://schemas.microsoft.com/office/drawing/2014/main" id="{1F62A42C-A47F-9DBC-4296-866B06E39404}"/>
                  </a:ext>
                </a:extLst>
              </p:cNvPr>
              <p:cNvSpPr>
                <a:spLocks noGrp="1"/>
              </p:cNvSpPr>
              <p:nvPr>
                <p:ph type="body" idx="1"/>
              </p:nvPr>
            </p:nvSpPr>
            <p:spPr/>
            <p:txBody>
              <a:bodyPr/>
              <a:lstStyle/>
              <a:p>
                <a:r>
                  <a:rPr lang="en-US" sz="1200" dirty="0">
                    <a:latin typeface="Aptos Display" panose="020B0004020202020204" pitchFamily="34" charset="0"/>
                  </a:rPr>
                  <a:t>This completes the first iteration. The new sample </a:t>
                </a:r>
                <a:r>
                  <a:rPr lang="en-US" sz="1200" i="0" dirty="0">
                    <a:latin typeface="Cambria Math" panose="02040503050406030204" pitchFamily="18" charset="0"/>
                  </a:rPr>
                  <a:t>𝑥^((1) )</a:t>
                </a:r>
                <a:r>
                  <a:rPr lang="en-US" sz="1200" dirty="0">
                    <a:latin typeface="Aptos Display" panose="020B0004020202020204" pitchFamily="34" charset="0"/>
                  </a:rPr>
                  <a:t> is sent to the target API to find the boundary label.</a:t>
                </a:r>
              </a:p>
              <a:p>
                <a:r>
                  <a:rPr lang="en-US" sz="1200" dirty="0">
                    <a:latin typeface="Aptos Display" panose="020B0004020202020204" pitchFamily="34" charset="0"/>
                  </a:rPr>
                  <a:t>To trace how the attack continues to walk along the decision boundary, we perform the next iterations: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Continues numbering from 4</a:t>
                </a:r>
              </a:p>
              <a:p>
                <a:endParaRPr lang="en-US" dirty="0"/>
              </a:p>
            </p:txBody>
          </p:sp>
        </mc:Fallback>
      </mc:AlternateContent>
      <p:sp>
        <p:nvSpPr>
          <p:cNvPr id="4" name="Slide Number Placeholder 3">
            <a:extLst>
              <a:ext uri="{FF2B5EF4-FFF2-40B4-BE49-F238E27FC236}">
                <a16:creationId xmlns:a16="http://schemas.microsoft.com/office/drawing/2014/main" id="{749D75BA-FFDE-8AE2-84A1-272805DA7DEE}"/>
              </a:ext>
            </a:extLst>
          </p:cNvPr>
          <p:cNvSpPr>
            <a:spLocks noGrp="1"/>
          </p:cNvSpPr>
          <p:nvPr>
            <p:ph type="sldNum" sz="quarter" idx="5"/>
          </p:nvPr>
        </p:nvSpPr>
        <p:spPr/>
        <p:txBody>
          <a:bodyPr/>
          <a:lstStyle/>
          <a:p>
            <a:pPr>
              <a:defRPr/>
            </a:pPr>
            <a:fld id="{8BC0F33B-1674-4AD7-BDC8-DD9E9E0A95D4}" type="slidenum">
              <a:rPr lang="it-IT" smtClean="0"/>
              <a:pPr>
                <a:defRPr/>
              </a:pPr>
              <a:t>10</a:t>
            </a:fld>
            <a:endParaRPr lang="it-IT"/>
          </a:p>
        </p:txBody>
      </p:sp>
    </p:spTree>
    <p:extLst>
      <p:ext uri="{BB962C8B-B14F-4D97-AF65-F5344CB8AC3E}">
        <p14:creationId xmlns:p14="http://schemas.microsoft.com/office/powerpoint/2010/main" val="4073526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9F5A8-3A8C-D77E-79BD-1341CE061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8EA9A-2BC0-DB89-47DA-187A6ED96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A8761-B422-1061-EB1A-5BBC3BE968EF}"/>
              </a:ext>
            </a:extLst>
          </p:cNvPr>
          <p:cNvSpPr>
            <a:spLocks noGrp="1"/>
          </p:cNvSpPr>
          <p:nvPr>
            <p:ph type="body" idx="1"/>
          </p:nvPr>
        </p:nvSpPr>
        <p:spPr/>
        <p:txBody>
          <a:bodyPr/>
          <a:lstStyle/>
          <a:p>
            <a:r>
              <a:rPr lang="en-US" dirty="0"/>
              <a:t>Equation solving is used when the victim model is a simple, standard machine learning algorithm (like Linear</a:t>
            </a:r>
          </a:p>
          <a:p>
            <a:r>
              <a:rPr lang="en-US" dirty="0"/>
              <a:t>or Logistic Regression). </a:t>
            </a:r>
          </a:p>
          <a:p>
            <a:r>
              <a:rPr lang="en-US" dirty="0"/>
              <a:t>1. Linear Relationship: These models make predictions by multiplying inputs</a:t>
            </a:r>
          </a:p>
          <a:p>
            <a:r>
              <a:rPr lang="en-US" dirty="0"/>
              <a:t>by weights and adding a bias. If the API returns exact prediction confidence scores (probabilities), we can</a:t>
            </a:r>
          </a:p>
          <a:p>
            <a:r>
              <a:rPr lang="en-US" dirty="0"/>
              <a:t>reverse-engineer this math. </a:t>
            </a:r>
          </a:p>
          <a:p>
            <a:endParaRPr lang="en-US" dirty="0"/>
          </a:p>
          <a:p>
            <a:r>
              <a:rPr lang="en-US" dirty="0"/>
              <a:t>2. System of Equations: Since the parameters are unknown, we can treat</a:t>
            </a:r>
          </a:p>
          <a:p>
            <a:r>
              <a:rPr lang="en-US" dirty="0"/>
              <a:t>them as variables in a system of linear equations. </a:t>
            </a:r>
          </a:p>
          <a:p>
            <a:endParaRPr lang="en-US" dirty="0"/>
          </a:p>
          <a:p>
            <a:r>
              <a:rPr lang="en-US" dirty="0"/>
              <a:t>3. Solve: By querying the API with a set of linearly</a:t>
            </a:r>
          </a:p>
          <a:p>
            <a:r>
              <a:rPr lang="en-US" dirty="0"/>
              <a:t>independent inputs, we generate enough equations to solve for the exact weights and bias</a:t>
            </a:r>
          </a:p>
        </p:txBody>
      </p:sp>
      <p:sp>
        <p:nvSpPr>
          <p:cNvPr id="4" name="Slide Number Placeholder 3">
            <a:extLst>
              <a:ext uri="{FF2B5EF4-FFF2-40B4-BE49-F238E27FC236}">
                <a16:creationId xmlns:a16="http://schemas.microsoft.com/office/drawing/2014/main" id="{7DBF9A49-494E-8B36-E5AA-667D3B1C6B67}"/>
              </a:ext>
            </a:extLst>
          </p:cNvPr>
          <p:cNvSpPr>
            <a:spLocks noGrp="1"/>
          </p:cNvSpPr>
          <p:nvPr>
            <p:ph type="sldNum" sz="quarter" idx="5"/>
          </p:nvPr>
        </p:nvSpPr>
        <p:spPr/>
        <p:txBody>
          <a:bodyPr/>
          <a:lstStyle/>
          <a:p>
            <a:pPr>
              <a:defRPr/>
            </a:pPr>
            <a:fld id="{8BC0F33B-1674-4AD7-BDC8-DD9E9E0A95D4}" type="slidenum">
              <a:rPr lang="it-IT" smtClean="0"/>
              <a:pPr>
                <a:defRPr/>
              </a:pPr>
              <a:t>11</a:t>
            </a:fld>
            <a:endParaRPr lang="it-IT"/>
          </a:p>
        </p:txBody>
      </p:sp>
    </p:spTree>
    <p:extLst>
      <p:ext uri="{BB962C8B-B14F-4D97-AF65-F5344CB8AC3E}">
        <p14:creationId xmlns:p14="http://schemas.microsoft.com/office/powerpoint/2010/main" val="3921527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56944-1042-46F3-5CA3-5B0A2D5B9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22888-7032-4EBE-3177-9F807AADE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50D3A-A37A-2145-1DE5-1C096F3ED6E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If an attacker extracts the model using query responses, the stolen model will also learn this arbitrary association. To prove theft, the defender queries the suspect model with the secret trigger set and verifies if its classification accuracy matches the trigger labels.</a:t>
            </a:r>
          </a:p>
          <a:p>
            <a:endParaRPr lang="en-US" dirty="0"/>
          </a:p>
        </p:txBody>
      </p:sp>
      <p:sp>
        <p:nvSpPr>
          <p:cNvPr id="4" name="Slide Number Placeholder 3">
            <a:extLst>
              <a:ext uri="{FF2B5EF4-FFF2-40B4-BE49-F238E27FC236}">
                <a16:creationId xmlns:a16="http://schemas.microsoft.com/office/drawing/2014/main" id="{8CA5F8D4-1667-2389-D0CE-8BEAB403D3B9}"/>
              </a:ext>
            </a:extLst>
          </p:cNvPr>
          <p:cNvSpPr>
            <a:spLocks noGrp="1"/>
          </p:cNvSpPr>
          <p:nvPr>
            <p:ph type="sldNum" sz="quarter" idx="5"/>
          </p:nvPr>
        </p:nvSpPr>
        <p:spPr/>
        <p:txBody>
          <a:bodyPr/>
          <a:lstStyle/>
          <a:p>
            <a:pPr>
              <a:defRPr/>
            </a:pPr>
            <a:fld id="{8BC0F33B-1674-4AD7-BDC8-DD9E9E0A95D4}" type="slidenum">
              <a:rPr lang="it-IT" smtClean="0"/>
              <a:pPr>
                <a:defRPr/>
              </a:pPr>
              <a:t>12</a:t>
            </a:fld>
            <a:endParaRPr lang="it-IT"/>
          </a:p>
        </p:txBody>
      </p:sp>
    </p:spTree>
    <p:extLst>
      <p:ext uri="{BB962C8B-B14F-4D97-AF65-F5344CB8AC3E}">
        <p14:creationId xmlns:p14="http://schemas.microsoft.com/office/powerpoint/2010/main" val="3772584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0CB28-D43E-DE45-9964-99887DEB7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266D0-8166-F063-4F73-B78CD0347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B166C-5285-BF46-7A6F-EFFA57CEF9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496BF-F80F-5E4C-29A1-7CC8A2E85D5C}"/>
              </a:ext>
            </a:extLst>
          </p:cNvPr>
          <p:cNvSpPr>
            <a:spLocks noGrp="1"/>
          </p:cNvSpPr>
          <p:nvPr>
            <p:ph type="sldNum" sz="quarter" idx="5"/>
          </p:nvPr>
        </p:nvSpPr>
        <p:spPr/>
        <p:txBody>
          <a:bodyPr/>
          <a:lstStyle/>
          <a:p>
            <a:pPr>
              <a:defRPr/>
            </a:pPr>
            <a:fld id="{8BC0F33B-1674-4AD7-BDC8-DD9E9E0A95D4}" type="slidenum">
              <a:rPr lang="it-IT" smtClean="0"/>
              <a:pPr>
                <a:defRPr/>
              </a:pPr>
              <a:t>13</a:t>
            </a:fld>
            <a:endParaRPr lang="it-IT"/>
          </a:p>
        </p:txBody>
      </p:sp>
    </p:spTree>
    <p:extLst>
      <p:ext uri="{BB962C8B-B14F-4D97-AF65-F5344CB8AC3E}">
        <p14:creationId xmlns:p14="http://schemas.microsoft.com/office/powerpoint/2010/main" val="689243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AE089-484E-A6B4-9C3F-11E459EFF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57369-ED70-0FFD-8D04-1FCA12BD932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606416C-3595-967B-1AF7-92295558965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 e.g., </a:t>
                </a:r>
                <a14:m>
                  <m:oMath xmlns:m="http://schemas.openxmlformats.org/officeDocument/2006/math">
                    <m:r>
                      <a:rPr lang="en-US" sz="1200" dirty="0" smtClean="0">
                        <a:latin typeface="Cambria Math" panose="02040503050406030204" pitchFamily="18" charset="0"/>
                      </a:rPr>
                      <m:t>80</m:t>
                    </m:r>
                    <m:r>
                      <a:rPr lang="en-US" sz="1200" i="0" dirty="0">
                        <a:latin typeface="Cambria Math" panose="02040503050406030204" pitchFamily="18" charset="0"/>
                      </a:rPr>
                      <m:t>%</m:t>
                    </m:r>
                  </m:oMath>
                </a14:m>
                <a:r>
                  <a:rPr lang="en-US" sz="1200" dirty="0">
                    <a:latin typeface="Aptos Display" panose="020B0004020202020204" pitchFamily="34" charset="0"/>
                  </a:rPr>
                  <a:t>), the model is flagged as stolen.</a:t>
                </a:r>
              </a:p>
              <a:p>
                <a:endParaRPr lang="en-US" dirty="0"/>
              </a:p>
            </p:txBody>
          </p:sp>
        </mc:Choice>
        <mc:Fallback xmlns="">
          <p:sp>
            <p:nvSpPr>
              <p:cNvPr id="3" name="Notes Placeholder 2">
                <a:extLst>
                  <a:ext uri="{FF2B5EF4-FFF2-40B4-BE49-F238E27FC236}">
                    <a16:creationId xmlns:a16="http://schemas.microsoft.com/office/drawing/2014/main" id="{B606416C-3595-967B-1AF7-92295558965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 e.g., </a:t>
                </a:r>
                <a:r>
                  <a:rPr lang="en-US" sz="1200" i="0" dirty="0">
                    <a:latin typeface="Cambria Math" panose="02040503050406030204" pitchFamily="18" charset="0"/>
                  </a:rPr>
                  <a:t>80%</a:t>
                </a:r>
                <a:r>
                  <a:rPr lang="en-US" sz="1200" dirty="0">
                    <a:latin typeface="Aptos Display" panose="020B0004020202020204" pitchFamily="34" charset="0"/>
                  </a:rPr>
                  <a:t>), the model is flagged as stolen.</a:t>
                </a:r>
              </a:p>
              <a:p>
                <a:endParaRPr lang="en-US" dirty="0"/>
              </a:p>
            </p:txBody>
          </p:sp>
        </mc:Fallback>
      </mc:AlternateContent>
      <p:sp>
        <p:nvSpPr>
          <p:cNvPr id="4" name="Slide Number Placeholder 3">
            <a:extLst>
              <a:ext uri="{FF2B5EF4-FFF2-40B4-BE49-F238E27FC236}">
                <a16:creationId xmlns:a16="http://schemas.microsoft.com/office/drawing/2014/main" id="{6A30E0B8-4A04-5244-6727-20125A2F34F2}"/>
              </a:ext>
            </a:extLst>
          </p:cNvPr>
          <p:cNvSpPr>
            <a:spLocks noGrp="1"/>
          </p:cNvSpPr>
          <p:nvPr>
            <p:ph type="sldNum" sz="quarter" idx="5"/>
          </p:nvPr>
        </p:nvSpPr>
        <p:spPr/>
        <p:txBody>
          <a:bodyPr/>
          <a:lstStyle/>
          <a:p>
            <a:pPr>
              <a:defRPr/>
            </a:pPr>
            <a:fld id="{8BC0F33B-1674-4AD7-BDC8-DD9E9E0A95D4}" type="slidenum">
              <a:rPr lang="it-IT" smtClean="0"/>
              <a:pPr>
                <a:defRPr/>
              </a:pPr>
              <a:t>14</a:t>
            </a:fld>
            <a:endParaRPr lang="it-IT"/>
          </a:p>
        </p:txBody>
      </p:sp>
    </p:spTree>
    <p:extLst>
      <p:ext uri="{BB962C8B-B14F-4D97-AF65-F5344CB8AC3E}">
        <p14:creationId xmlns:p14="http://schemas.microsoft.com/office/powerpoint/2010/main" val="1878081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68BF-D93D-CE76-E669-A6FF19D3F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0995A-4E4E-5546-AAB3-8ADCB85982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2F205-DD88-AD01-2EF4-322DFD5A61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6D8347-D463-854E-79FB-70B155CC2ED5}"/>
              </a:ext>
            </a:extLst>
          </p:cNvPr>
          <p:cNvSpPr>
            <a:spLocks noGrp="1"/>
          </p:cNvSpPr>
          <p:nvPr>
            <p:ph type="sldNum" sz="quarter" idx="5"/>
          </p:nvPr>
        </p:nvSpPr>
        <p:spPr/>
        <p:txBody>
          <a:bodyPr/>
          <a:lstStyle/>
          <a:p>
            <a:pPr>
              <a:defRPr/>
            </a:pPr>
            <a:fld id="{8BC0F33B-1674-4AD7-BDC8-DD9E9E0A95D4}" type="slidenum">
              <a:rPr lang="it-IT" smtClean="0"/>
              <a:pPr>
                <a:defRPr/>
              </a:pPr>
              <a:t>15</a:t>
            </a:fld>
            <a:endParaRPr lang="it-IT"/>
          </a:p>
        </p:txBody>
      </p:sp>
    </p:spTree>
    <p:extLst>
      <p:ext uri="{BB962C8B-B14F-4D97-AF65-F5344CB8AC3E}">
        <p14:creationId xmlns:p14="http://schemas.microsoft.com/office/powerpoint/2010/main" val="611887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416F4-03DE-D155-6594-04270D667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D1D48-C18F-4D98-0C89-72C2BDD21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50AE5-B667-3DF4-118A-8A03F853422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ptos Display" panose="020B0004020202020204" pitchFamily="34" charset="0"/>
              </a:rPr>
              <a:t>Because training is stochastic, two models trained independently on the same task will form slightly different decision boundaries and make different predictions on these boundary inputs. However, an extracted model that replicates the victim model's boundary will make highly correlated predictions on these specific fingerprint inputs.</a:t>
            </a:r>
          </a:p>
          <a:p>
            <a:endParaRPr lang="en-US" dirty="0"/>
          </a:p>
        </p:txBody>
      </p:sp>
      <p:sp>
        <p:nvSpPr>
          <p:cNvPr id="4" name="Slide Number Placeholder 3">
            <a:extLst>
              <a:ext uri="{FF2B5EF4-FFF2-40B4-BE49-F238E27FC236}">
                <a16:creationId xmlns:a16="http://schemas.microsoft.com/office/drawing/2014/main" id="{75B366AF-2713-14A3-43CF-FC92152A98C6}"/>
              </a:ext>
            </a:extLst>
          </p:cNvPr>
          <p:cNvSpPr>
            <a:spLocks noGrp="1"/>
          </p:cNvSpPr>
          <p:nvPr>
            <p:ph type="sldNum" sz="quarter" idx="5"/>
          </p:nvPr>
        </p:nvSpPr>
        <p:spPr/>
        <p:txBody>
          <a:bodyPr/>
          <a:lstStyle/>
          <a:p>
            <a:pPr>
              <a:defRPr/>
            </a:pPr>
            <a:fld id="{8BC0F33B-1674-4AD7-BDC8-DD9E9E0A95D4}" type="slidenum">
              <a:rPr lang="it-IT" smtClean="0"/>
              <a:pPr>
                <a:defRPr/>
              </a:pPr>
              <a:t>16</a:t>
            </a:fld>
            <a:endParaRPr lang="it-IT"/>
          </a:p>
        </p:txBody>
      </p:sp>
    </p:spTree>
    <p:extLst>
      <p:ext uri="{BB962C8B-B14F-4D97-AF65-F5344CB8AC3E}">
        <p14:creationId xmlns:p14="http://schemas.microsoft.com/office/powerpoint/2010/main" val="2402209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8B32-6770-6B1A-7B35-9ADE21554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08BE1-370D-A31D-35CC-7DD6338EF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5E8DD-F9A5-6537-C045-EFA0E489B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89412E-9EC5-D1CD-E1CE-D8BC9C228E53}"/>
              </a:ext>
            </a:extLst>
          </p:cNvPr>
          <p:cNvSpPr>
            <a:spLocks noGrp="1"/>
          </p:cNvSpPr>
          <p:nvPr>
            <p:ph type="sldNum" sz="quarter" idx="5"/>
          </p:nvPr>
        </p:nvSpPr>
        <p:spPr/>
        <p:txBody>
          <a:bodyPr/>
          <a:lstStyle/>
          <a:p>
            <a:pPr>
              <a:defRPr/>
            </a:pPr>
            <a:fld id="{8BC0F33B-1674-4AD7-BDC8-DD9E9E0A95D4}" type="slidenum">
              <a:rPr lang="it-IT" smtClean="0"/>
              <a:pPr>
                <a:defRPr/>
              </a:pPr>
              <a:t>17</a:t>
            </a:fld>
            <a:endParaRPr lang="it-IT"/>
          </a:p>
        </p:txBody>
      </p:sp>
    </p:spTree>
    <p:extLst>
      <p:ext uri="{BB962C8B-B14F-4D97-AF65-F5344CB8AC3E}">
        <p14:creationId xmlns:p14="http://schemas.microsoft.com/office/powerpoint/2010/main" val="2870164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B29B0-438A-61BB-733E-2010E57C2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599B-D808-8736-51F3-5D1F9EF8F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D72FC-BAE5-976A-C556-699041BE61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379BD-E271-C85B-D340-6D20E6FBCECC}"/>
              </a:ext>
            </a:extLst>
          </p:cNvPr>
          <p:cNvSpPr>
            <a:spLocks noGrp="1"/>
          </p:cNvSpPr>
          <p:nvPr>
            <p:ph type="sldNum" sz="quarter" idx="5"/>
          </p:nvPr>
        </p:nvSpPr>
        <p:spPr/>
        <p:txBody>
          <a:bodyPr/>
          <a:lstStyle/>
          <a:p>
            <a:pPr>
              <a:defRPr/>
            </a:pPr>
            <a:fld id="{8BC0F33B-1674-4AD7-BDC8-DD9E9E0A95D4}" type="slidenum">
              <a:rPr lang="it-IT" smtClean="0"/>
              <a:pPr>
                <a:defRPr/>
              </a:pPr>
              <a:t>18</a:t>
            </a:fld>
            <a:endParaRPr lang="it-IT"/>
          </a:p>
        </p:txBody>
      </p:sp>
    </p:spTree>
    <p:extLst>
      <p:ext uri="{BB962C8B-B14F-4D97-AF65-F5344CB8AC3E}">
        <p14:creationId xmlns:p14="http://schemas.microsoft.com/office/powerpoint/2010/main" val="3844387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204A7-C39A-B6E5-017B-5C428D622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7E91E-F131-E786-1674-56B4F8E0E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FE9FE-3BF0-89F8-E8EF-B0CF1E48E0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3F5B8C-6FC0-6F2E-025C-931426A8FECC}"/>
              </a:ext>
            </a:extLst>
          </p:cNvPr>
          <p:cNvSpPr>
            <a:spLocks noGrp="1"/>
          </p:cNvSpPr>
          <p:nvPr>
            <p:ph type="sldNum" sz="quarter" idx="5"/>
          </p:nvPr>
        </p:nvSpPr>
        <p:spPr/>
        <p:txBody>
          <a:bodyPr/>
          <a:lstStyle/>
          <a:p>
            <a:pPr>
              <a:defRPr/>
            </a:pPr>
            <a:fld id="{8BC0F33B-1674-4AD7-BDC8-DD9E9E0A95D4}" type="slidenum">
              <a:rPr lang="it-IT" smtClean="0"/>
              <a:pPr>
                <a:defRPr/>
              </a:pPr>
              <a:t>19</a:t>
            </a:fld>
            <a:endParaRPr lang="it-IT"/>
          </a:p>
        </p:txBody>
      </p:sp>
    </p:spTree>
    <p:extLst>
      <p:ext uri="{BB962C8B-B14F-4D97-AF65-F5344CB8AC3E}">
        <p14:creationId xmlns:p14="http://schemas.microsoft.com/office/powerpoint/2010/main" val="4149997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0789-8D6C-183E-384D-7382BECA5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DE721-B42D-48E7-DD22-8A243D758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85449-7034-396F-E455-1A5A01624170}"/>
              </a:ext>
            </a:extLst>
          </p:cNvPr>
          <p:cNvSpPr>
            <a:spLocks noGrp="1"/>
          </p:cNvSpPr>
          <p:nvPr>
            <p:ph type="body" idx="1"/>
          </p:nvPr>
        </p:nvSpPr>
        <p:spPr/>
        <p:txBody>
          <a:bodyPr/>
          <a:lstStyle/>
          <a:p>
            <a:pPr marL="0" indent="0">
              <a:lnSpc>
                <a:spcPct val="90000"/>
              </a:lnSpc>
            </a:pPr>
            <a:r>
              <a:rPr lang="en-US" sz="1200" dirty="0"/>
              <a:t>Data perturbation prevents this by adding calibrated noise to the model's raw output logits before passing them to the </a:t>
            </a:r>
            <a:r>
              <a:rPr lang="en-US" sz="1200" dirty="0" err="1"/>
              <a:t>softmax</a:t>
            </a:r>
            <a:r>
              <a:rPr lang="en-US" sz="1200" dirty="0"/>
              <a:t> function. This distorts the fine-grained probability distribution (which contains the boundary information) while keeping the highest-scoring class (the top-1 prediction) unchanged, thereby protecting the model while maintaining utility for benign users.</a:t>
            </a:r>
          </a:p>
        </p:txBody>
      </p:sp>
      <p:sp>
        <p:nvSpPr>
          <p:cNvPr id="4" name="Slide Number Placeholder 3">
            <a:extLst>
              <a:ext uri="{FF2B5EF4-FFF2-40B4-BE49-F238E27FC236}">
                <a16:creationId xmlns:a16="http://schemas.microsoft.com/office/drawing/2014/main" id="{163BE2A6-034B-E2B6-EE73-8B6DAFB87789}"/>
              </a:ext>
            </a:extLst>
          </p:cNvPr>
          <p:cNvSpPr>
            <a:spLocks noGrp="1"/>
          </p:cNvSpPr>
          <p:nvPr>
            <p:ph type="sldNum" sz="quarter" idx="5"/>
          </p:nvPr>
        </p:nvSpPr>
        <p:spPr/>
        <p:txBody>
          <a:bodyPr/>
          <a:lstStyle/>
          <a:p>
            <a:pPr>
              <a:defRPr/>
            </a:pPr>
            <a:fld id="{8BC0F33B-1674-4AD7-BDC8-DD9E9E0A95D4}" type="slidenum">
              <a:rPr lang="it-IT" smtClean="0"/>
              <a:pPr>
                <a:defRPr/>
              </a:pPr>
              <a:t>20</a:t>
            </a:fld>
            <a:endParaRPr lang="it-IT"/>
          </a:p>
        </p:txBody>
      </p:sp>
    </p:spTree>
    <p:extLst>
      <p:ext uri="{BB962C8B-B14F-4D97-AF65-F5344CB8AC3E}">
        <p14:creationId xmlns:p14="http://schemas.microsoft.com/office/powerpoint/2010/main" val="1583616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3DC0D-FBD5-209F-0EA4-5BC4F7D17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AE9A5-C51C-2000-B462-B1B31D2A6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AD3D84-218B-9196-A6BC-287C7BB253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A872B0-82A2-53E9-BEA7-BACBF2A612DC}"/>
              </a:ext>
            </a:extLst>
          </p:cNvPr>
          <p:cNvSpPr>
            <a:spLocks noGrp="1"/>
          </p:cNvSpPr>
          <p:nvPr>
            <p:ph type="sldNum" sz="quarter" idx="5"/>
          </p:nvPr>
        </p:nvSpPr>
        <p:spPr/>
        <p:txBody>
          <a:bodyPr/>
          <a:lstStyle/>
          <a:p>
            <a:pPr>
              <a:defRPr/>
            </a:pPr>
            <a:fld id="{8BC0F33B-1674-4AD7-BDC8-DD9E9E0A95D4}" type="slidenum">
              <a:rPr lang="it-IT" smtClean="0"/>
              <a:pPr>
                <a:defRPr/>
              </a:pPr>
              <a:t>21</a:t>
            </a:fld>
            <a:endParaRPr lang="it-IT"/>
          </a:p>
        </p:txBody>
      </p:sp>
    </p:spTree>
    <p:extLst>
      <p:ext uri="{BB962C8B-B14F-4D97-AF65-F5344CB8AC3E}">
        <p14:creationId xmlns:p14="http://schemas.microsoft.com/office/powerpoint/2010/main" val="4010109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0FA16-0FEA-A130-4F6D-A2E7F74FF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08756-67CA-10A4-BAAC-CDD84AAC95D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1D4B7A1-F564-673E-F11F-8FD38D5503C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Without perturbation, the true probabilities were </a:t>
                </a:r>
                <a14:m>
                  <m:oMath xmlns:m="http://schemas.openxmlformats.org/officeDocument/2006/math">
                    <m:r>
                      <a:rPr lang="en-US" sz="1200" dirty="0">
                        <a:latin typeface="Cambria Math" panose="02040503050406030204" pitchFamily="18" charset="0"/>
                      </a:rPr>
                      <m:t>𝑝</m:t>
                    </m:r>
                    <m:r>
                      <a:rPr lang="en-US" sz="1200" dirty="0">
                        <a:latin typeface="Cambria Math" panose="02040503050406030204" pitchFamily="18" charset="0"/>
                      </a:rPr>
                      <m:t>=</m:t>
                    </m:r>
                    <m:sSup>
                      <m:sSupPr>
                        <m:ctrlPr>
                          <a:rPr lang="en-US" sz="1200" i="1" dirty="0">
                            <a:latin typeface="Cambria Math" panose="02040503050406030204" pitchFamily="18" charset="0"/>
                          </a:rPr>
                        </m:ctrlPr>
                      </m:sSupPr>
                      <m:e>
                        <m:d>
                          <m:dPr>
                            <m:begChr m:val="["/>
                            <m:endChr m:val="]"/>
                            <m:ctrlPr>
                              <a:rPr lang="en-US" sz="1200" i="1" dirty="0">
                                <a:latin typeface="Cambria Math" panose="02040503050406030204" pitchFamily="18" charset="0"/>
                              </a:rPr>
                            </m:ctrlPr>
                          </m:dPr>
                          <m:e>
                            <m:r>
                              <a:rPr lang="en-US" sz="1200" dirty="0">
                                <a:latin typeface="Cambria Math" panose="02040503050406030204" pitchFamily="18" charset="0"/>
                              </a:rPr>
                              <m:t>0.953,0.047</m:t>
                            </m:r>
                          </m:e>
                        </m:d>
                      </m:e>
                      <m:sup>
                        <m:r>
                          <a:rPr lang="en-US" sz="1200" dirty="0">
                            <a:latin typeface="Cambria Math" panose="02040503050406030204" pitchFamily="18" charset="0"/>
                          </a:rPr>
                          <m:t>𝑇</m:t>
                        </m:r>
                      </m:sup>
                    </m:sSup>
                  </m:oMath>
                </a14:m>
                <a:r>
                  <a:rPr lang="en-US" sz="1200" dirty="0"/>
                  <a:t>. The perturbation alters the exact distribution values (which degrades the substitute model's training signal) but keeps the predicted class (class 0) identical.</a:t>
                </a:r>
              </a:p>
              <a:p>
                <a:endParaRPr lang="en-US" dirty="0"/>
              </a:p>
            </p:txBody>
          </p:sp>
        </mc:Choice>
        <mc:Fallback xmlns="">
          <p:sp>
            <p:nvSpPr>
              <p:cNvPr id="3" name="Notes Placeholder 2">
                <a:extLst>
                  <a:ext uri="{FF2B5EF4-FFF2-40B4-BE49-F238E27FC236}">
                    <a16:creationId xmlns:a16="http://schemas.microsoft.com/office/drawing/2014/main" id="{E1D4B7A1-F564-673E-F11F-8FD38D5503C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Without perturbation, the true probabilities were </a:t>
                </a:r>
                <a:r>
                  <a:rPr lang="en-US" sz="1200" i="0" dirty="0">
                    <a:latin typeface="Cambria Math" panose="02040503050406030204" pitchFamily="18" charset="0"/>
                  </a:rPr>
                  <a:t>𝑝=[0.953,0.047]^𝑇</a:t>
                </a:r>
                <a:r>
                  <a:rPr lang="en-US" sz="1200" dirty="0"/>
                  <a:t>. The perturbation alters the exact distribution values (which degrades the substitute model's training signal) but keeps the predicted class (class 0) identical.</a:t>
                </a:r>
              </a:p>
              <a:p>
                <a:endParaRPr lang="en-US" dirty="0"/>
              </a:p>
            </p:txBody>
          </p:sp>
        </mc:Fallback>
      </mc:AlternateContent>
      <p:sp>
        <p:nvSpPr>
          <p:cNvPr id="4" name="Slide Number Placeholder 3">
            <a:extLst>
              <a:ext uri="{FF2B5EF4-FFF2-40B4-BE49-F238E27FC236}">
                <a16:creationId xmlns:a16="http://schemas.microsoft.com/office/drawing/2014/main" id="{A250162C-A112-B777-0F9C-CF4129FCFDAF}"/>
              </a:ext>
            </a:extLst>
          </p:cNvPr>
          <p:cNvSpPr>
            <a:spLocks noGrp="1"/>
          </p:cNvSpPr>
          <p:nvPr>
            <p:ph type="sldNum" sz="quarter" idx="5"/>
          </p:nvPr>
        </p:nvSpPr>
        <p:spPr/>
        <p:txBody>
          <a:bodyPr/>
          <a:lstStyle/>
          <a:p>
            <a:pPr>
              <a:defRPr/>
            </a:pPr>
            <a:fld id="{8BC0F33B-1674-4AD7-BDC8-DD9E9E0A95D4}" type="slidenum">
              <a:rPr lang="it-IT" smtClean="0"/>
              <a:pPr>
                <a:defRPr/>
              </a:pPr>
              <a:t>22</a:t>
            </a:fld>
            <a:endParaRPr lang="it-IT"/>
          </a:p>
        </p:txBody>
      </p:sp>
    </p:spTree>
    <p:extLst>
      <p:ext uri="{BB962C8B-B14F-4D97-AF65-F5344CB8AC3E}">
        <p14:creationId xmlns:p14="http://schemas.microsoft.com/office/powerpoint/2010/main" val="33266164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8227-56A1-C628-B6C3-199E0EA20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6DA00-6455-213B-B90C-127B9D165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E1314-7E03-CFEB-862F-3F1AF29A56BF}"/>
              </a:ext>
            </a:extLst>
          </p:cNvPr>
          <p:cNvSpPr>
            <a:spLocks noGrp="1"/>
          </p:cNvSpPr>
          <p:nvPr>
            <p:ph type="body" idx="1"/>
          </p:nvPr>
        </p:nvSpPr>
        <p:spPr/>
        <p:txBody>
          <a:bodyPr/>
          <a:lstStyle/>
          <a:p>
            <a:r>
              <a:rPr lang="en-US" sz="1200" dirty="0">
                <a:latin typeface="Aptos Display" panose="020B0004020202020204" pitchFamily="34" charset="0"/>
              </a:rPr>
              <a:t>This temperature scaling smooths the decision surface and decreases the magnitude of the model's gradients. This makes it difficult for an attacker to estimate gradients or locate the decision boundary via query perturbations.</a:t>
            </a:r>
            <a:endParaRPr lang="en-US" dirty="0"/>
          </a:p>
        </p:txBody>
      </p:sp>
      <p:sp>
        <p:nvSpPr>
          <p:cNvPr id="4" name="Slide Number Placeholder 3">
            <a:extLst>
              <a:ext uri="{FF2B5EF4-FFF2-40B4-BE49-F238E27FC236}">
                <a16:creationId xmlns:a16="http://schemas.microsoft.com/office/drawing/2014/main" id="{BC2E5F81-6487-A4FB-E1EC-67BCA74A5DFC}"/>
              </a:ext>
            </a:extLst>
          </p:cNvPr>
          <p:cNvSpPr>
            <a:spLocks noGrp="1"/>
          </p:cNvSpPr>
          <p:nvPr>
            <p:ph type="sldNum" sz="quarter" idx="5"/>
          </p:nvPr>
        </p:nvSpPr>
        <p:spPr/>
        <p:txBody>
          <a:bodyPr/>
          <a:lstStyle/>
          <a:p>
            <a:pPr>
              <a:defRPr/>
            </a:pPr>
            <a:fld id="{8BC0F33B-1674-4AD7-BDC8-DD9E9E0A95D4}" type="slidenum">
              <a:rPr lang="it-IT" smtClean="0"/>
              <a:pPr>
                <a:defRPr/>
              </a:pPr>
              <a:t>23</a:t>
            </a:fld>
            <a:endParaRPr lang="it-IT"/>
          </a:p>
        </p:txBody>
      </p:sp>
    </p:spTree>
    <p:extLst>
      <p:ext uri="{BB962C8B-B14F-4D97-AF65-F5344CB8AC3E}">
        <p14:creationId xmlns:p14="http://schemas.microsoft.com/office/powerpoint/2010/main" val="1047918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7335C-BC18-0A6C-29F3-3F4F19CFF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8BF28-2017-1BCA-63B5-B45AA8EB4E7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37A4C79-BFD5-2B81-A9F3-38C25FB36CF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003366"/>
                    </a:solidFill>
                    <a:latin typeface="Aptos Display" panose="020B0004020202020204" pitchFamily="34" charset="0"/>
                  </a:rPr>
                  <a:t>During deployment, the student model is run at temperature </a:t>
                </a:r>
                <a14:m>
                  <m:oMath xmlns:m="http://schemas.openxmlformats.org/officeDocument/2006/math">
                    <m:r>
                      <a:rPr lang="en-US" sz="1200" i="1" dirty="0" smtClean="0">
                        <a:solidFill>
                          <a:srgbClr val="003366"/>
                        </a:solidFill>
                        <a:latin typeface="Cambria Math" panose="02040503050406030204" pitchFamily="18" charset="0"/>
                      </a:rPr>
                      <m:t>𝑇</m:t>
                    </m:r>
                    <m:r>
                      <a:rPr lang="en-US" sz="1200" i="0" dirty="0">
                        <a:solidFill>
                          <a:srgbClr val="003366"/>
                        </a:solidFill>
                        <a:latin typeface="Cambria Math" panose="02040503050406030204" pitchFamily="18" charset="0"/>
                      </a:rPr>
                      <m:t>=1</m:t>
                    </m:r>
                  </m:oMath>
                </a14:m>
                <a:r>
                  <a:rPr lang="en-US" sz="1200" dirty="0">
                    <a:solidFill>
                      <a:srgbClr val="003366"/>
                    </a:solidFill>
                    <a:latin typeface="Aptos Display" panose="020B0004020202020204" pitchFamily="34" charset="0"/>
                  </a:rPr>
                  <a:t>. Because it was trained on smooth, temperature-scaled soft labels, the magnitude of its gradients </a:t>
                </a:r>
                <a14:m>
                  <m:oMath xmlns:m="http://schemas.openxmlformats.org/officeDocument/2006/math">
                    <m:sSub>
                      <m:sSubPr>
                        <m:ctrlPr>
                          <a:rPr lang="en-US" sz="1200" i="1" dirty="0" smtClean="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m:t>
                        </m:r>
                      </m:e>
                      <m:sub>
                        <m:r>
                          <a:rPr lang="en-US" sz="1200" i="1" dirty="0">
                            <a:solidFill>
                              <a:srgbClr val="003366"/>
                            </a:solidFill>
                            <a:latin typeface="Cambria Math" panose="02040503050406030204" pitchFamily="18" charset="0"/>
                          </a:rPr>
                          <m:t>𝑥</m:t>
                        </m:r>
                      </m:sub>
                    </m:sSub>
                    <m:r>
                      <a:rPr lang="en-US" sz="1200" i="1" dirty="0">
                        <a:solidFill>
                          <a:srgbClr val="003366"/>
                        </a:solidFill>
                        <a:latin typeface="Cambria Math" panose="02040503050406030204" pitchFamily="18" charset="0"/>
                      </a:rPr>
                      <m:t>𝑓</m:t>
                    </m:r>
                    <m:d>
                      <m:dPr>
                        <m:ctrlPr>
                          <a:rPr lang="en-US" sz="1200" i="1" dirty="0">
                            <a:solidFill>
                              <a:srgbClr val="003366"/>
                            </a:solidFill>
                            <a:latin typeface="Cambria Math" panose="02040503050406030204" pitchFamily="18" charset="0"/>
                          </a:rPr>
                        </m:ctrlPr>
                      </m:dPr>
                      <m:e>
                        <m:r>
                          <a:rPr lang="en-US" sz="1200" i="1" dirty="0">
                            <a:solidFill>
                              <a:srgbClr val="003366"/>
                            </a:solidFill>
                            <a:latin typeface="Cambria Math" panose="02040503050406030204" pitchFamily="18" charset="0"/>
                          </a:rPr>
                          <m:t>𝑥</m:t>
                        </m:r>
                      </m:e>
                    </m:d>
                  </m:oMath>
                </a14:m>
                <a:r>
                  <a:rPr lang="en-US" sz="1200" dirty="0">
                    <a:solidFill>
                      <a:srgbClr val="003366"/>
                    </a:solidFill>
                    <a:latin typeface="Aptos Display" panose="020B0004020202020204" pitchFamily="34" charset="0"/>
                  </a:rPr>
                  <a:t> is significantly reduced.</a:t>
                </a:r>
              </a:p>
              <a:p>
                <a:endParaRPr lang="en-US" dirty="0"/>
              </a:p>
            </p:txBody>
          </p:sp>
        </mc:Choice>
        <mc:Fallback xmlns="">
          <p:sp>
            <p:nvSpPr>
              <p:cNvPr id="3" name="Notes Placeholder 2">
                <a:extLst>
                  <a:ext uri="{FF2B5EF4-FFF2-40B4-BE49-F238E27FC236}">
                    <a16:creationId xmlns:a16="http://schemas.microsoft.com/office/drawing/2014/main" id="{A37A4C79-BFD5-2B81-A9F3-38C25FB36CF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003366"/>
                    </a:solidFill>
                    <a:latin typeface="Aptos Display" panose="020B0004020202020204" pitchFamily="34" charset="0"/>
                  </a:rPr>
                  <a:t>During deployment, the student model is run at temperature </a:t>
                </a:r>
                <a:r>
                  <a:rPr lang="en-US" sz="1200" i="0" dirty="0">
                    <a:solidFill>
                      <a:srgbClr val="003366"/>
                    </a:solidFill>
                    <a:latin typeface="Cambria Math" panose="02040503050406030204" pitchFamily="18" charset="0"/>
                  </a:rPr>
                  <a:t>𝑇=1</a:t>
                </a:r>
                <a:r>
                  <a:rPr lang="en-US" sz="1200" dirty="0">
                    <a:solidFill>
                      <a:srgbClr val="003366"/>
                    </a:solidFill>
                    <a:latin typeface="Aptos Display" panose="020B0004020202020204" pitchFamily="34" charset="0"/>
                  </a:rPr>
                  <a:t>. Because it was trained on smooth, temperature-scaled soft labels, the magnitude of its gradients </a:t>
                </a:r>
                <a:r>
                  <a:rPr lang="en-US" sz="1200" i="0" dirty="0">
                    <a:solidFill>
                      <a:srgbClr val="003366"/>
                    </a:solidFill>
                    <a:latin typeface="Cambria Math" panose="02040503050406030204" pitchFamily="18" charset="0"/>
                  </a:rPr>
                  <a:t>𝛻_𝑥 𝑓(𝑥)</a:t>
                </a:r>
                <a:r>
                  <a:rPr lang="en-US" sz="1200" dirty="0">
                    <a:solidFill>
                      <a:srgbClr val="003366"/>
                    </a:solidFill>
                    <a:latin typeface="Aptos Display" panose="020B0004020202020204" pitchFamily="34" charset="0"/>
                  </a:rPr>
                  <a:t> is significantly reduced.</a:t>
                </a:r>
              </a:p>
              <a:p>
                <a:endParaRPr lang="en-US" dirty="0"/>
              </a:p>
            </p:txBody>
          </p:sp>
        </mc:Fallback>
      </mc:AlternateContent>
      <p:sp>
        <p:nvSpPr>
          <p:cNvPr id="4" name="Slide Number Placeholder 3">
            <a:extLst>
              <a:ext uri="{FF2B5EF4-FFF2-40B4-BE49-F238E27FC236}">
                <a16:creationId xmlns:a16="http://schemas.microsoft.com/office/drawing/2014/main" id="{1E30E52D-ACBC-3A63-475A-E1E3DD1BA3E8}"/>
              </a:ext>
            </a:extLst>
          </p:cNvPr>
          <p:cNvSpPr>
            <a:spLocks noGrp="1"/>
          </p:cNvSpPr>
          <p:nvPr>
            <p:ph type="sldNum" sz="quarter" idx="5"/>
          </p:nvPr>
        </p:nvSpPr>
        <p:spPr/>
        <p:txBody>
          <a:bodyPr/>
          <a:lstStyle/>
          <a:p>
            <a:pPr>
              <a:defRPr/>
            </a:pPr>
            <a:fld id="{8BC0F33B-1674-4AD7-BDC8-DD9E9E0A95D4}" type="slidenum">
              <a:rPr lang="it-IT" smtClean="0"/>
              <a:pPr>
                <a:defRPr/>
              </a:pPr>
              <a:t>24</a:t>
            </a:fld>
            <a:endParaRPr lang="it-IT"/>
          </a:p>
        </p:txBody>
      </p:sp>
    </p:spTree>
    <p:extLst>
      <p:ext uri="{BB962C8B-B14F-4D97-AF65-F5344CB8AC3E}">
        <p14:creationId xmlns:p14="http://schemas.microsoft.com/office/powerpoint/2010/main" val="1636078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9C777-6646-36B5-66C0-5B017CF01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8D69F-14B0-6BCD-5489-D84AC06B9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15C200-C654-05C7-F699-7E79A8F4E5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788AC-B1E8-8044-F27F-FA50ED0FDF11}"/>
              </a:ext>
            </a:extLst>
          </p:cNvPr>
          <p:cNvSpPr>
            <a:spLocks noGrp="1"/>
          </p:cNvSpPr>
          <p:nvPr>
            <p:ph type="sldNum" sz="quarter" idx="5"/>
          </p:nvPr>
        </p:nvSpPr>
        <p:spPr/>
        <p:txBody>
          <a:bodyPr/>
          <a:lstStyle/>
          <a:p>
            <a:pPr>
              <a:defRPr/>
            </a:pPr>
            <a:fld id="{8BC0F33B-1674-4AD7-BDC8-DD9E9E0A95D4}" type="slidenum">
              <a:rPr lang="it-IT" smtClean="0"/>
              <a:pPr>
                <a:defRPr/>
              </a:pPr>
              <a:t>25</a:t>
            </a:fld>
            <a:endParaRPr lang="it-IT"/>
          </a:p>
        </p:txBody>
      </p:sp>
    </p:spTree>
    <p:extLst>
      <p:ext uri="{BB962C8B-B14F-4D97-AF65-F5344CB8AC3E}">
        <p14:creationId xmlns:p14="http://schemas.microsoft.com/office/powerpoint/2010/main" val="3643428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FA31B-F7B8-1342-581C-2860F3132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C5517-33B2-9B62-6C64-6372D6CE2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08574-540E-633C-8461-E1717D6E23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D8DD62-1916-A25A-0F97-55FBB0660F92}"/>
              </a:ext>
            </a:extLst>
          </p:cNvPr>
          <p:cNvSpPr>
            <a:spLocks noGrp="1"/>
          </p:cNvSpPr>
          <p:nvPr>
            <p:ph type="sldNum" sz="quarter" idx="5"/>
          </p:nvPr>
        </p:nvSpPr>
        <p:spPr/>
        <p:txBody>
          <a:bodyPr/>
          <a:lstStyle/>
          <a:p>
            <a:pPr>
              <a:defRPr/>
            </a:pPr>
            <a:fld id="{8BC0F33B-1674-4AD7-BDC8-DD9E9E0A95D4}" type="slidenum">
              <a:rPr lang="it-IT" smtClean="0"/>
              <a:pPr>
                <a:defRPr/>
              </a:pPr>
              <a:t>26</a:t>
            </a:fld>
            <a:endParaRPr lang="it-IT"/>
          </a:p>
        </p:txBody>
      </p:sp>
    </p:spTree>
    <p:extLst>
      <p:ext uri="{BB962C8B-B14F-4D97-AF65-F5344CB8AC3E}">
        <p14:creationId xmlns:p14="http://schemas.microsoft.com/office/powerpoint/2010/main" val="948887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4E8B-591E-66CF-9131-48A7F9890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58AE4-4C2B-2652-52FA-621E4987E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8E6D5-C9F3-61FA-9DD3-4D81A5098D39}"/>
              </a:ext>
            </a:extLst>
          </p:cNvPr>
          <p:cNvSpPr>
            <a:spLocks noGrp="1"/>
          </p:cNvSpPr>
          <p:nvPr>
            <p:ph type="body" idx="1"/>
          </p:nvPr>
        </p:nvSpPr>
        <p:spPr/>
        <p:txBody>
          <a:bodyPr/>
          <a:lstStyle/>
          <a:p>
            <a:r>
              <a:rPr lang="en-US" dirty="0"/>
              <a:t>1. Synthesize: The generator takes a random noise vector z and outputs a synthetic image</a:t>
            </a:r>
          </a:p>
          <a:p>
            <a:r>
              <a:rPr lang="en-US" dirty="0"/>
              <a:t>x = G(z). </a:t>
            </a:r>
          </a:p>
          <a:p>
            <a:endParaRPr lang="en-US" dirty="0"/>
          </a:p>
          <a:p>
            <a:r>
              <a:rPr lang="en-US" dirty="0"/>
              <a:t>2. Disagreement Maximization: To find where the clone model deviates from the victim</a:t>
            </a:r>
          </a:p>
          <a:p>
            <a:r>
              <a:rPr lang="en-US" dirty="0"/>
              <a:t>model, the generator is trained to produce samples where the victim model </a:t>
            </a:r>
            <a:r>
              <a:rPr lang="en-US" dirty="0" err="1"/>
              <a:t>fV</a:t>
            </a:r>
            <a:r>
              <a:rPr lang="en-US" dirty="0"/>
              <a:t> and the clone model ˜f disagree the most. </a:t>
            </a:r>
          </a:p>
          <a:p>
            <a:endParaRPr lang="en-US" dirty="0"/>
          </a:p>
          <a:p>
            <a:r>
              <a:rPr lang="en-US" dirty="0"/>
              <a:t>3. Clone Minimization: The clone model ˜f is then trained on these synthetic samples</a:t>
            </a:r>
          </a:p>
          <a:p>
            <a:r>
              <a:rPr lang="en-US" dirty="0"/>
              <a:t>to minimize the disagreement, shifting its predictions toward the victim’s predictions.</a:t>
            </a:r>
          </a:p>
        </p:txBody>
      </p:sp>
      <p:sp>
        <p:nvSpPr>
          <p:cNvPr id="4" name="Slide Number Placeholder 3">
            <a:extLst>
              <a:ext uri="{FF2B5EF4-FFF2-40B4-BE49-F238E27FC236}">
                <a16:creationId xmlns:a16="http://schemas.microsoft.com/office/drawing/2014/main" id="{F0C3A13B-768D-BA82-8AED-14F129913BE4}"/>
              </a:ext>
            </a:extLst>
          </p:cNvPr>
          <p:cNvSpPr>
            <a:spLocks noGrp="1"/>
          </p:cNvSpPr>
          <p:nvPr>
            <p:ph type="sldNum" sz="quarter" idx="5"/>
          </p:nvPr>
        </p:nvSpPr>
        <p:spPr/>
        <p:txBody>
          <a:bodyPr/>
          <a:lstStyle/>
          <a:p>
            <a:pPr>
              <a:defRPr/>
            </a:pPr>
            <a:fld id="{8BC0F33B-1674-4AD7-BDC8-DD9E9E0A95D4}" type="slidenum">
              <a:rPr lang="it-IT" smtClean="0"/>
              <a:pPr>
                <a:defRPr/>
              </a:pPr>
              <a:t>27</a:t>
            </a:fld>
            <a:endParaRPr lang="it-IT"/>
          </a:p>
        </p:txBody>
      </p:sp>
    </p:spTree>
    <p:extLst>
      <p:ext uri="{BB962C8B-B14F-4D97-AF65-F5344CB8AC3E}">
        <p14:creationId xmlns:p14="http://schemas.microsoft.com/office/powerpoint/2010/main" val="17855676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6CD84-FB37-2FF0-7003-1B5AB96B8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6D300-64FD-C247-825E-714777ABE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0E639-A202-1979-1CCD-F438036B1028}"/>
              </a:ext>
            </a:extLst>
          </p:cNvPr>
          <p:cNvSpPr>
            <a:spLocks noGrp="1"/>
          </p:cNvSpPr>
          <p:nvPr>
            <p:ph type="body" idx="1"/>
          </p:nvPr>
        </p:nvSpPr>
        <p:spPr/>
        <p:txBody>
          <a:bodyPr/>
          <a:lstStyle/>
          <a:p>
            <a:r>
              <a:rPr lang="en-US" dirty="0"/>
              <a:t>1. Synthesize: The generator takes a random noise vector z and outputs a synthetic image</a:t>
            </a:r>
          </a:p>
          <a:p>
            <a:r>
              <a:rPr lang="en-US" dirty="0"/>
              <a:t>x = G(z). </a:t>
            </a:r>
          </a:p>
          <a:p>
            <a:endParaRPr lang="en-US" dirty="0"/>
          </a:p>
          <a:p>
            <a:r>
              <a:rPr lang="en-US" dirty="0"/>
              <a:t>2. Disagreement Maximization: To find where the clone model deviates from the victim</a:t>
            </a:r>
          </a:p>
          <a:p>
            <a:r>
              <a:rPr lang="en-US" dirty="0"/>
              <a:t>model, the generator is trained to produce samples where the victim model </a:t>
            </a:r>
            <a:r>
              <a:rPr lang="en-US" dirty="0" err="1"/>
              <a:t>fV</a:t>
            </a:r>
            <a:r>
              <a:rPr lang="en-US" dirty="0"/>
              <a:t> and the clone model ˜f disagree the most. </a:t>
            </a:r>
          </a:p>
          <a:p>
            <a:endParaRPr lang="en-US" dirty="0"/>
          </a:p>
          <a:p>
            <a:r>
              <a:rPr lang="en-US" dirty="0"/>
              <a:t>3. Clone Minimization: The clone model ˜f is then trained on these synthetic samples</a:t>
            </a:r>
          </a:p>
          <a:p>
            <a:r>
              <a:rPr lang="en-US" dirty="0"/>
              <a:t>to minimize the disagreement, shifting its predictions toward the victim’s predictions.</a:t>
            </a:r>
          </a:p>
        </p:txBody>
      </p:sp>
      <p:sp>
        <p:nvSpPr>
          <p:cNvPr id="4" name="Slide Number Placeholder 3">
            <a:extLst>
              <a:ext uri="{FF2B5EF4-FFF2-40B4-BE49-F238E27FC236}">
                <a16:creationId xmlns:a16="http://schemas.microsoft.com/office/drawing/2014/main" id="{DD10E618-E617-D2A5-0CD3-47A87F0DB4B3}"/>
              </a:ext>
            </a:extLst>
          </p:cNvPr>
          <p:cNvSpPr>
            <a:spLocks noGrp="1"/>
          </p:cNvSpPr>
          <p:nvPr>
            <p:ph type="sldNum" sz="quarter" idx="5"/>
          </p:nvPr>
        </p:nvSpPr>
        <p:spPr/>
        <p:txBody>
          <a:bodyPr/>
          <a:lstStyle/>
          <a:p>
            <a:pPr>
              <a:defRPr/>
            </a:pPr>
            <a:fld id="{8BC0F33B-1674-4AD7-BDC8-DD9E9E0A95D4}" type="slidenum">
              <a:rPr lang="it-IT" smtClean="0"/>
              <a:pPr>
                <a:defRPr/>
              </a:pPr>
              <a:t>28</a:t>
            </a:fld>
            <a:endParaRPr lang="it-IT"/>
          </a:p>
        </p:txBody>
      </p:sp>
    </p:spTree>
    <p:extLst>
      <p:ext uri="{BB962C8B-B14F-4D97-AF65-F5344CB8AC3E}">
        <p14:creationId xmlns:p14="http://schemas.microsoft.com/office/powerpoint/2010/main" val="25150479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C8141-13F8-3996-E70E-0672BA24A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A5C5D-5FA1-7A8E-FC08-AB38F719D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2676E-7019-1CA4-D79A-B9B4EBD5CCE1}"/>
              </a:ext>
            </a:extLst>
          </p:cNvPr>
          <p:cNvSpPr>
            <a:spLocks noGrp="1"/>
          </p:cNvSpPr>
          <p:nvPr>
            <p:ph type="body" idx="1"/>
          </p:nvPr>
        </p:nvSpPr>
        <p:spPr/>
        <p:txBody>
          <a:bodyPr/>
          <a:lstStyle/>
          <a:p>
            <a:r>
              <a:rPr lang="en-US" dirty="0"/>
              <a:t>1. Synthesize: The generator takes a random noise vector z and outputs a synthetic image</a:t>
            </a:r>
          </a:p>
          <a:p>
            <a:r>
              <a:rPr lang="en-US" dirty="0"/>
              <a:t>x = G(z). </a:t>
            </a:r>
          </a:p>
          <a:p>
            <a:endParaRPr lang="en-US" dirty="0"/>
          </a:p>
          <a:p>
            <a:r>
              <a:rPr lang="en-US" dirty="0"/>
              <a:t>2. Disagreement Maximization: To find where the clone model deviates from the victim</a:t>
            </a:r>
          </a:p>
          <a:p>
            <a:r>
              <a:rPr lang="en-US" dirty="0"/>
              <a:t>model, the generator is trained to produce samples where the victim model </a:t>
            </a:r>
            <a:r>
              <a:rPr lang="en-US" dirty="0" err="1"/>
              <a:t>fV</a:t>
            </a:r>
            <a:r>
              <a:rPr lang="en-US" dirty="0"/>
              <a:t> and the clone model ˜f disagree the most. </a:t>
            </a:r>
          </a:p>
          <a:p>
            <a:endParaRPr lang="en-US" dirty="0"/>
          </a:p>
          <a:p>
            <a:r>
              <a:rPr lang="en-US" dirty="0"/>
              <a:t>3. Clone Minimization: The clone model ˜f is then trained on these synthetic samples</a:t>
            </a:r>
          </a:p>
          <a:p>
            <a:r>
              <a:rPr lang="en-US" dirty="0"/>
              <a:t>to minimize the disagreement, shifting its predictions toward the victim’s predictions.</a:t>
            </a:r>
          </a:p>
        </p:txBody>
      </p:sp>
      <p:sp>
        <p:nvSpPr>
          <p:cNvPr id="4" name="Slide Number Placeholder 3">
            <a:extLst>
              <a:ext uri="{FF2B5EF4-FFF2-40B4-BE49-F238E27FC236}">
                <a16:creationId xmlns:a16="http://schemas.microsoft.com/office/drawing/2014/main" id="{08814EC4-C8D5-19F5-EE90-CB37CFE60E23}"/>
              </a:ext>
            </a:extLst>
          </p:cNvPr>
          <p:cNvSpPr>
            <a:spLocks noGrp="1"/>
          </p:cNvSpPr>
          <p:nvPr>
            <p:ph type="sldNum" sz="quarter" idx="5"/>
          </p:nvPr>
        </p:nvSpPr>
        <p:spPr/>
        <p:txBody>
          <a:bodyPr/>
          <a:lstStyle/>
          <a:p>
            <a:pPr>
              <a:defRPr/>
            </a:pPr>
            <a:fld id="{8BC0F33B-1674-4AD7-BDC8-DD9E9E0A95D4}" type="slidenum">
              <a:rPr lang="it-IT" smtClean="0"/>
              <a:pPr>
                <a:defRPr/>
              </a:pPr>
              <a:t>29</a:t>
            </a:fld>
            <a:endParaRPr lang="it-IT"/>
          </a:p>
        </p:txBody>
      </p:sp>
    </p:spTree>
    <p:extLst>
      <p:ext uri="{BB962C8B-B14F-4D97-AF65-F5344CB8AC3E}">
        <p14:creationId xmlns:p14="http://schemas.microsoft.com/office/powerpoint/2010/main" val="1140993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9F264-5CBE-608C-7F88-77F2FAE9A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BD17E-BC9F-47A8-B4B3-F3CEE945A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89150-C00D-D6C1-0D6E-DECE3B5D30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3F5DCE-56E6-ECA6-B55C-3B52791CE793}"/>
              </a:ext>
            </a:extLst>
          </p:cNvPr>
          <p:cNvSpPr>
            <a:spLocks noGrp="1"/>
          </p:cNvSpPr>
          <p:nvPr>
            <p:ph type="sldNum" sz="quarter" idx="5"/>
          </p:nvPr>
        </p:nvSpPr>
        <p:spPr/>
        <p:txBody>
          <a:bodyPr/>
          <a:lstStyle/>
          <a:p>
            <a:pPr>
              <a:defRPr/>
            </a:pPr>
            <a:fld id="{8BC0F33B-1674-4AD7-BDC8-DD9E9E0A95D4}" type="slidenum">
              <a:rPr lang="it-IT" smtClean="0"/>
              <a:pPr>
                <a:defRPr/>
              </a:pPr>
              <a:t>30</a:t>
            </a:fld>
            <a:endParaRPr lang="it-IT"/>
          </a:p>
        </p:txBody>
      </p:sp>
    </p:spTree>
    <p:extLst>
      <p:ext uri="{BB962C8B-B14F-4D97-AF65-F5344CB8AC3E}">
        <p14:creationId xmlns:p14="http://schemas.microsoft.com/office/powerpoint/2010/main" val="498222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90930-A974-20E0-745C-1BBAEF81F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75282-6EBC-7FE7-21AE-42510D01D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C618E-E375-02C2-3FF5-5EA3FD4568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C2D58-2B96-1C58-D15D-C5CBAC877862}"/>
              </a:ext>
            </a:extLst>
          </p:cNvPr>
          <p:cNvSpPr>
            <a:spLocks noGrp="1"/>
          </p:cNvSpPr>
          <p:nvPr>
            <p:ph type="sldNum" sz="quarter" idx="5"/>
          </p:nvPr>
        </p:nvSpPr>
        <p:spPr/>
        <p:txBody>
          <a:bodyPr/>
          <a:lstStyle/>
          <a:p>
            <a:pPr>
              <a:defRPr/>
            </a:pPr>
            <a:fld id="{8BC0F33B-1674-4AD7-BDC8-DD9E9E0A95D4}" type="slidenum">
              <a:rPr lang="it-IT" smtClean="0"/>
              <a:pPr>
                <a:defRPr/>
              </a:pPr>
              <a:t>31</a:t>
            </a:fld>
            <a:endParaRPr lang="it-IT"/>
          </a:p>
        </p:txBody>
      </p:sp>
    </p:spTree>
    <p:extLst>
      <p:ext uri="{BB962C8B-B14F-4D97-AF65-F5344CB8AC3E}">
        <p14:creationId xmlns:p14="http://schemas.microsoft.com/office/powerpoint/2010/main" val="841526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59568-8667-0F90-772C-82C011844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4AC63-ADAC-5AEE-D0AF-65AC28F70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42D06-9D2A-A5B9-51A9-8FC05174AD7B}"/>
              </a:ext>
            </a:extLst>
          </p:cNvPr>
          <p:cNvSpPr>
            <a:spLocks noGrp="1"/>
          </p:cNvSpPr>
          <p:nvPr>
            <p:ph type="body" idx="1"/>
          </p:nvPr>
        </p:nvSpPr>
        <p:spPr/>
        <p:txBody>
          <a:bodyPr/>
          <a:lstStyle/>
          <a:p>
            <a:r>
              <a:rPr lang="en-US" dirty="0">
                <a:latin typeface="Aptos Display" panose="020B0004020202020204" pitchFamily="34" charset="0"/>
              </a:rPr>
              <a:t>The partition is determined by a hash of the previously generated token. By adding a small bias to the logits of the green list tokens, the model is biased toward generating green list words. Legitimate users do not notice the bias, but if an attacker clones the model, the generated text of the clone will contain an abnormally high proportion of green list tokens, proving extraction.</a:t>
            </a:r>
            <a:endParaRPr lang="en-US" dirty="0"/>
          </a:p>
        </p:txBody>
      </p:sp>
      <p:sp>
        <p:nvSpPr>
          <p:cNvPr id="4" name="Slide Number Placeholder 3">
            <a:extLst>
              <a:ext uri="{FF2B5EF4-FFF2-40B4-BE49-F238E27FC236}">
                <a16:creationId xmlns:a16="http://schemas.microsoft.com/office/drawing/2014/main" id="{E7C3DCF1-4282-65BE-29E8-F95EAB6ADBD0}"/>
              </a:ext>
            </a:extLst>
          </p:cNvPr>
          <p:cNvSpPr>
            <a:spLocks noGrp="1"/>
          </p:cNvSpPr>
          <p:nvPr>
            <p:ph type="sldNum" sz="quarter" idx="5"/>
          </p:nvPr>
        </p:nvSpPr>
        <p:spPr/>
        <p:txBody>
          <a:bodyPr/>
          <a:lstStyle/>
          <a:p>
            <a:pPr>
              <a:defRPr/>
            </a:pPr>
            <a:fld id="{8BC0F33B-1674-4AD7-BDC8-DD9E9E0A95D4}" type="slidenum">
              <a:rPr lang="it-IT" smtClean="0"/>
              <a:pPr>
                <a:defRPr/>
              </a:pPr>
              <a:t>32</a:t>
            </a:fld>
            <a:endParaRPr lang="it-IT"/>
          </a:p>
        </p:txBody>
      </p:sp>
    </p:spTree>
    <p:extLst>
      <p:ext uri="{BB962C8B-B14F-4D97-AF65-F5344CB8AC3E}">
        <p14:creationId xmlns:p14="http://schemas.microsoft.com/office/powerpoint/2010/main" val="3845131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AF1B-C04C-B252-FB0C-25A700B4D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4D10C-4BA9-AE79-11B2-687B7083FF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E3FBF-2345-DDE2-FD36-271C98B9DEDE}"/>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D04DCB66-08EA-EC74-7169-56D3FFA50E39}"/>
              </a:ext>
            </a:extLst>
          </p:cNvPr>
          <p:cNvSpPr>
            <a:spLocks noGrp="1"/>
          </p:cNvSpPr>
          <p:nvPr>
            <p:ph type="sldNum" sz="quarter" idx="5"/>
          </p:nvPr>
        </p:nvSpPr>
        <p:spPr/>
        <p:txBody>
          <a:bodyPr/>
          <a:lstStyle/>
          <a:p>
            <a:pPr>
              <a:defRPr/>
            </a:pPr>
            <a:fld id="{8BC0F33B-1674-4AD7-BDC8-DD9E9E0A95D4}" type="slidenum">
              <a:rPr lang="it-IT" smtClean="0"/>
              <a:pPr>
                <a:defRPr/>
              </a:pPr>
              <a:t>33</a:t>
            </a:fld>
            <a:endParaRPr lang="it-IT"/>
          </a:p>
        </p:txBody>
      </p:sp>
    </p:spTree>
    <p:extLst>
      <p:ext uri="{BB962C8B-B14F-4D97-AF65-F5344CB8AC3E}">
        <p14:creationId xmlns:p14="http://schemas.microsoft.com/office/powerpoint/2010/main" val="4803690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5D8FD-5F15-9C79-F4A1-5930D2372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C2E9C-3AFF-6E44-A37B-D82B42889B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79987-4F2E-5BBF-E885-35683670E23D}"/>
              </a:ext>
            </a:extLst>
          </p:cNvPr>
          <p:cNvSpPr>
            <a:spLocks noGrp="1"/>
          </p:cNvSpPr>
          <p:nvPr>
            <p:ph type="body" idx="1"/>
          </p:nvPr>
        </p:nvSpPr>
        <p:spPr/>
        <p:txBody>
          <a:bodyPr/>
          <a:lstStyle/>
          <a:p>
            <a:pPr algn="just"/>
            <a:r>
              <a:rPr lang="en-US" sz="1200" dirty="0">
                <a:solidFill>
                  <a:srgbClr val="003366"/>
                </a:solidFill>
                <a:latin typeface="Aptos Display" panose="020B0004020202020204" pitchFamily="34" charset="0"/>
              </a:rPr>
              <a:t>The model is biased to select the green list token "yes''.</a:t>
            </a:r>
          </a:p>
        </p:txBody>
      </p:sp>
      <p:sp>
        <p:nvSpPr>
          <p:cNvPr id="4" name="Slide Number Placeholder 3">
            <a:extLst>
              <a:ext uri="{FF2B5EF4-FFF2-40B4-BE49-F238E27FC236}">
                <a16:creationId xmlns:a16="http://schemas.microsoft.com/office/drawing/2014/main" id="{473E4D5D-3E1D-25A4-944E-8EDF324D2F31}"/>
              </a:ext>
            </a:extLst>
          </p:cNvPr>
          <p:cNvSpPr>
            <a:spLocks noGrp="1"/>
          </p:cNvSpPr>
          <p:nvPr>
            <p:ph type="sldNum" sz="quarter" idx="5"/>
          </p:nvPr>
        </p:nvSpPr>
        <p:spPr/>
        <p:txBody>
          <a:bodyPr/>
          <a:lstStyle/>
          <a:p>
            <a:pPr>
              <a:defRPr/>
            </a:pPr>
            <a:fld id="{8BC0F33B-1674-4AD7-BDC8-DD9E9E0A95D4}" type="slidenum">
              <a:rPr lang="it-IT" smtClean="0"/>
              <a:pPr>
                <a:defRPr/>
              </a:pPr>
              <a:t>34</a:t>
            </a:fld>
            <a:endParaRPr lang="it-IT"/>
          </a:p>
        </p:txBody>
      </p:sp>
    </p:spTree>
    <p:extLst>
      <p:ext uri="{BB962C8B-B14F-4D97-AF65-F5344CB8AC3E}">
        <p14:creationId xmlns:p14="http://schemas.microsoft.com/office/powerpoint/2010/main" val="1147139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28568-778A-1472-A104-07940B438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62526-1296-B4AB-4E4E-D696ABB622E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081102F-470B-6BA9-7463-43833DDFB0E1}"/>
                  </a:ext>
                </a:extLst>
              </p:cNvPr>
              <p:cNvSpPr>
                <a:spLocks noGrp="1"/>
              </p:cNvSpPr>
              <p:nvPr>
                <p:ph type="body" idx="1"/>
              </p:nvPr>
            </p:nvSpPr>
            <p:spPr/>
            <p:txBody>
              <a:bodyPr/>
              <a:lstStyle/>
              <a:p>
                <a:r>
                  <a:rPr lang="en-US" dirty="0">
                    <a:latin typeface="Aptos Display" panose="020B0004020202020204" pitchFamily="34" charset="0"/>
                  </a:rPr>
                  <a:t>Top-</a:t>
                </a:r>
                <a14:m>
                  <m:oMath xmlns:m="http://schemas.openxmlformats.org/officeDocument/2006/math">
                    <m:r>
                      <a:rPr lang="en-US" i="1" dirty="0" smtClean="0">
                        <a:latin typeface="Cambria Math" panose="02040503050406030204" pitchFamily="18" charset="0"/>
                      </a:rPr>
                      <m:t>𝑘</m:t>
                    </m:r>
                  </m:oMath>
                </a14:m>
                <a:r>
                  <a:rPr lang="en-US" dirty="0">
                    <a:latin typeface="Aptos Display" panose="020B0004020202020204" pitchFamily="34" charset="0"/>
                  </a:rPr>
                  <a:t> shielding prevents this by returning only the top-</a:t>
                </a:r>
                <a14:m>
                  <m:oMath xmlns:m="http://schemas.openxmlformats.org/officeDocument/2006/math">
                    <m:r>
                      <a:rPr lang="en-US" i="1" dirty="0" smtClean="0">
                        <a:latin typeface="Cambria Math" panose="02040503050406030204" pitchFamily="18" charset="0"/>
                      </a:rPr>
                      <m:t>𝑘</m:t>
                    </m:r>
                  </m:oMath>
                </a14:m>
                <a:r>
                  <a:rPr lang="en-US" dirty="0">
                    <a:latin typeface="Aptos Display" panose="020B0004020202020204" pitchFamily="34" charset="0"/>
                  </a:rPr>
                  <a:t> highest probabilities, setting all other class probabilities to zero, and re-normalizing the remaining distribution. This removes the low-probability values (which carry significant information about decision boundaries) while keeping the classification utility intact.</a:t>
                </a:r>
                <a:endParaRPr lang="en-US" dirty="0"/>
              </a:p>
            </p:txBody>
          </p:sp>
        </mc:Choice>
        <mc:Fallback xmlns="">
          <p:sp>
            <p:nvSpPr>
              <p:cNvPr id="3" name="Notes Placeholder 2">
                <a:extLst>
                  <a:ext uri="{FF2B5EF4-FFF2-40B4-BE49-F238E27FC236}">
                    <a16:creationId xmlns:a16="http://schemas.microsoft.com/office/drawing/2014/main" id="{9081102F-470B-6BA9-7463-43833DDFB0E1}"/>
                  </a:ext>
                </a:extLst>
              </p:cNvPr>
              <p:cNvSpPr>
                <a:spLocks noGrp="1"/>
              </p:cNvSpPr>
              <p:nvPr>
                <p:ph type="body" idx="1"/>
              </p:nvPr>
            </p:nvSpPr>
            <p:spPr/>
            <p:txBody>
              <a:bodyPr/>
              <a:lstStyle/>
              <a:p>
                <a:r>
                  <a:rPr lang="en-US" dirty="0">
                    <a:latin typeface="Aptos Display" panose="020B0004020202020204" pitchFamily="34" charset="0"/>
                  </a:rPr>
                  <a:t>Top-</a:t>
                </a:r>
                <a:r>
                  <a:rPr lang="en-US" i="0" dirty="0">
                    <a:latin typeface="Cambria Math" panose="02040503050406030204" pitchFamily="18" charset="0"/>
                  </a:rPr>
                  <a:t>𝑘</a:t>
                </a:r>
                <a:r>
                  <a:rPr lang="en-US" dirty="0">
                    <a:latin typeface="Aptos Display" panose="020B0004020202020204" pitchFamily="34" charset="0"/>
                  </a:rPr>
                  <a:t> shielding prevents this by returning only the top-</a:t>
                </a:r>
                <a:r>
                  <a:rPr lang="en-US" i="0" dirty="0">
                    <a:latin typeface="Cambria Math" panose="02040503050406030204" pitchFamily="18" charset="0"/>
                  </a:rPr>
                  <a:t>𝑘</a:t>
                </a:r>
                <a:r>
                  <a:rPr lang="en-US" dirty="0">
                    <a:latin typeface="Aptos Display" panose="020B0004020202020204" pitchFamily="34" charset="0"/>
                  </a:rPr>
                  <a:t> highest probabilities, setting all other class probabilities to zero, and re-normalizing the remaining distribution. This removes the low-probability values (which carry significant information about decision boundaries) while keeping the classification utility intact.</a:t>
                </a:r>
                <a:endParaRPr lang="en-US" dirty="0"/>
              </a:p>
            </p:txBody>
          </p:sp>
        </mc:Fallback>
      </mc:AlternateContent>
      <p:sp>
        <p:nvSpPr>
          <p:cNvPr id="4" name="Slide Number Placeholder 3">
            <a:extLst>
              <a:ext uri="{FF2B5EF4-FFF2-40B4-BE49-F238E27FC236}">
                <a16:creationId xmlns:a16="http://schemas.microsoft.com/office/drawing/2014/main" id="{B45144E3-C70E-DAC3-7BAE-484A471B824C}"/>
              </a:ext>
            </a:extLst>
          </p:cNvPr>
          <p:cNvSpPr>
            <a:spLocks noGrp="1"/>
          </p:cNvSpPr>
          <p:nvPr>
            <p:ph type="sldNum" sz="quarter" idx="5"/>
          </p:nvPr>
        </p:nvSpPr>
        <p:spPr/>
        <p:txBody>
          <a:bodyPr/>
          <a:lstStyle/>
          <a:p>
            <a:pPr>
              <a:defRPr/>
            </a:pPr>
            <a:fld id="{8BC0F33B-1674-4AD7-BDC8-DD9E9E0A95D4}" type="slidenum">
              <a:rPr lang="it-IT" smtClean="0"/>
              <a:pPr>
                <a:defRPr/>
              </a:pPr>
              <a:t>35</a:t>
            </a:fld>
            <a:endParaRPr lang="it-IT"/>
          </a:p>
        </p:txBody>
      </p:sp>
    </p:spTree>
    <p:extLst>
      <p:ext uri="{BB962C8B-B14F-4D97-AF65-F5344CB8AC3E}">
        <p14:creationId xmlns:p14="http://schemas.microsoft.com/office/powerpoint/2010/main" val="27144624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1A753-3DED-EC26-1214-C7586BC6C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79AD2-54C3-E195-A5DF-ED68905C76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49465-DE70-E0D0-C120-0CEC842C3113}"/>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5659BEEE-49FF-A528-1E76-1FA8A6FB3672}"/>
              </a:ext>
            </a:extLst>
          </p:cNvPr>
          <p:cNvSpPr>
            <a:spLocks noGrp="1"/>
          </p:cNvSpPr>
          <p:nvPr>
            <p:ph type="sldNum" sz="quarter" idx="5"/>
          </p:nvPr>
        </p:nvSpPr>
        <p:spPr/>
        <p:txBody>
          <a:bodyPr/>
          <a:lstStyle/>
          <a:p>
            <a:pPr>
              <a:defRPr/>
            </a:pPr>
            <a:fld id="{8BC0F33B-1674-4AD7-BDC8-DD9E9E0A95D4}" type="slidenum">
              <a:rPr lang="it-IT" smtClean="0"/>
              <a:pPr>
                <a:defRPr/>
              </a:pPr>
              <a:t>36</a:t>
            </a:fld>
            <a:endParaRPr lang="it-IT"/>
          </a:p>
        </p:txBody>
      </p:sp>
    </p:spTree>
    <p:extLst>
      <p:ext uri="{BB962C8B-B14F-4D97-AF65-F5344CB8AC3E}">
        <p14:creationId xmlns:p14="http://schemas.microsoft.com/office/powerpoint/2010/main" val="16932451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90E0B-D9C8-7AD5-11B7-48017E8C1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A9054-00E3-95A3-25D4-AAC75B13D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899C9-AADF-35ED-9BE9-A68622C36102}"/>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52D67BC4-4808-6309-ED88-F7F573300148}"/>
              </a:ext>
            </a:extLst>
          </p:cNvPr>
          <p:cNvSpPr>
            <a:spLocks noGrp="1"/>
          </p:cNvSpPr>
          <p:nvPr>
            <p:ph type="sldNum" sz="quarter" idx="5"/>
          </p:nvPr>
        </p:nvSpPr>
        <p:spPr/>
        <p:txBody>
          <a:bodyPr/>
          <a:lstStyle/>
          <a:p>
            <a:pPr>
              <a:defRPr/>
            </a:pPr>
            <a:fld id="{8BC0F33B-1674-4AD7-BDC8-DD9E9E0A95D4}" type="slidenum">
              <a:rPr lang="it-IT" smtClean="0"/>
              <a:pPr>
                <a:defRPr/>
              </a:pPr>
              <a:t>37</a:t>
            </a:fld>
            <a:endParaRPr lang="it-IT"/>
          </a:p>
        </p:txBody>
      </p:sp>
    </p:spTree>
    <p:extLst>
      <p:ext uri="{BB962C8B-B14F-4D97-AF65-F5344CB8AC3E}">
        <p14:creationId xmlns:p14="http://schemas.microsoft.com/office/powerpoint/2010/main" val="147082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1803-F1DF-8C18-5960-6713537E6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7A589-4F1E-50B9-3FB2-2E62B9BF48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69ADD-303C-110D-2D1A-BD8798B2E6C5}"/>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B3D5BD30-2575-4AF0-AE44-E30A83E754D7}"/>
              </a:ext>
            </a:extLst>
          </p:cNvPr>
          <p:cNvSpPr>
            <a:spLocks noGrp="1"/>
          </p:cNvSpPr>
          <p:nvPr>
            <p:ph type="sldNum" sz="quarter" idx="5"/>
          </p:nvPr>
        </p:nvSpPr>
        <p:spPr/>
        <p:txBody>
          <a:bodyPr/>
          <a:lstStyle/>
          <a:p>
            <a:pPr>
              <a:defRPr/>
            </a:pPr>
            <a:fld id="{8BC0F33B-1674-4AD7-BDC8-DD9E9E0A95D4}" type="slidenum">
              <a:rPr lang="it-IT" smtClean="0"/>
              <a:pPr>
                <a:defRPr/>
              </a:pPr>
              <a:t>38</a:t>
            </a:fld>
            <a:endParaRPr lang="it-IT"/>
          </a:p>
        </p:txBody>
      </p:sp>
    </p:spTree>
    <p:extLst>
      <p:ext uri="{BB962C8B-B14F-4D97-AF65-F5344CB8AC3E}">
        <p14:creationId xmlns:p14="http://schemas.microsoft.com/office/powerpoint/2010/main" val="116984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65A1D-8D44-F562-83BA-C90333F0D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D52DD-AF84-D127-02A6-6014F2382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12019-2DE3-98FF-3310-34D3096DDA9A}"/>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BD8D50CE-E27B-7D38-DA09-42692C523DA7}"/>
              </a:ext>
            </a:extLst>
          </p:cNvPr>
          <p:cNvSpPr>
            <a:spLocks noGrp="1"/>
          </p:cNvSpPr>
          <p:nvPr>
            <p:ph type="sldNum" sz="quarter" idx="5"/>
          </p:nvPr>
        </p:nvSpPr>
        <p:spPr/>
        <p:txBody>
          <a:bodyPr/>
          <a:lstStyle/>
          <a:p>
            <a:pPr>
              <a:defRPr/>
            </a:pPr>
            <a:fld id="{8BC0F33B-1674-4AD7-BDC8-DD9E9E0A95D4}" type="slidenum">
              <a:rPr lang="it-IT" smtClean="0"/>
              <a:pPr>
                <a:defRPr/>
              </a:pPr>
              <a:t>39</a:t>
            </a:fld>
            <a:endParaRPr lang="it-IT"/>
          </a:p>
        </p:txBody>
      </p:sp>
    </p:spTree>
    <p:extLst>
      <p:ext uri="{BB962C8B-B14F-4D97-AF65-F5344CB8AC3E}">
        <p14:creationId xmlns:p14="http://schemas.microsoft.com/office/powerpoint/2010/main" val="29711305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FFEA5-99EA-C9C9-C7AE-7403AAF23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ACE98-AFB4-554F-022D-8BCF2BC58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0344D-3653-E7A1-E5F9-C3DD41CE12AA}"/>
              </a:ext>
            </a:extLst>
          </p:cNvPr>
          <p:cNvSpPr>
            <a:spLocks noGrp="1"/>
          </p:cNvSpPr>
          <p:nvPr>
            <p:ph type="body" idx="1"/>
          </p:nvPr>
        </p:nvSpPr>
        <p:spPr/>
        <p:txBody>
          <a:bodyPr/>
          <a:lstStyle/>
          <a:p>
            <a:r>
              <a:rPr lang="en-US" dirty="0"/>
              <a:t>Side-Channel attacks do not focus on the inputs or outputs (the queries) of a machine learning model. Instead, they monitor the physical or system byproducts of the model's execution on a computer processor.</a:t>
            </a:r>
          </a:p>
          <a:p>
            <a:endParaRPr lang="en-US" dirty="0"/>
          </a:p>
          <a:p>
            <a:r>
              <a:rPr lang="en-US" dirty="0"/>
              <a:t>The core intuition is best understood through an analogy:</a:t>
            </a:r>
          </a:p>
          <a:p>
            <a:r>
              <a:rPr lang="en-US" dirty="0"/>
              <a:t>Imagine a safe. You do not know the combination code (the model parameters). Instead of guessing numbers, you place a stethoscope against the safe door and listen to the clicking sounds of the gears inside as you turn the dial. The clicking sounds are a byproduct (a side-channel) that leaks information about the combination.</a:t>
            </a:r>
          </a:p>
          <a:p>
            <a:endParaRPr lang="en-US" dirty="0"/>
          </a:p>
          <a:p>
            <a:r>
              <a:rPr lang="en-US" dirty="0"/>
              <a:t>This category is divided into two types:</a:t>
            </a:r>
          </a:p>
          <a:p>
            <a:r>
              <a:rPr lang="en-US" dirty="0"/>
              <a:t>Software Side-Channels: These monitor software-level execution cues (such as API execution time, cache memory hits or misses, or network latency).</a:t>
            </a:r>
          </a:p>
          <a:p>
            <a:r>
              <a:rPr lang="en-US" dirty="0"/>
              <a:t>Hardware Side-Channels: These monitor physical hardware byproducts from the physical processor chip (such as electric power consumption, electromagnetic radiation, heat, or acoustic noise).</a:t>
            </a:r>
          </a:p>
        </p:txBody>
      </p:sp>
      <p:sp>
        <p:nvSpPr>
          <p:cNvPr id="4" name="Slide Number Placeholder 3">
            <a:extLst>
              <a:ext uri="{FF2B5EF4-FFF2-40B4-BE49-F238E27FC236}">
                <a16:creationId xmlns:a16="http://schemas.microsoft.com/office/drawing/2014/main" id="{FDB12E97-4EB4-5A26-C113-7E4C619C7D02}"/>
              </a:ext>
            </a:extLst>
          </p:cNvPr>
          <p:cNvSpPr>
            <a:spLocks noGrp="1"/>
          </p:cNvSpPr>
          <p:nvPr>
            <p:ph type="sldNum" sz="quarter" idx="5"/>
          </p:nvPr>
        </p:nvSpPr>
        <p:spPr/>
        <p:txBody>
          <a:bodyPr/>
          <a:lstStyle/>
          <a:p>
            <a:pPr>
              <a:defRPr/>
            </a:pPr>
            <a:fld id="{8BC0F33B-1674-4AD7-BDC8-DD9E9E0A95D4}" type="slidenum">
              <a:rPr lang="it-IT" smtClean="0"/>
              <a:pPr>
                <a:defRPr/>
              </a:pPr>
              <a:t>40</a:t>
            </a:fld>
            <a:endParaRPr lang="it-IT"/>
          </a:p>
        </p:txBody>
      </p:sp>
    </p:spTree>
    <p:extLst>
      <p:ext uri="{BB962C8B-B14F-4D97-AF65-F5344CB8AC3E}">
        <p14:creationId xmlns:p14="http://schemas.microsoft.com/office/powerpoint/2010/main" val="35218425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CA" sz="1200" b="1" i="0" kern="1200" dirty="0">
                    <a:solidFill>
                      <a:schemeClr val="tx1"/>
                    </a:solidFill>
                    <a:effectLst/>
                    <a:latin typeface="Arial" charset="0"/>
                    <a:ea typeface="+mn-ea"/>
                    <a:cs typeface="+mn-cs"/>
                  </a:rPr>
                  <a:t>The Security-Utility </a:t>
                </a:r>
                <a:r>
                  <a:rPr lang="en-CA" sz="1200" b="1" i="0" kern="1200" dirty="0" err="1">
                    <a:solidFill>
                      <a:schemeClr val="tx1"/>
                    </a:solidFill>
                    <a:effectLst/>
                    <a:latin typeface="Arial" charset="0"/>
                    <a:ea typeface="+mn-ea"/>
                    <a:cs typeface="+mn-cs"/>
                  </a:rPr>
                  <a:t>Tradeoff</a:t>
                </a:r>
                <a:r>
                  <a:rPr lang="en-CA" sz="1200" b="0" i="0" kern="1200" dirty="0">
                    <a:solidFill>
                      <a:schemeClr val="tx1"/>
                    </a:solidFill>
                    <a:effectLst/>
                    <a:latin typeface="Arial" charset="0"/>
                    <a:ea typeface="+mn-ea"/>
                    <a:cs typeface="+mn-cs"/>
                  </a:rPr>
                  <a:t>: Techniques like logit perturbation or top-</a:t>
                </a:r>
                <a14:m>
                  <m:oMath xmlns:m="http://schemas.openxmlformats.org/officeDocument/2006/math">
                    <m:r>
                      <a:rPr lang="en-CA" sz="1200" b="0" i="0" kern="1200" dirty="0" smtClean="0">
                        <a:solidFill>
                          <a:schemeClr val="tx1"/>
                        </a:solidFill>
                        <a:effectLst/>
                        <a:latin typeface="Cambria Math" panose="02040503050406030204" pitchFamily="18" charset="0"/>
                        <a:ea typeface="+mn-ea"/>
                        <a:cs typeface="+mn-cs"/>
                      </a:rPr>
                      <m:t>𝑘</m:t>
                    </m:r>
                  </m:oMath>
                </a14:m>
                <a:r>
                  <a:rPr lang="en-CA" sz="1200" b="0" i="0" kern="1200" dirty="0">
                    <a:solidFill>
                      <a:schemeClr val="tx1"/>
                    </a:solidFill>
                    <a:effectLst/>
                    <a:latin typeface="Arial" charset="0"/>
                    <a:ea typeface="+mn-ea"/>
                    <a:cs typeface="+mn-cs"/>
                  </a:rPr>
                  <a:t> shielding degrade soft prediction probabilities to starve clone models, which can negatively affect benign users relying on high-precision confidence calibration or class thresholds.</a:t>
                </a:r>
              </a:p>
              <a:p>
                <a:pPr lvl="0"/>
                <a:r>
                  <a:rPr lang="en-CA" sz="1200" b="1" i="0" kern="1200" dirty="0">
                    <a:solidFill>
                      <a:schemeClr val="tx1"/>
                    </a:solidFill>
                    <a:effectLst/>
                    <a:latin typeface="Arial" charset="0"/>
                    <a:ea typeface="+mn-ea"/>
                    <a:cs typeface="+mn-cs"/>
                  </a:rPr>
                  <a:t>Adaptive and Distributed Attackers</a:t>
                </a:r>
                <a:r>
                  <a:rPr lang="en-CA" sz="1200" b="0" i="0" kern="1200" dirty="0">
                    <a:solidFill>
                      <a:schemeClr val="tx1"/>
                    </a:solidFill>
                    <a:effectLst/>
                    <a:latin typeface="Arial" charset="0"/>
                    <a:ea typeface="+mn-ea"/>
                    <a:cs typeface="+mn-cs"/>
                  </a:rPr>
                  <a:t>: Attackers can evade detection schemes (like PRADA) by distributing queries across multiple sybil accounts, throttling request rates (slow extraction), or mixing malicious queries with random benign queries.</a:t>
                </a:r>
              </a:p>
              <a:p>
                <a:pPr lvl="0"/>
                <a:r>
                  <a:rPr lang="en-CA" sz="1200" b="1" i="0" kern="1200" dirty="0">
                    <a:solidFill>
                      <a:schemeClr val="tx1"/>
                    </a:solidFill>
                    <a:effectLst/>
                    <a:latin typeface="Arial" charset="0"/>
                    <a:ea typeface="+mn-ea"/>
                    <a:cs typeface="+mn-cs"/>
                  </a:rPr>
                  <a:t>Watermark Scrubbing</a:t>
                </a:r>
                <a:r>
                  <a:rPr lang="en-CA" sz="1200" b="0" i="0" kern="1200" dirty="0">
                    <a:solidFill>
                      <a:schemeClr val="tx1"/>
                    </a:solidFill>
                    <a:effectLst/>
                    <a:latin typeface="Arial" charset="0"/>
                    <a:ea typeface="+mn-ea"/>
                    <a:cs typeface="+mn-cs"/>
                  </a:rPr>
                  <a:t>: Attackers can remove trigger/backdoor signatures via post-extraction refinement methods (e.g., pruning, fine-tuning on clean datasets, or low-bit quantization) without reducing the extracted model's downstream performance.</a:t>
                </a:r>
              </a:p>
              <a:p>
                <a:pPr lvl="0"/>
                <a:r>
                  <a:rPr lang="en-CA" sz="1200" b="1" i="0" kern="1200" dirty="0">
                    <a:solidFill>
                      <a:schemeClr val="tx1"/>
                    </a:solidFill>
                    <a:effectLst/>
                    <a:latin typeface="Arial" charset="0"/>
                    <a:ea typeface="+mn-ea"/>
                    <a:cs typeface="+mn-cs"/>
                  </a:rPr>
                  <a:t>Generalization of Fingerprints</a:t>
                </a:r>
                <a:r>
                  <a:rPr lang="en-CA" sz="1200" b="0" i="0" kern="1200" dirty="0">
                    <a:solidFill>
                      <a:schemeClr val="tx1"/>
                    </a:solidFill>
                    <a:effectLst/>
                    <a:latin typeface="Arial" charset="0"/>
                    <a:ea typeface="+mn-ea"/>
                    <a:cs typeface="+mn-cs"/>
                  </a:rPr>
                  <a:t>: Fingerprinting relies on architecture-specific decision boundary signatures. If the attacker extracts the model using a completely different substitute architecture (e.g., extracting a </a:t>
                </a:r>
                <a:r>
                  <a:rPr lang="en-CA" sz="1200" b="0" i="0" kern="1200" dirty="0" err="1">
                    <a:solidFill>
                      <a:schemeClr val="tx1"/>
                    </a:solidFill>
                    <a:effectLst/>
                    <a:latin typeface="Arial" charset="0"/>
                    <a:ea typeface="+mn-ea"/>
                    <a:cs typeface="+mn-cs"/>
                  </a:rPr>
                  <a:t>ViT</a:t>
                </a:r>
                <a:r>
                  <a:rPr lang="en-CA" sz="1200" b="0" i="0" kern="1200" dirty="0">
                    <a:solidFill>
                      <a:schemeClr val="tx1"/>
                    </a:solidFill>
                    <a:effectLst/>
                    <a:latin typeface="Arial" charset="0"/>
                    <a:ea typeface="+mn-ea"/>
                    <a:cs typeface="+mn-cs"/>
                  </a:rPr>
                  <a:t> using a substitute CNN), these boundary characteristics might not transfer, weakening verification accuracy.</a:t>
                </a:r>
              </a:p>
              <a:p>
                <a:endParaRPr lang="en-US" dirty="0"/>
              </a:p>
            </p:txBody>
          </p:sp>
        </mc:Choice>
        <mc:Fallback xmlns="">
          <p:sp>
            <p:nvSpPr>
              <p:cNvPr id="3" name="Notes Placeholder 2"/>
              <p:cNvSpPr>
                <a:spLocks noGrp="1"/>
              </p:cNvSpPr>
              <p:nvPr>
                <p:ph type="body" idx="1"/>
              </p:nvPr>
            </p:nvSpPr>
            <p:spPr/>
            <p:txBody>
              <a:bodyPr/>
              <a:lstStyle/>
              <a:p>
                <a:pPr lvl="0"/>
                <a:r>
                  <a:rPr lang="en-CA" sz="1200" b="1" i="0" kern="1200" dirty="0">
                    <a:solidFill>
                      <a:schemeClr val="tx1"/>
                    </a:solidFill>
                    <a:effectLst/>
                    <a:latin typeface="Arial" charset="0"/>
                    <a:ea typeface="+mn-ea"/>
                    <a:cs typeface="+mn-cs"/>
                  </a:rPr>
                  <a:t>The Security-Utility </a:t>
                </a:r>
                <a:r>
                  <a:rPr lang="en-CA" sz="1200" b="1" i="0" kern="1200" dirty="0" err="1">
                    <a:solidFill>
                      <a:schemeClr val="tx1"/>
                    </a:solidFill>
                    <a:effectLst/>
                    <a:latin typeface="Arial" charset="0"/>
                    <a:ea typeface="+mn-ea"/>
                    <a:cs typeface="+mn-cs"/>
                  </a:rPr>
                  <a:t>Tradeoff</a:t>
                </a:r>
                <a:r>
                  <a:rPr lang="en-CA" sz="1200" b="0" i="0" kern="1200" dirty="0">
                    <a:solidFill>
                      <a:schemeClr val="tx1"/>
                    </a:solidFill>
                    <a:effectLst/>
                    <a:latin typeface="Arial" charset="0"/>
                    <a:ea typeface="+mn-ea"/>
                    <a:cs typeface="+mn-cs"/>
                  </a:rPr>
                  <a:t>: Techniques like logit perturbation or top-</a:t>
                </a:r>
                <a:r>
                  <a:rPr lang="en-CA" sz="1200" b="0" i="0" kern="1200" dirty="0">
                    <a:solidFill>
                      <a:schemeClr val="tx1"/>
                    </a:solidFill>
                    <a:effectLst/>
                    <a:latin typeface="Cambria Math" panose="02040503050406030204" pitchFamily="18" charset="0"/>
                    <a:ea typeface="+mn-ea"/>
                    <a:cs typeface="+mn-cs"/>
                  </a:rPr>
                  <a:t>𝑘</a:t>
                </a:r>
                <a:r>
                  <a:rPr lang="en-CA" sz="1200" b="0" i="0" kern="1200" dirty="0">
                    <a:solidFill>
                      <a:schemeClr val="tx1"/>
                    </a:solidFill>
                    <a:effectLst/>
                    <a:latin typeface="Arial" charset="0"/>
                    <a:ea typeface="+mn-ea"/>
                    <a:cs typeface="+mn-cs"/>
                  </a:rPr>
                  <a:t> shielding degrade soft prediction probabilities to starve clone models, which can negatively affect benign users relying on high-precision confidence calibration or class thresholds.</a:t>
                </a:r>
              </a:p>
              <a:p>
                <a:pPr lvl="0"/>
                <a:r>
                  <a:rPr lang="en-CA" sz="1200" b="1" i="0" kern="1200" dirty="0">
                    <a:solidFill>
                      <a:schemeClr val="tx1"/>
                    </a:solidFill>
                    <a:effectLst/>
                    <a:latin typeface="Arial" charset="0"/>
                    <a:ea typeface="+mn-ea"/>
                    <a:cs typeface="+mn-cs"/>
                  </a:rPr>
                  <a:t>Adaptive and Distributed Attackers</a:t>
                </a:r>
                <a:r>
                  <a:rPr lang="en-CA" sz="1200" b="0" i="0" kern="1200" dirty="0">
                    <a:solidFill>
                      <a:schemeClr val="tx1"/>
                    </a:solidFill>
                    <a:effectLst/>
                    <a:latin typeface="Arial" charset="0"/>
                    <a:ea typeface="+mn-ea"/>
                    <a:cs typeface="+mn-cs"/>
                  </a:rPr>
                  <a:t>: Attackers can evade detection schemes (like PRADA) by distributing queries across multiple sybil accounts, throttling request rates (slow extraction), or mixing malicious queries with random benign queries.</a:t>
                </a:r>
              </a:p>
              <a:p>
                <a:pPr lvl="0"/>
                <a:r>
                  <a:rPr lang="en-CA" sz="1200" b="1" i="0" kern="1200" dirty="0">
                    <a:solidFill>
                      <a:schemeClr val="tx1"/>
                    </a:solidFill>
                    <a:effectLst/>
                    <a:latin typeface="Arial" charset="0"/>
                    <a:ea typeface="+mn-ea"/>
                    <a:cs typeface="+mn-cs"/>
                  </a:rPr>
                  <a:t>Watermark Scrubbing</a:t>
                </a:r>
                <a:r>
                  <a:rPr lang="en-CA" sz="1200" b="0" i="0" kern="1200" dirty="0">
                    <a:solidFill>
                      <a:schemeClr val="tx1"/>
                    </a:solidFill>
                    <a:effectLst/>
                    <a:latin typeface="Arial" charset="0"/>
                    <a:ea typeface="+mn-ea"/>
                    <a:cs typeface="+mn-cs"/>
                  </a:rPr>
                  <a:t>: Attackers can remove trigger/backdoor signatures via post-extraction refinement methods (e.g., pruning, fine-tuning on clean datasets, or low-bit quantization) without reducing the extracted model's downstream performance.</a:t>
                </a:r>
              </a:p>
              <a:p>
                <a:pPr lvl="0"/>
                <a:r>
                  <a:rPr lang="en-CA" sz="1200" b="1" i="0" kern="1200" dirty="0">
                    <a:solidFill>
                      <a:schemeClr val="tx1"/>
                    </a:solidFill>
                    <a:effectLst/>
                    <a:latin typeface="Arial" charset="0"/>
                    <a:ea typeface="+mn-ea"/>
                    <a:cs typeface="+mn-cs"/>
                  </a:rPr>
                  <a:t>Generalization of Fingerprints</a:t>
                </a:r>
                <a:r>
                  <a:rPr lang="en-CA" sz="1200" b="0" i="0" kern="1200" dirty="0">
                    <a:solidFill>
                      <a:schemeClr val="tx1"/>
                    </a:solidFill>
                    <a:effectLst/>
                    <a:latin typeface="Arial" charset="0"/>
                    <a:ea typeface="+mn-ea"/>
                    <a:cs typeface="+mn-cs"/>
                  </a:rPr>
                  <a:t>: Fingerprinting relies on architecture-specific decision boundary signatures. If the attacker extracts the model using a completely different substitute architecture (e.g., extracting a </a:t>
                </a:r>
                <a:r>
                  <a:rPr lang="en-CA" sz="1200" b="0" i="0" kern="1200" dirty="0" err="1">
                    <a:solidFill>
                      <a:schemeClr val="tx1"/>
                    </a:solidFill>
                    <a:effectLst/>
                    <a:latin typeface="Arial" charset="0"/>
                    <a:ea typeface="+mn-ea"/>
                    <a:cs typeface="+mn-cs"/>
                  </a:rPr>
                  <a:t>ViT</a:t>
                </a:r>
                <a:r>
                  <a:rPr lang="en-CA" sz="1200" b="0" i="0" kern="1200" dirty="0">
                    <a:solidFill>
                      <a:schemeClr val="tx1"/>
                    </a:solidFill>
                    <a:effectLst/>
                    <a:latin typeface="Arial" charset="0"/>
                    <a:ea typeface="+mn-ea"/>
                    <a:cs typeface="+mn-cs"/>
                  </a:rPr>
                  <a:t> using a substitute CNN), these boundary characteristics might not transfer, weakening verification accuracy.</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8BC0F33B-1674-4AD7-BDC8-DD9E9E0A95D4}" type="slidenum">
              <a:rPr lang="it-IT" smtClean="0"/>
              <a:pPr>
                <a:defRPr/>
              </a:pPr>
              <a:t>41</a:t>
            </a:fld>
            <a:endParaRPr lang="it-IT"/>
          </a:p>
        </p:txBody>
      </p:sp>
    </p:spTree>
    <p:extLst>
      <p:ext uri="{BB962C8B-B14F-4D97-AF65-F5344CB8AC3E}">
        <p14:creationId xmlns:p14="http://schemas.microsoft.com/office/powerpoint/2010/main" val="2672679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8"/>
          <p:cNvSpPr>
            <a:spLocks noGrp="1" noChangeArrowheads="1"/>
          </p:cNvSpPr>
          <p:nvPr>
            <p:ph type="sldNum" sz="quarter" idx="10"/>
          </p:nvPr>
        </p:nvSpPr>
        <p:spPr>
          <a:ln/>
        </p:spPr>
        <p:txBody>
          <a:bodyPr/>
          <a:lstStyle>
            <a:lvl1pPr>
              <a:defRPr/>
            </a:lvl1pPr>
          </a:lstStyle>
          <a:p>
            <a:pPr>
              <a:defRPr/>
            </a:pPr>
            <a:fld id="{996D56C8-A10D-4898-B650-8746653CB87D}" type="slidenum">
              <a:rPr lang="it-IT"/>
              <a:pPr>
                <a:defRPr/>
              </a:pPr>
              <a:t>‹#›</a:t>
            </a:fld>
            <a:endParaRPr lang="it-IT"/>
          </a:p>
        </p:txBody>
      </p:sp>
      <p:pic>
        <p:nvPicPr>
          <p:cNvPr id="5" name="Picture 4">
            <a:extLst>
              <a:ext uri="{FF2B5EF4-FFF2-40B4-BE49-F238E27FC236}">
                <a16:creationId xmlns:a16="http://schemas.microsoft.com/office/drawing/2014/main" id="{A694127F-694B-3309-22A7-DBBDF75918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1003642F-A754-1852-209F-BD244CF453D5}"/>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8"/>
          <p:cNvSpPr>
            <a:spLocks noGrp="1" noChangeArrowheads="1"/>
          </p:cNvSpPr>
          <p:nvPr>
            <p:ph type="sldNum" sz="quarter" idx="10"/>
          </p:nvPr>
        </p:nvSpPr>
        <p:spPr>
          <a:ln/>
        </p:spPr>
        <p:txBody>
          <a:bodyPr/>
          <a:lstStyle>
            <a:lvl1pPr>
              <a:defRPr/>
            </a:lvl1pPr>
          </a:lstStyle>
          <a:p>
            <a:pPr>
              <a:defRPr/>
            </a:pPr>
            <a:fld id="{FE5AEF74-5102-4921-8DBA-649C609AF6D1}" type="slidenum">
              <a:rPr lang="it-IT"/>
              <a:pPr>
                <a:defRPr/>
              </a:pPr>
              <a:t>‹#›</a:t>
            </a:fld>
            <a:endParaRPr lang="it-IT"/>
          </a:p>
        </p:txBody>
      </p:sp>
      <p:pic>
        <p:nvPicPr>
          <p:cNvPr id="5" name="Picture 4">
            <a:extLst>
              <a:ext uri="{FF2B5EF4-FFF2-40B4-BE49-F238E27FC236}">
                <a16:creationId xmlns:a16="http://schemas.microsoft.com/office/drawing/2014/main" id="{3878C745-ADDA-EB40-CFDC-9C1551B87F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013F83F8-D83C-00C0-8052-5108D0BFA81F}"/>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8"/>
          <p:cNvSpPr>
            <a:spLocks noGrp="1" noChangeArrowheads="1"/>
          </p:cNvSpPr>
          <p:nvPr>
            <p:ph type="sldNum" sz="quarter" idx="10"/>
          </p:nvPr>
        </p:nvSpPr>
        <p:spPr>
          <a:ln/>
        </p:spPr>
        <p:txBody>
          <a:bodyPr/>
          <a:lstStyle>
            <a:lvl1pPr>
              <a:defRPr/>
            </a:lvl1pPr>
          </a:lstStyle>
          <a:p>
            <a:pPr>
              <a:defRPr/>
            </a:pPr>
            <a:fld id="{86FB9A68-2017-43A9-8865-D157CE7F9117}" type="slidenum">
              <a:rPr lang="it-IT"/>
              <a:pPr>
                <a:defRPr/>
              </a:pPr>
              <a:t>‹#›</a:t>
            </a:fld>
            <a:endParaRPr lang="it-IT"/>
          </a:p>
        </p:txBody>
      </p:sp>
      <p:pic>
        <p:nvPicPr>
          <p:cNvPr id="5" name="Picture 4">
            <a:extLst>
              <a:ext uri="{FF2B5EF4-FFF2-40B4-BE49-F238E27FC236}">
                <a16:creationId xmlns:a16="http://schemas.microsoft.com/office/drawing/2014/main" id="{2BB8F0CF-C25F-3456-4C68-0363BBEF51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6953D8DD-B9F3-4BEE-E5A0-4812E09E7AF4}"/>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9138" y="10668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10138" y="10668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8"/>
          <p:cNvSpPr>
            <a:spLocks noGrp="1" noChangeArrowheads="1"/>
          </p:cNvSpPr>
          <p:nvPr>
            <p:ph type="sldNum" sz="quarter" idx="10"/>
          </p:nvPr>
        </p:nvSpPr>
        <p:spPr>
          <a:ln/>
        </p:spPr>
        <p:txBody>
          <a:bodyPr/>
          <a:lstStyle>
            <a:lvl1pPr>
              <a:defRPr/>
            </a:lvl1pPr>
          </a:lstStyle>
          <a:p>
            <a:pPr>
              <a:defRPr/>
            </a:pPr>
            <a:fld id="{5E635617-EE3C-41F5-B859-CA8A06225C8E}" type="slidenum">
              <a:rPr lang="it-IT"/>
              <a:pPr>
                <a:defRPr/>
              </a:pPr>
              <a:t>‹#›</a:t>
            </a:fld>
            <a:endParaRPr lang="it-IT"/>
          </a:p>
        </p:txBody>
      </p:sp>
      <p:pic>
        <p:nvPicPr>
          <p:cNvPr id="6" name="Picture 5">
            <a:extLst>
              <a:ext uri="{FF2B5EF4-FFF2-40B4-BE49-F238E27FC236}">
                <a16:creationId xmlns:a16="http://schemas.microsoft.com/office/drawing/2014/main" id="{DFAAE0E6-919D-223B-4D47-AC9515AE45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7" name="Rectangle 6">
            <a:extLst>
              <a:ext uri="{FF2B5EF4-FFF2-40B4-BE49-F238E27FC236}">
                <a16:creationId xmlns:a16="http://schemas.microsoft.com/office/drawing/2014/main" id="{A8C4B334-12F1-4FC7-34E6-8494506FE0BE}"/>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8"/>
          <p:cNvSpPr>
            <a:spLocks noGrp="1" noChangeArrowheads="1"/>
          </p:cNvSpPr>
          <p:nvPr>
            <p:ph type="sldNum" sz="quarter" idx="10"/>
          </p:nvPr>
        </p:nvSpPr>
        <p:spPr>
          <a:ln/>
        </p:spPr>
        <p:txBody>
          <a:bodyPr/>
          <a:lstStyle>
            <a:lvl1pPr>
              <a:defRPr/>
            </a:lvl1pPr>
          </a:lstStyle>
          <a:p>
            <a:pPr>
              <a:defRPr/>
            </a:pPr>
            <a:fld id="{BC8E31E4-2839-4911-8921-316FAD32698C}" type="slidenum">
              <a:rPr lang="it-IT"/>
              <a:pPr>
                <a:defRPr/>
              </a:pPr>
              <a:t>‹#›</a:t>
            </a:fld>
            <a:endParaRPr lang="it-IT"/>
          </a:p>
        </p:txBody>
      </p:sp>
      <p:pic>
        <p:nvPicPr>
          <p:cNvPr id="8" name="Picture 7">
            <a:extLst>
              <a:ext uri="{FF2B5EF4-FFF2-40B4-BE49-F238E27FC236}">
                <a16:creationId xmlns:a16="http://schemas.microsoft.com/office/drawing/2014/main" id="{BCAA6FAB-3C18-4B65-4E7E-A178E9CB8C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9" name="Rectangle 8">
            <a:extLst>
              <a:ext uri="{FF2B5EF4-FFF2-40B4-BE49-F238E27FC236}">
                <a16:creationId xmlns:a16="http://schemas.microsoft.com/office/drawing/2014/main" id="{D5B05A4A-D4BC-9505-8475-71C89F2F0C70}"/>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8"/>
          <p:cNvSpPr>
            <a:spLocks noGrp="1" noChangeArrowheads="1"/>
          </p:cNvSpPr>
          <p:nvPr>
            <p:ph type="sldNum" sz="quarter" idx="10"/>
          </p:nvPr>
        </p:nvSpPr>
        <p:spPr>
          <a:ln/>
        </p:spPr>
        <p:txBody>
          <a:bodyPr/>
          <a:lstStyle>
            <a:lvl1pPr>
              <a:defRPr/>
            </a:lvl1pPr>
          </a:lstStyle>
          <a:p>
            <a:pPr>
              <a:defRPr/>
            </a:pPr>
            <a:fld id="{490047E7-9CC8-4A91-A3B9-802559867DAC}" type="slidenum">
              <a:rPr lang="it-IT"/>
              <a:pPr>
                <a:defRPr/>
              </a:pPr>
              <a:t>‹#›</a:t>
            </a:fld>
            <a:endParaRPr lang="it-IT"/>
          </a:p>
        </p:txBody>
      </p:sp>
      <p:pic>
        <p:nvPicPr>
          <p:cNvPr id="4" name="Picture 3">
            <a:extLst>
              <a:ext uri="{FF2B5EF4-FFF2-40B4-BE49-F238E27FC236}">
                <a16:creationId xmlns:a16="http://schemas.microsoft.com/office/drawing/2014/main" id="{2A683C0B-ED83-FB29-E580-3D70DD657A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5" name="Rectangle 4">
            <a:extLst>
              <a:ext uri="{FF2B5EF4-FFF2-40B4-BE49-F238E27FC236}">
                <a16:creationId xmlns:a16="http://schemas.microsoft.com/office/drawing/2014/main" id="{BDAD11A5-5DD9-786B-7575-724C99331AC4}"/>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8"/>
          <p:cNvSpPr>
            <a:spLocks noGrp="1" noChangeArrowheads="1"/>
          </p:cNvSpPr>
          <p:nvPr>
            <p:ph type="sldNum" sz="quarter" idx="10"/>
          </p:nvPr>
        </p:nvSpPr>
        <p:spPr>
          <a:ln/>
        </p:spPr>
        <p:txBody>
          <a:bodyPr/>
          <a:lstStyle>
            <a:lvl1pPr>
              <a:defRPr/>
            </a:lvl1pPr>
          </a:lstStyle>
          <a:p>
            <a:pPr>
              <a:defRPr/>
            </a:pPr>
            <a:fld id="{369442CD-C245-4550-9D0D-61EDF6455B06}" type="slidenum">
              <a:rPr lang="it-IT"/>
              <a:pPr>
                <a:defRPr/>
              </a:pPr>
              <a:t>‹#›</a:t>
            </a:fld>
            <a:endParaRPr lang="it-IT"/>
          </a:p>
        </p:txBody>
      </p:sp>
      <p:pic>
        <p:nvPicPr>
          <p:cNvPr id="4" name="Picture 3">
            <a:extLst>
              <a:ext uri="{FF2B5EF4-FFF2-40B4-BE49-F238E27FC236}">
                <a16:creationId xmlns:a16="http://schemas.microsoft.com/office/drawing/2014/main" id="{AA5AB221-F9B9-B201-380F-4A3282C2BE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5" name="Rectangle 4">
            <a:extLst>
              <a:ext uri="{FF2B5EF4-FFF2-40B4-BE49-F238E27FC236}">
                <a16:creationId xmlns:a16="http://schemas.microsoft.com/office/drawing/2014/main" id="{F4A47D07-3287-24FE-2DD0-756837E540AB}"/>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8"/>
          <p:cNvSpPr>
            <a:spLocks noGrp="1" noChangeArrowheads="1"/>
          </p:cNvSpPr>
          <p:nvPr>
            <p:ph type="sldNum" sz="quarter" idx="10"/>
          </p:nvPr>
        </p:nvSpPr>
        <p:spPr>
          <a:ln/>
        </p:spPr>
        <p:txBody>
          <a:bodyPr/>
          <a:lstStyle>
            <a:lvl1pPr>
              <a:defRPr/>
            </a:lvl1pPr>
          </a:lstStyle>
          <a:p>
            <a:pPr>
              <a:defRPr/>
            </a:pPr>
            <a:fld id="{A2A54487-9E76-4E96-BD09-B6A40810B386}" type="slidenum">
              <a:rPr lang="it-IT"/>
              <a:pPr>
                <a:defRPr/>
              </a:pPr>
              <a:t>‹#›</a:t>
            </a:fld>
            <a:endParaRPr lang="it-IT"/>
          </a:p>
        </p:txBody>
      </p:sp>
      <p:pic>
        <p:nvPicPr>
          <p:cNvPr id="6" name="Picture 5">
            <a:extLst>
              <a:ext uri="{FF2B5EF4-FFF2-40B4-BE49-F238E27FC236}">
                <a16:creationId xmlns:a16="http://schemas.microsoft.com/office/drawing/2014/main" id="{927388E4-FE90-8194-C69E-A28A4D08E9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7" name="Rectangle 6">
            <a:extLst>
              <a:ext uri="{FF2B5EF4-FFF2-40B4-BE49-F238E27FC236}">
                <a16:creationId xmlns:a16="http://schemas.microsoft.com/office/drawing/2014/main" id="{0A2B448A-5055-1F72-6480-D04F4797F453}"/>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8"/>
          <p:cNvSpPr>
            <a:spLocks noGrp="1" noChangeArrowheads="1"/>
          </p:cNvSpPr>
          <p:nvPr>
            <p:ph type="sldNum" sz="quarter" idx="10"/>
          </p:nvPr>
        </p:nvSpPr>
        <p:spPr>
          <a:ln/>
        </p:spPr>
        <p:txBody>
          <a:bodyPr/>
          <a:lstStyle>
            <a:lvl1pPr>
              <a:defRPr/>
            </a:lvl1pPr>
          </a:lstStyle>
          <a:p>
            <a:pPr>
              <a:defRPr/>
            </a:pPr>
            <a:fld id="{BDBA07BE-5472-4AAD-A0E5-CA72E1B922CE}" type="slidenum">
              <a:rPr lang="it-IT"/>
              <a:pPr>
                <a:defRPr/>
              </a:pPr>
              <a:t>‹#›</a:t>
            </a:fld>
            <a:endParaRPr lang="it-IT"/>
          </a:p>
        </p:txBody>
      </p:sp>
      <p:pic>
        <p:nvPicPr>
          <p:cNvPr id="6" name="Picture 5">
            <a:extLst>
              <a:ext uri="{FF2B5EF4-FFF2-40B4-BE49-F238E27FC236}">
                <a16:creationId xmlns:a16="http://schemas.microsoft.com/office/drawing/2014/main" id="{BF142604-7C4D-F648-C1CE-7A41AF5DBA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7" name="Rectangle 6">
            <a:extLst>
              <a:ext uri="{FF2B5EF4-FFF2-40B4-BE49-F238E27FC236}">
                <a16:creationId xmlns:a16="http://schemas.microsoft.com/office/drawing/2014/main" id="{01F14BED-C935-B5DD-1FA3-37476F54A828}"/>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8"/>
          <p:cNvSpPr>
            <a:spLocks noGrp="1" noChangeArrowheads="1"/>
          </p:cNvSpPr>
          <p:nvPr>
            <p:ph type="sldNum" sz="quarter" idx="10"/>
          </p:nvPr>
        </p:nvSpPr>
        <p:spPr>
          <a:ln/>
        </p:spPr>
        <p:txBody>
          <a:bodyPr/>
          <a:lstStyle>
            <a:lvl1pPr>
              <a:defRPr/>
            </a:lvl1pPr>
          </a:lstStyle>
          <a:p>
            <a:pPr>
              <a:defRPr/>
            </a:pPr>
            <a:fld id="{D0453C23-4D31-494E-8564-BDE515A4FBE4}" type="slidenum">
              <a:rPr lang="it-IT"/>
              <a:pPr>
                <a:defRPr/>
              </a:pPr>
              <a:t>‹#›</a:t>
            </a:fld>
            <a:endParaRPr lang="it-IT"/>
          </a:p>
        </p:txBody>
      </p:sp>
      <p:pic>
        <p:nvPicPr>
          <p:cNvPr id="5" name="Picture 4">
            <a:extLst>
              <a:ext uri="{FF2B5EF4-FFF2-40B4-BE49-F238E27FC236}">
                <a16:creationId xmlns:a16="http://schemas.microsoft.com/office/drawing/2014/main" id="{3F6B9FD7-EB23-7ACD-E239-76B093E7FC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AA8BD500-7D85-32D8-50F7-71C60CE3FB63}"/>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34925"/>
            <a:ext cx="2057400" cy="5984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9138" y="34925"/>
            <a:ext cx="6019800" cy="5984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8"/>
          <p:cNvSpPr>
            <a:spLocks noGrp="1" noChangeArrowheads="1"/>
          </p:cNvSpPr>
          <p:nvPr>
            <p:ph type="sldNum" sz="quarter" idx="10"/>
          </p:nvPr>
        </p:nvSpPr>
        <p:spPr>
          <a:ln/>
        </p:spPr>
        <p:txBody>
          <a:bodyPr/>
          <a:lstStyle>
            <a:lvl1pPr>
              <a:defRPr/>
            </a:lvl1pPr>
          </a:lstStyle>
          <a:p>
            <a:pPr>
              <a:defRPr/>
            </a:pPr>
            <a:fld id="{8D6A8C84-2A6A-4884-8344-DF056296B402}" type="slidenum">
              <a:rPr lang="it-IT"/>
              <a:pPr>
                <a:defRPr/>
              </a:pPr>
              <a:t>‹#›</a:t>
            </a:fld>
            <a:endParaRPr lang="it-IT"/>
          </a:p>
        </p:txBody>
      </p:sp>
      <p:pic>
        <p:nvPicPr>
          <p:cNvPr id="5" name="Picture 4">
            <a:extLst>
              <a:ext uri="{FF2B5EF4-FFF2-40B4-BE49-F238E27FC236}">
                <a16:creationId xmlns:a16="http://schemas.microsoft.com/office/drawing/2014/main" id="{A4D79F17-8D45-7266-CDEA-EC7DFEE002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E85F02CA-F615-A05E-9D0A-595D4EB9633E}"/>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719138" y="34925"/>
            <a:ext cx="8229600" cy="5984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68"/>
          <p:cNvSpPr>
            <a:spLocks noGrp="1" noChangeArrowheads="1"/>
          </p:cNvSpPr>
          <p:nvPr>
            <p:ph type="sldNum" sz="quarter" idx="10"/>
          </p:nvPr>
        </p:nvSpPr>
        <p:spPr>
          <a:ln/>
        </p:spPr>
        <p:txBody>
          <a:bodyPr/>
          <a:lstStyle>
            <a:lvl1pPr>
              <a:defRPr/>
            </a:lvl1pPr>
          </a:lstStyle>
          <a:p>
            <a:pPr>
              <a:defRPr/>
            </a:pPr>
            <a:fld id="{A52AF368-75D9-4E63-B06C-A29C54E29B26}" type="slidenum">
              <a:rPr lang="it-IT"/>
              <a:pPr>
                <a:defRPr/>
              </a:pPr>
              <a:t>‹#›</a:t>
            </a:fld>
            <a:endParaRPr lang="it-IT"/>
          </a:p>
        </p:txBody>
      </p:sp>
      <p:pic>
        <p:nvPicPr>
          <p:cNvPr id="7" name="Picture 6">
            <a:extLst>
              <a:ext uri="{FF2B5EF4-FFF2-40B4-BE49-F238E27FC236}">
                <a16:creationId xmlns:a16="http://schemas.microsoft.com/office/drawing/2014/main" id="{30C4AC94-9457-0ED2-309C-7885EAC399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93332" y="6615239"/>
            <a:ext cx="2315172" cy="247714"/>
          </a:xfrm>
          <a:prstGeom prst="rect">
            <a:avLst/>
          </a:prstGeom>
        </p:spPr>
      </p:pic>
      <p:sp>
        <p:nvSpPr>
          <p:cNvPr id="8" name="Rectangle 7">
            <a:extLst>
              <a:ext uri="{FF2B5EF4-FFF2-40B4-BE49-F238E27FC236}">
                <a16:creationId xmlns:a16="http://schemas.microsoft.com/office/drawing/2014/main" id="{2EFEBCD5-9AB6-7DF6-5A9F-83AE2222537D}"/>
              </a:ext>
            </a:extLst>
          </p:cNvPr>
          <p:cNvSpPr>
            <a:spLocks noChangeArrowheads="1"/>
          </p:cNvSpPr>
          <p:nvPr userDrawn="1"/>
        </p:nvSpPr>
        <p:spPr bwMode="auto">
          <a:xfrm>
            <a:off x="6684507" y="6577607"/>
            <a:ext cx="2423997" cy="307777"/>
          </a:xfrm>
          <a:prstGeom prst="rect">
            <a:avLst/>
          </a:prstGeom>
          <a:noFill/>
          <a:ln w="9525">
            <a:noFill/>
            <a:miter lim="800000"/>
            <a:headEnd/>
            <a:tailEnd/>
          </a:ln>
        </p:spPr>
        <p:txBody>
          <a:bodyPr wrap="non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719138" y="34925"/>
            <a:ext cx="5943600" cy="838200"/>
          </a:xfrm>
        </p:spPr>
        <p:txBody>
          <a:bodyPr/>
          <a:lstStyle/>
          <a:p>
            <a:r>
              <a:rPr lang="en-US"/>
              <a:t>Click to edit Master title style</a:t>
            </a:r>
          </a:p>
        </p:txBody>
      </p:sp>
      <p:sp>
        <p:nvSpPr>
          <p:cNvPr id="3" name="SmartArt Placeholder 2"/>
          <p:cNvSpPr>
            <a:spLocks noGrp="1"/>
          </p:cNvSpPr>
          <p:nvPr>
            <p:ph type="dgm" idx="1"/>
          </p:nvPr>
        </p:nvSpPr>
        <p:spPr>
          <a:xfrm>
            <a:off x="719138" y="1066800"/>
            <a:ext cx="8229600" cy="4953000"/>
          </a:xfrm>
        </p:spPr>
        <p:txBody>
          <a:bodyPr/>
          <a:lstStyle/>
          <a:p>
            <a:pPr lvl="0"/>
            <a:endParaRPr lang="en-US" noProof="0"/>
          </a:p>
        </p:txBody>
      </p:sp>
      <p:sp>
        <p:nvSpPr>
          <p:cNvPr id="4" name="Rectangle 68"/>
          <p:cNvSpPr>
            <a:spLocks noGrp="1" noChangeArrowheads="1"/>
          </p:cNvSpPr>
          <p:nvPr>
            <p:ph type="sldNum" sz="quarter" idx="10"/>
          </p:nvPr>
        </p:nvSpPr>
        <p:spPr>
          <a:ln/>
        </p:spPr>
        <p:txBody>
          <a:bodyPr/>
          <a:lstStyle>
            <a:lvl1pPr>
              <a:defRPr/>
            </a:lvl1pPr>
          </a:lstStyle>
          <a:p>
            <a:pPr>
              <a:defRPr/>
            </a:pPr>
            <a:fld id="{E96B9D2D-D862-4A1B-9118-D1CB277DFCF4}" type="slidenum">
              <a:rPr lang="it-IT"/>
              <a:pPr>
                <a:defRPr/>
              </a:pPr>
              <a:t>‹#›</a:t>
            </a:fld>
            <a:endParaRPr lang="it-IT"/>
          </a:p>
        </p:txBody>
      </p:sp>
      <p:pic>
        <p:nvPicPr>
          <p:cNvPr id="5" name="Picture 4">
            <a:extLst>
              <a:ext uri="{FF2B5EF4-FFF2-40B4-BE49-F238E27FC236}">
                <a16:creationId xmlns:a16="http://schemas.microsoft.com/office/drawing/2014/main" id="{1AB35A7B-8837-D247-A824-7F20D9D233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6" name="Rectangle 5">
            <a:extLst>
              <a:ext uri="{FF2B5EF4-FFF2-40B4-BE49-F238E27FC236}">
                <a16:creationId xmlns:a16="http://schemas.microsoft.com/office/drawing/2014/main" id="{366AA7FE-98E2-8DCD-E32F-7ABB419DF117}"/>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Rectangle 15"/>
          <p:cNvSpPr>
            <a:spLocks noChangeArrowheads="1"/>
          </p:cNvSpPr>
          <p:nvPr/>
        </p:nvSpPr>
        <p:spPr bwMode="auto">
          <a:xfrm>
            <a:off x="0" y="0"/>
            <a:ext cx="9169400" cy="6873875"/>
          </a:xfrm>
          <a:prstGeom prst="rect">
            <a:avLst/>
          </a:prstGeom>
          <a:noFill/>
          <a:ln>
            <a:noFill/>
          </a:ln>
          <a:effectLst/>
        </p:spPr>
        <p:txBody>
          <a:bodyPr wrap="none" anchor="ctr"/>
          <a:lstStyle>
            <a:lvl1pPr>
              <a:defRPr sz="1600" b="1">
                <a:solidFill>
                  <a:srgbClr val="FF9900"/>
                </a:solidFill>
                <a:latin typeface="Arial" charset="0"/>
              </a:defRPr>
            </a:lvl1pPr>
            <a:lvl2pPr marL="742950" indent="-285750">
              <a:defRPr sz="1600" b="1">
                <a:solidFill>
                  <a:srgbClr val="FF9900"/>
                </a:solidFill>
                <a:latin typeface="Arial" charset="0"/>
              </a:defRPr>
            </a:lvl2pPr>
            <a:lvl3pPr marL="1143000" indent="-228600">
              <a:defRPr sz="1600" b="1">
                <a:solidFill>
                  <a:srgbClr val="FF9900"/>
                </a:solidFill>
                <a:latin typeface="Arial" charset="0"/>
              </a:defRPr>
            </a:lvl3pPr>
            <a:lvl4pPr marL="1600200" indent="-228600">
              <a:defRPr sz="1600" b="1">
                <a:solidFill>
                  <a:srgbClr val="FF9900"/>
                </a:solidFill>
                <a:latin typeface="Arial" charset="0"/>
              </a:defRPr>
            </a:lvl4pPr>
            <a:lvl5pPr marL="2057400" indent="-228600">
              <a:defRPr sz="1600" b="1">
                <a:solidFill>
                  <a:srgbClr val="FF9900"/>
                </a:solidFill>
                <a:latin typeface="Arial" charset="0"/>
              </a:defRPr>
            </a:lvl5pPr>
            <a:lvl6pPr marL="2514600" indent="-228600" eaLnBrk="0" fontAlgn="base" hangingPunct="0">
              <a:spcBef>
                <a:spcPct val="0"/>
              </a:spcBef>
              <a:spcAft>
                <a:spcPct val="0"/>
              </a:spcAft>
              <a:defRPr sz="1600" b="1">
                <a:solidFill>
                  <a:srgbClr val="FF9900"/>
                </a:solidFill>
                <a:latin typeface="Arial" charset="0"/>
              </a:defRPr>
            </a:lvl6pPr>
            <a:lvl7pPr marL="2971800" indent="-228600" eaLnBrk="0" fontAlgn="base" hangingPunct="0">
              <a:spcBef>
                <a:spcPct val="0"/>
              </a:spcBef>
              <a:spcAft>
                <a:spcPct val="0"/>
              </a:spcAft>
              <a:defRPr sz="1600" b="1">
                <a:solidFill>
                  <a:srgbClr val="FF9900"/>
                </a:solidFill>
                <a:latin typeface="Arial" charset="0"/>
              </a:defRPr>
            </a:lvl7pPr>
            <a:lvl8pPr marL="3429000" indent="-228600" eaLnBrk="0" fontAlgn="base" hangingPunct="0">
              <a:spcBef>
                <a:spcPct val="0"/>
              </a:spcBef>
              <a:spcAft>
                <a:spcPct val="0"/>
              </a:spcAft>
              <a:defRPr sz="1600" b="1">
                <a:solidFill>
                  <a:srgbClr val="FF9900"/>
                </a:solidFill>
                <a:latin typeface="Arial" charset="0"/>
              </a:defRPr>
            </a:lvl8pPr>
            <a:lvl9pPr marL="3886200" indent="-228600" eaLnBrk="0" fontAlgn="base" hangingPunct="0">
              <a:spcBef>
                <a:spcPct val="0"/>
              </a:spcBef>
              <a:spcAft>
                <a:spcPct val="0"/>
              </a:spcAft>
              <a:defRPr sz="1600" b="1">
                <a:solidFill>
                  <a:srgbClr val="FF9900"/>
                </a:solidFill>
                <a:latin typeface="Arial" charset="0"/>
              </a:defRPr>
            </a:lvl9pPr>
          </a:lstStyle>
          <a:p>
            <a:pPr>
              <a:defRPr/>
            </a:pPr>
            <a:endParaRPr lang="en-US" altLang="en-US">
              <a:cs typeface="+mn-cs"/>
            </a:endParaRPr>
          </a:p>
        </p:txBody>
      </p:sp>
      <p:pic>
        <p:nvPicPr>
          <p:cNvPr id="3" name="Picture 2"/>
          <p:cNvPicPr>
            <a:picLocks noChangeAspect="1" noChangeArrowheads="1"/>
          </p:cNvPicPr>
          <p:nvPr userDrawn="1"/>
        </p:nvPicPr>
        <p:blipFill>
          <a:blip r:embed="rId2"/>
          <a:srcRect/>
          <a:stretch>
            <a:fillRect/>
          </a:stretch>
        </p:blipFill>
        <p:spPr bwMode="auto">
          <a:xfrm>
            <a:off x="0" y="-26988"/>
            <a:ext cx="9163050" cy="3467101"/>
          </a:xfrm>
          <a:prstGeom prst="rect">
            <a:avLst/>
          </a:prstGeom>
          <a:noFill/>
          <a:ln w="9525">
            <a:noFill/>
            <a:miter lim="800000"/>
            <a:headEnd/>
            <a:tailEnd/>
          </a:ln>
        </p:spPr>
      </p:pic>
      <p:pic>
        <p:nvPicPr>
          <p:cNvPr id="4" name="Picture 4"/>
          <p:cNvPicPr>
            <a:picLocks noChangeAspect="1" noChangeArrowheads="1"/>
          </p:cNvPicPr>
          <p:nvPr userDrawn="1"/>
        </p:nvPicPr>
        <p:blipFill>
          <a:blip r:embed="rId3"/>
          <a:srcRect/>
          <a:stretch>
            <a:fillRect/>
          </a:stretch>
        </p:blipFill>
        <p:spPr bwMode="auto">
          <a:xfrm>
            <a:off x="0" y="6546850"/>
            <a:ext cx="9163050" cy="338138"/>
          </a:xfrm>
          <a:prstGeom prst="rect">
            <a:avLst/>
          </a:prstGeom>
          <a:noFill/>
          <a:ln w="9525">
            <a:noFill/>
            <a:miter lim="800000"/>
            <a:headEnd/>
            <a:tailEnd/>
          </a:ln>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8" descr="up"/>
          <p:cNvPicPr>
            <a:picLocks noChangeAspect="1" noChangeArrowheads="1"/>
          </p:cNvPicPr>
          <p:nvPr/>
        </p:nvPicPr>
        <p:blipFill>
          <a:blip r:embed="rId16"/>
          <a:srcRect/>
          <a:stretch>
            <a:fillRect/>
          </a:stretch>
        </p:blipFill>
        <p:spPr bwMode="auto">
          <a:xfrm>
            <a:off x="0" y="0"/>
            <a:ext cx="9144000" cy="858838"/>
          </a:xfrm>
          <a:prstGeom prst="rect">
            <a:avLst/>
          </a:prstGeom>
          <a:noFill/>
          <a:ln w="9525">
            <a:noFill/>
            <a:miter lim="800000"/>
            <a:headEnd/>
            <a:tailEnd/>
          </a:ln>
        </p:spPr>
      </p:pic>
      <p:pic>
        <p:nvPicPr>
          <p:cNvPr id="1027" name="Picture 80" descr="untitled"/>
          <p:cNvPicPr preferRelativeResize="0">
            <a:picLocks noChangeArrowheads="1"/>
          </p:cNvPicPr>
          <p:nvPr userDrawn="1"/>
        </p:nvPicPr>
        <p:blipFill>
          <a:blip r:embed="rId17"/>
          <a:srcRect/>
          <a:stretch>
            <a:fillRect/>
          </a:stretch>
        </p:blipFill>
        <p:spPr bwMode="auto">
          <a:xfrm>
            <a:off x="3175" y="6556375"/>
            <a:ext cx="9140825" cy="301625"/>
          </a:xfrm>
          <a:prstGeom prst="rect">
            <a:avLst/>
          </a:prstGeom>
          <a:noFill/>
          <a:ln w="9525">
            <a:noFill/>
            <a:miter lim="800000"/>
            <a:headEnd/>
            <a:tailEnd/>
          </a:ln>
        </p:spPr>
      </p:pic>
      <p:sp>
        <p:nvSpPr>
          <p:cNvPr id="1028" name="Rectangle 19"/>
          <p:cNvSpPr>
            <a:spLocks noGrp="1" noChangeAspect="1" noChangeArrowheads="1"/>
          </p:cNvSpPr>
          <p:nvPr>
            <p:ph type="title"/>
          </p:nvPr>
        </p:nvSpPr>
        <p:spPr bwMode="auto">
          <a:xfrm>
            <a:off x="719138" y="34925"/>
            <a:ext cx="5943600" cy="838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it-IT"/>
              <a:t>Titolo diapositiva</a:t>
            </a:r>
          </a:p>
        </p:txBody>
      </p:sp>
      <p:sp>
        <p:nvSpPr>
          <p:cNvPr id="1029" name="Rectangle 66"/>
          <p:cNvSpPr>
            <a:spLocks noGrp="1" noChangeArrowheads="1"/>
          </p:cNvSpPr>
          <p:nvPr>
            <p:ph type="body" idx="1"/>
          </p:nvPr>
        </p:nvSpPr>
        <p:spPr bwMode="auto">
          <a:xfrm>
            <a:off x="719138" y="1066800"/>
            <a:ext cx="8229600" cy="4953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it-IT"/>
              <a:t>Fare clic per modificare il testo</a:t>
            </a:r>
          </a:p>
          <a:p>
            <a:pPr lvl="1"/>
            <a:r>
              <a:rPr lang="it-IT"/>
              <a:t>Testo</a:t>
            </a:r>
          </a:p>
          <a:p>
            <a:pPr lvl="2"/>
            <a:r>
              <a:rPr lang="it-IT"/>
              <a:t>Testo</a:t>
            </a:r>
          </a:p>
          <a:p>
            <a:pPr lvl="3"/>
            <a:r>
              <a:rPr lang="it-IT"/>
              <a:t>testo</a:t>
            </a:r>
          </a:p>
        </p:txBody>
      </p:sp>
      <p:sp>
        <p:nvSpPr>
          <p:cNvPr id="7" name="Rectangle 68"/>
          <p:cNvSpPr>
            <a:spLocks noGrp="1" noChangeArrowheads="1"/>
          </p:cNvSpPr>
          <p:nvPr>
            <p:ph type="sldNum" sz="quarter" idx="4"/>
          </p:nvPr>
        </p:nvSpPr>
        <p:spPr bwMode="auto">
          <a:xfrm>
            <a:off x="76200" y="6613525"/>
            <a:ext cx="1328738" cy="244475"/>
          </a:xfrm>
          <a:prstGeom prst="rect">
            <a:avLst/>
          </a:prstGeom>
          <a:ln>
            <a:miter lim="800000"/>
            <a:headEnd/>
            <a:tailEnd/>
          </a:ln>
        </p:spPr>
        <p:txBody>
          <a:bodyPr vert="horz" wrap="none" lIns="0" tIns="0" rIns="1080000" bIns="0" numCol="1" anchor="t" anchorCtr="0" compatLnSpc="1">
            <a:prstTxWarp prst="textNoShape">
              <a:avLst/>
            </a:prstTxWarp>
            <a:spAutoFit/>
          </a:bodyPr>
          <a:lstStyle>
            <a:lvl1pPr algn="r" eaLnBrk="0" hangingPunct="0">
              <a:spcBef>
                <a:spcPct val="20000"/>
              </a:spcBef>
              <a:defRPr sz="1600" b="1">
                <a:solidFill>
                  <a:srgbClr val="FF9900"/>
                </a:solidFill>
                <a:latin typeface="+mn-lt"/>
                <a:cs typeface="Times New Roman" pitchFamily="18" charset="0"/>
              </a:defRPr>
            </a:lvl1pPr>
          </a:lstStyle>
          <a:p>
            <a:pPr>
              <a:defRPr/>
            </a:pPr>
            <a:fld id="{77B19931-720D-426D-9813-29D39344424D}" type="slidenum">
              <a:rPr lang="it-IT"/>
              <a:pPr>
                <a:defRPr/>
              </a:pPr>
              <a:t>‹#›</a:t>
            </a:fld>
            <a:endParaRPr lang="it-IT"/>
          </a:p>
        </p:txBody>
      </p:sp>
      <p:pic>
        <p:nvPicPr>
          <p:cNvPr id="2" name="Picture 1">
            <a:extLst>
              <a:ext uri="{FF2B5EF4-FFF2-40B4-BE49-F238E27FC236}">
                <a16:creationId xmlns:a16="http://schemas.microsoft.com/office/drawing/2014/main" id="{4FDE9E1C-3CA7-704C-A80A-D5F9314BD95D}"/>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804248" y="6615239"/>
            <a:ext cx="2232248" cy="238841"/>
          </a:xfrm>
          <a:prstGeom prst="rect">
            <a:avLst/>
          </a:prstGeom>
        </p:spPr>
      </p:pic>
      <p:sp>
        <p:nvSpPr>
          <p:cNvPr id="3" name="Rectangle 2">
            <a:extLst>
              <a:ext uri="{FF2B5EF4-FFF2-40B4-BE49-F238E27FC236}">
                <a16:creationId xmlns:a16="http://schemas.microsoft.com/office/drawing/2014/main" id="{1E8F66B3-A208-23EE-CBC6-275E15082C47}"/>
              </a:ext>
            </a:extLst>
          </p:cNvPr>
          <p:cNvSpPr>
            <a:spLocks noChangeArrowheads="1"/>
          </p:cNvSpPr>
          <p:nvPr userDrawn="1"/>
        </p:nvSpPr>
        <p:spPr bwMode="auto">
          <a:xfrm>
            <a:off x="6732240"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 bg1="lt1" tx1="dk1" bg2="lt2" tx2="dk2" accent1="accent1" accent2="accent2" accent3="accent3" accent4="accent4" accent5="accent5" accent6="accent6" hlink="hlink" folHlink="folHlink"/>
  <p:sldLayoutIdLst>
    <p:sldLayoutId id="2147484268" r:id="rId1"/>
    <p:sldLayoutId id="2147484269" r:id="rId2"/>
    <p:sldLayoutId id="2147484270" r:id="rId3"/>
    <p:sldLayoutId id="2147484271" r:id="rId4"/>
    <p:sldLayoutId id="2147484272" r:id="rId5"/>
    <p:sldLayoutId id="2147484273" r:id="rId6"/>
    <p:sldLayoutId id="2147484274" r:id="rId7"/>
    <p:sldLayoutId id="2147484275" r:id="rId8"/>
    <p:sldLayoutId id="2147484276" r:id="rId9"/>
    <p:sldLayoutId id="2147484277" r:id="rId10"/>
    <p:sldLayoutId id="2147484278" r:id="rId11"/>
    <p:sldLayoutId id="2147484279" r:id="rId12"/>
    <p:sldLayoutId id="2147484280" r:id="rId13"/>
    <p:sldLayoutId id="2147484281" r:id="rId14"/>
  </p:sldLayoutIdLst>
  <p:hf hdr="0" ftr="0" dt="0"/>
  <p:txStyles>
    <p:titleStyle>
      <a:lvl1pPr algn="l" rtl="0" eaLnBrk="0" fontAlgn="base" hangingPunct="0">
        <a:spcBef>
          <a:spcPct val="0"/>
        </a:spcBef>
        <a:spcAft>
          <a:spcPct val="0"/>
        </a:spcAft>
        <a:defRPr sz="2200" b="1">
          <a:solidFill>
            <a:srgbClr val="003F6E"/>
          </a:solidFill>
          <a:latin typeface="+mj-lt"/>
          <a:ea typeface="+mj-ea"/>
          <a:cs typeface="+mj-cs"/>
        </a:defRPr>
      </a:lvl1pPr>
      <a:lvl2pPr algn="l" rtl="0" eaLnBrk="0" fontAlgn="base" hangingPunct="0">
        <a:spcBef>
          <a:spcPct val="0"/>
        </a:spcBef>
        <a:spcAft>
          <a:spcPct val="0"/>
        </a:spcAft>
        <a:defRPr sz="2200" b="1">
          <a:solidFill>
            <a:srgbClr val="003F6E"/>
          </a:solidFill>
          <a:latin typeface="Arial" charset="0"/>
        </a:defRPr>
      </a:lvl2pPr>
      <a:lvl3pPr algn="l" rtl="0" eaLnBrk="0" fontAlgn="base" hangingPunct="0">
        <a:spcBef>
          <a:spcPct val="0"/>
        </a:spcBef>
        <a:spcAft>
          <a:spcPct val="0"/>
        </a:spcAft>
        <a:defRPr sz="2200" b="1">
          <a:solidFill>
            <a:srgbClr val="003F6E"/>
          </a:solidFill>
          <a:latin typeface="Arial" charset="0"/>
        </a:defRPr>
      </a:lvl3pPr>
      <a:lvl4pPr algn="l" rtl="0" eaLnBrk="0" fontAlgn="base" hangingPunct="0">
        <a:spcBef>
          <a:spcPct val="0"/>
        </a:spcBef>
        <a:spcAft>
          <a:spcPct val="0"/>
        </a:spcAft>
        <a:defRPr sz="2200" b="1">
          <a:solidFill>
            <a:srgbClr val="003F6E"/>
          </a:solidFill>
          <a:latin typeface="Arial" charset="0"/>
        </a:defRPr>
      </a:lvl4pPr>
      <a:lvl5pPr algn="l" rtl="0" eaLnBrk="0" fontAlgn="base" hangingPunct="0">
        <a:spcBef>
          <a:spcPct val="0"/>
        </a:spcBef>
        <a:spcAft>
          <a:spcPct val="0"/>
        </a:spcAft>
        <a:defRPr sz="2200" b="1">
          <a:solidFill>
            <a:srgbClr val="003F6E"/>
          </a:solidFill>
          <a:latin typeface="Arial" charset="0"/>
        </a:defRPr>
      </a:lvl5pPr>
      <a:lvl6pPr marL="457200" algn="l" rtl="0" eaLnBrk="0" fontAlgn="base" hangingPunct="0">
        <a:spcBef>
          <a:spcPct val="0"/>
        </a:spcBef>
        <a:spcAft>
          <a:spcPct val="0"/>
        </a:spcAft>
        <a:defRPr sz="2200" b="1">
          <a:solidFill>
            <a:srgbClr val="003F6E"/>
          </a:solidFill>
          <a:latin typeface="Arial" charset="0"/>
        </a:defRPr>
      </a:lvl6pPr>
      <a:lvl7pPr marL="914400" algn="l" rtl="0" eaLnBrk="0" fontAlgn="base" hangingPunct="0">
        <a:spcBef>
          <a:spcPct val="0"/>
        </a:spcBef>
        <a:spcAft>
          <a:spcPct val="0"/>
        </a:spcAft>
        <a:defRPr sz="2200" b="1">
          <a:solidFill>
            <a:srgbClr val="003F6E"/>
          </a:solidFill>
          <a:latin typeface="Arial" charset="0"/>
        </a:defRPr>
      </a:lvl7pPr>
      <a:lvl8pPr marL="1371600" algn="l" rtl="0" eaLnBrk="0" fontAlgn="base" hangingPunct="0">
        <a:spcBef>
          <a:spcPct val="0"/>
        </a:spcBef>
        <a:spcAft>
          <a:spcPct val="0"/>
        </a:spcAft>
        <a:defRPr sz="2200" b="1">
          <a:solidFill>
            <a:srgbClr val="003F6E"/>
          </a:solidFill>
          <a:latin typeface="Arial" charset="0"/>
        </a:defRPr>
      </a:lvl8pPr>
      <a:lvl9pPr marL="1828800" algn="l" rtl="0" eaLnBrk="0" fontAlgn="base" hangingPunct="0">
        <a:spcBef>
          <a:spcPct val="0"/>
        </a:spcBef>
        <a:spcAft>
          <a:spcPct val="0"/>
        </a:spcAft>
        <a:defRPr sz="2200" b="1">
          <a:solidFill>
            <a:srgbClr val="003F6E"/>
          </a:solidFill>
          <a:latin typeface="Arial" charset="0"/>
        </a:defRPr>
      </a:lvl9pPr>
    </p:titleStyle>
    <p:bodyStyle>
      <a:lvl1pPr marL="342900" indent="-342900" algn="l" rtl="0" eaLnBrk="0" fontAlgn="base" hangingPunct="0">
        <a:spcBef>
          <a:spcPct val="20000"/>
        </a:spcBef>
        <a:spcAft>
          <a:spcPct val="0"/>
        </a:spcAft>
        <a:defRPr sz="2000">
          <a:solidFill>
            <a:schemeClr val="tx1"/>
          </a:solidFill>
          <a:latin typeface="+mn-lt"/>
          <a:ea typeface="+mn-ea"/>
          <a:cs typeface="+mn-cs"/>
        </a:defRPr>
      </a:lvl1pPr>
      <a:lvl2pPr marL="742950" indent="-285750" algn="l" rtl="0" eaLnBrk="0" fontAlgn="base" hangingPunct="0">
        <a:spcBef>
          <a:spcPct val="20000"/>
        </a:spcBef>
        <a:spcAft>
          <a:spcPct val="0"/>
        </a:spcAft>
        <a:buClr>
          <a:srgbClr val="004C80"/>
        </a:buClr>
        <a:buSzPct val="85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rgbClr val="004D82"/>
        </a:buClr>
        <a:buChar char="•"/>
        <a:defRPr>
          <a:solidFill>
            <a:schemeClr val="tx1"/>
          </a:solidFill>
          <a:latin typeface="+mn-lt"/>
        </a:defRPr>
      </a:lvl3pPr>
      <a:lvl4pPr marL="1600200" indent="-228600" algn="l" rtl="0" eaLnBrk="0" fontAlgn="base" hangingPunct="0">
        <a:spcBef>
          <a:spcPct val="20000"/>
        </a:spcBef>
        <a:spcAft>
          <a:spcPct val="0"/>
        </a:spcAft>
        <a:buClr>
          <a:srgbClr val="004C80"/>
        </a:buClr>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inion Web" pitchFamily="18" charset="0"/>
        </a:defRPr>
      </a:lvl5pPr>
      <a:lvl6pPr marL="2514600" indent="-228600" algn="l" rtl="0" eaLnBrk="0" fontAlgn="base" hangingPunct="0">
        <a:spcBef>
          <a:spcPct val="20000"/>
        </a:spcBef>
        <a:spcAft>
          <a:spcPct val="0"/>
        </a:spcAft>
        <a:buChar char="»"/>
        <a:defRPr>
          <a:solidFill>
            <a:schemeClr val="tx1"/>
          </a:solidFill>
          <a:latin typeface="Minion Web" pitchFamily="18" charset="0"/>
        </a:defRPr>
      </a:lvl6pPr>
      <a:lvl7pPr marL="2971800" indent="-228600" algn="l" rtl="0" eaLnBrk="0" fontAlgn="base" hangingPunct="0">
        <a:spcBef>
          <a:spcPct val="20000"/>
        </a:spcBef>
        <a:spcAft>
          <a:spcPct val="0"/>
        </a:spcAft>
        <a:buChar char="»"/>
        <a:defRPr>
          <a:solidFill>
            <a:schemeClr val="tx1"/>
          </a:solidFill>
          <a:latin typeface="Minion Web" pitchFamily="18" charset="0"/>
        </a:defRPr>
      </a:lvl7pPr>
      <a:lvl8pPr marL="3429000" indent="-228600" algn="l" rtl="0" eaLnBrk="0" fontAlgn="base" hangingPunct="0">
        <a:spcBef>
          <a:spcPct val="20000"/>
        </a:spcBef>
        <a:spcAft>
          <a:spcPct val="0"/>
        </a:spcAft>
        <a:buChar char="»"/>
        <a:defRPr>
          <a:solidFill>
            <a:schemeClr val="tx1"/>
          </a:solidFill>
          <a:latin typeface="Minion Web" pitchFamily="18" charset="0"/>
        </a:defRPr>
      </a:lvl8pPr>
      <a:lvl9pPr marL="3886200" indent="-228600" algn="l" rtl="0" eaLnBrk="0" fontAlgn="base" hangingPunct="0">
        <a:spcBef>
          <a:spcPct val="20000"/>
        </a:spcBef>
        <a:spcAft>
          <a:spcPct val="0"/>
        </a:spcAft>
        <a:buChar char="»"/>
        <a:defRPr>
          <a:solidFill>
            <a:schemeClr val="tx1"/>
          </a:solidFill>
          <a:latin typeface="Minion Web"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4.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3"/>
          <p:cNvSpPr>
            <a:spLocks noChangeArrowheads="1"/>
          </p:cNvSpPr>
          <p:nvPr/>
        </p:nvSpPr>
        <p:spPr bwMode="auto">
          <a:xfrm>
            <a:off x="1403350" y="2636838"/>
            <a:ext cx="5904954" cy="2246769"/>
          </a:xfrm>
          <a:prstGeom prst="rect">
            <a:avLst/>
          </a:prstGeom>
          <a:noFill/>
          <a:ln w="9525">
            <a:noFill/>
            <a:miter lim="800000"/>
            <a:headEnd/>
            <a:tailEnd/>
          </a:ln>
        </p:spPr>
        <p:txBody>
          <a:bodyPr wrap="square">
            <a:spAutoFit/>
          </a:bodyPr>
          <a:lstStyle/>
          <a:p>
            <a:r>
              <a:rPr sz="4800" b="1" dirty="0">
                <a:solidFill>
                  <a:srgbClr val="003F6E"/>
                </a:solidFill>
                <a:latin typeface="Cambria"/>
              </a:rPr>
              <a:t>M</a:t>
            </a:r>
            <a:r>
              <a:rPr sz="4400" b="1" dirty="0">
                <a:solidFill>
                  <a:srgbClr val="003F6E"/>
                </a:solidFill>
                <a:latin typeface="Cambria"/>
              </a:rPr>
              <a:t>ODEL </a:t>
            </a:r>
            <a:r>
              <a:rPr sz="4800" b="1" dirty="0">
                <a:solidFill>
                  <a:srgbClr val="003F6E"/>
                </a:solidFill>
                <a:latin typeface="Cambria"/>
              </a:rPr>
              <a:t>E</a:t>
            </a:r>
            <a:r>
              <a:rPr sz="4400" b="1" dirty="0">
                <a:solidFill>
                  <a:srgbClr val="003F6E"/>
                </a:solidFill>
                <a:latin typeface="Cambria"/>
              </a:rPr>
              <a:t>XTRACTION </a:t>
            </a:r>
            <a:r>
              <a:rPr lang="en-CA" sz="4800" b="1" dirty="0">
                <a:solidFill>
                  <a:srgbClr val="003F6E"/>
                </a:solidFill>
                <a:latin typeface="Cambria"/>
              </a:rPr>
              <a:t>Defenses</a:t>
            </a:r>
            <a:endParaRPr lang="en-CA" sz="4400" dirty="0">
              <a:solidFill>
                <a:srgbClr val="003F6E"/>
              </a:solidFill>
              <a:latin typeface="Cambria" pitchFamily="18" charset="0"/>
              <a:cs typeface="Times New Roman" pitchFamily="18" charset="0"/>
            </a:endParaRPr>
          </a:p>
          <a:p>
            <a:r>
              <a:rPr lang="en-CA" sz="4400" b="1" dirty="0">
                <a:solidFill>
                  <a:srgbClr val="003F6E"/>
                </a:solidFill>
                <a:latin typeface="Cambria" pitchFamily="18" charset="0"/>
                <a:cs typeface="Times New Roman" pitchFamily="18" charset="0"/>
              </a:rPr>
              <a:t> </a:t>
            </a:r>
            <a:r>
              <a:rPr lang="en-US" sz="4400" dirty="0"/>
              <a:t> </a:t>
            </a:r>
            <a:endParaRPr lang="en-CA" sz="4400" dirty="0">
              <a:solidFill>
                <a:srgbClr val="003F6E"/>
              </a:solidFill>
              <a:latin typeface="Cambria" pitchFamily="18" charset="0"/>
              <a:cs typeface="Times New Roman" pitchFamily="18" charset="0"/>
            </a:endParaRPr>
          </a:p>
        </p:txBody>
      </p:sp>
      <p:sp>
        <p:nvSpPr>
          <p:cNvPr id="18434" name="Rectangle 3"/>
          <p:cNvSpPr>
            <a:spLocks noChangeArrowheads="1"/>
          </p:cNvSpPr>
          <p:nvPr/>
        </p:nvSpPr>
        <p:spPr bwMode="auto">
          <a:xfrm>
            <a:off x="395858" y="188640"/>
            <a:ext cx="2591966" cy="288032"/>
          </a:xfrm>
          <a:prstGeom prst="rect">
            <a:avLst/>
          </a:prstGeom>
          <a:noFill/>
          <a:ln w="9525">
            <a:noFill/>
            <a:miter lim="800000"/>
            <a:headEnd/>
            <a:tailEnd/>
          </a:ln>
        </p:spPr>
        <p:txBody>
          <a:bodyPr wrap="square">
            <a:spAutoFit/>
          </a:bodyPr>
          <a:lstStyle/>
          <a:p>
            <a:pPr algn="ctr"/>
            <a:r>
              <a:rPr lang="en-CA" sz="1200" b="1" dirty="0">
                <a:solidFill>
                  <a:srgbClr val="EE8E00"/>
                </a:solidFill>
                <a:latin typeface="Cambria" pitchFamily="18" charset="0"/>
                <a:cs typeface="Times New Roman" pitchFamily="18" charset="0"/>
              </a:rPr>
              <a:t>UNIVERSITY OF NEW BRUNSWICK</a:t>
            </a:r>
          </a:p>
        </p:txBody>
      </p:sp>
      <p:sp>
        <p:nvSpPr>
          <p:cNvPr id="18435" name="Rectangle 1"/>
          <p:cNvSpPr>
            <a:spLocks noChangeArrowheads="1"/>
          </p:cNvSpPr>
          <p:nvPr/>
        </p:nvSpPr>
        <p:spPr bwMode="auto">
          <a:xfrm>
            <a:off x="1476375" y="5056148"/>
            <a:ext cx="2686248" cy="754053"/>
          </a:xfrm>
          <a:prstGeom prst="rect">
            <a:avLst/>
          </a:prstGeom>
          <a:noFill/>
          <a:ln w="9525">
            <a:noFill/>
            <a:miter lim="800000"/>
            <a:headEnd/>
            <a:tailEnd/>
          </a:ln>
        </p:spPr>
        <p:txBody>
          <a:bodyPr wrap="none">
            <a:spAutoFit/>
          </a:bodyPr>
          <a:lstStyle/>
          <a:p>
            <a:pPr>
              <a:spcAft>
                <a:spcPts val="600"/>
              </a:spcAft>
            </a:pPr>
            <a:r>
              <a:rPr sz="2400" b="1">
                <a:solidFill>
                  <a:srgbClr val="003366"/>
                </a:solidFill>
                <a:latin typeface="Cambria"/>
              </a:rPr>
              <a:t>Presenter: Refat Ishrak Hemel</a:t>
            </a:r>
          </a:p>
          <a:p>
            <a:pPr>
              <a:spcAft>
                <a:spcPts val="600"/>
              </a:spcAft>
            </a:pPr>
            <a:r>
              <a:rPr sz="1400" b="1">
                <a:solidFill>
                  <a:srgbClr val="003366"/>
                </a:solidFill>
                <a:latin typeface="Cambria"/>
              </a:rPr>
              <a:t>email: refat.ishrak.hemel@unb.ca</a:t>
            </a:r>
            <a:endParaRPr lang="en-CA" sz="1400" b="1" dirty="0">
              <a:solidFill>
                <a:srgbClr val="003366"/>
              </a:solidFill>
              <a:latin typeface="Cambria" pitchFamily="18" charset="0"/>
              <a:cs typeface="Times New Roman" pitchFamily="18" charset="0"/>
            </a:endParaRPr>
          </a:p>
        </p:txBody>
      </p:sp>
      <p:sp>
        <p:nvSpPr>
          <p:cNvPr id="2" name="Rectangle 1">
            <a:extLst>
              <a:ext uri="{FF2B5EF4-FFF2-40B4-BE49-F238E27FC236}">
                <a16:creationId xmlns:a16="http://schemas.microsoft.com/office/drawing/2014/main" id="{607B0F7C-29D6-B73F-5BD8-DC227CB039F1}"/>
              </a:ext>
            </a:extLst>
          </p:cNvPr>
          <p:cNvSpPr>
            <a:spLocks noChangeArrowheads="1"/>
          </p:cNvSpPr>
          <p:nvPr/>
        </p:nvSpPr>
        <p:spPr bwMode="auto">
          <a:xfrm>
            <a:off x="5172339" y="6577607"/>
            <a:ext cx="2496005" cy="307777"/>
          </a:xfrm>
          <a:prstGeom prst="rect">
            <a:avLst/>
          </a:prstGeom>
          <a:noFill/>
          <a:ln w="9525">
            <a:noFill/>
            <a:miter lim="800000"/>
            <a:headEnd/>
            <a:tailEnd/>
          </a:ln>
        </p:spPr>
        <p:txBody>
          <a:bodyPr wrap="square">
            <a:spAutoFit/>
          </a:bodyPr>
          <a:lstStyle/>
          <a:p>
            <a:r>
              <a:rPr lang="en-CA" sz="1400" b="1" i="1" dirty="0">
                <a:solidFill>
                  <a:srgbClr val="FF9900"/>
                </a:solidFill>
                <a:latin typeface="Cambria" pitchFamily="18" charset="0"/>
                <a:cs typeface="Times New Roman" pitchFamily="18" charset="0"/>
              </a:rPr>
              <a:t>© 2025 Roozbeh Razavi-Far</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462" y="202473"/>
            <a:ext cx="5943600" cy="585763"/>
          </a:xfrm>
        </p:spPr>
        <p:txBody>
          <a:bodyPr/>
          <a:lstStyle/>
          <a:p>
            <a:r>
              <a:rPr sz="2800" b="1" i="1" dirty="0">
                <a:solidFill>
                  <a:srgbClr val="003F6E"/>
                </a:solidFill>
                <a:latin typeface="Cambria"/>
              </a:rPr>
              <a:t>A</a:t>
            </a:r>
            <a:r>
              <a:rPr lang="en-CA" sz="2600" b="1" i="1" dirty="0">
                <a:solidFill>
                  <a:srgbClr val="003F6E"/>
                </a:solidFill>
                <a:latin typeface="Cambria"/>
              </a:rPr>
              <a:t>GENDA</a:t>
            </a:r>
            <a:endParaRPr sz="2600" b="1" i="1" dirty="0">
              <a:solidFill>
                <a:srgbClr val="003F6E"/>
              </a:solidFill>
              <a:latin typeface="Cambria"/>
            </a:endParaRPr>
          </a:p>
        </p:txBody>
      </p:sp>
      <p:graphicFrame>
        <p:nvGraphicFramePr>
          <p:cNvPr id="5" name="Content Placeholder 4">
            <a:extLst>
              <a:ext uri="{FF2B5EF4-FFF2-40B4-BE49-F238E27FC236}">
                <a16:creationId xmlns:a16="http://schemas.microsoft.com/office/drawing/2014/main" id="{3DC7BACE-E183-22FF-B290-D4448E7CB764}"/>
              </a:ext>
            </a:extLst>
          </p:cNvPr>
          <p:cNvGraphicFramePr>
            <a:graphicFrameLocks noGrp="1"/>
          </p:cNvGraphicFramePr>
          <p:nvPr>
            <p:ph idx="1"/>
            <p:extLst>
              <p:ext uri="{D42A27DB-BD31-4B8C-83A1-F6EECF244321}">
                <p14:modId xmlns:p14="http://schemas.microsoft.com/office/powerpoint/2010/main" val="778569281"/>
              </p:ext>
            </p:extLst>
          </p:nvPr>
        </p:nvGraphicFramePr>
        <p:xfrm>
          <a:off x="731520" y="1916832"/>
          <a:ext cx="7680960" cy="3168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93DBBF0C-A312-53DC-A373-96A29F3BC770}"/>
              </a:ext>
            </a:extLst>
          </p:cNvPr>
          <p:cNvSpPr>
            <a:spLocks noGrp="1"/>
          </p:cNvSpPr>
          <p:nvPr>
            <p:ph type="sldNum" sz="quarter" idx="10"/>
          </p:nvPr>
        </p:nvSpPr>
        <p:spPr/>
        <p:txBody>
          <a:bodyPr/>
          <a:lstStyle/>
          <a:p>
            <a:pPr>
              <a:defRPr/>
            </a:pPr>
            <a:fld id="{FE5AEF74-5102-4921-8DBA-649C609AF6D1}" type="slidenum">
              <a:rPr lang="it-IT" smtClean="0"/>
              <a:pPr>
                <a:defRPr/>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34853"/>
            <a:ext cx="3168352" cy="585763"/>
          </a:xfrm>
        </p:spPr>
        <p:txBody>
          <a:bodyPr/>
          <a:lstStyle/>
          <a:p>
            <a:r>
              <a:rPr sz="2800" b="1" i="1" dirty="0">
                <a:solidFill>
                  <a:srgbClr val="003F6E"/>
                </a:solidFill>
                <a:latin typeface="Cambria"/>
              </a:rPr>
              <a:t>I</a:t>
            </a:r>
            <a:r>
              <a:rPr lang="en-CA" sz="2600" b="1" i="1" dirty="0">
                <a:solidFill>
                  <a:srgbClr val="003F6E"/>
                </a:solidFill>
                <a:latin typeface="Cambria"/>
              </a:rPr>
              <a:t>NTRODUCTION</a:t>
            </a:r>
            <a:endParaRPr sz="2600" b="1" i="1" dirty="0">
              <a:solidFill>
                <a:srgbClr val="003F6E"/>
              </a:solidFill>
              <a:latin typeface="Cambria"/>
            </a:endParaRPr>
          </a:p>
        </p:txBody>
      </p:sp>
      <p:sp>
        <p:nvSpPr>
          <p:cNvPr id="5" name="Slide Number Placeholder 4">
            <a:extLst>
              <a:ext uri="{FF2B5EF4-FFF2-40B4-BE49-F238E27FC236}">
                <a16:creationId xmlns:a16="http://schemas.microsoft.com/office/drawing/2014/main" id="{3D0C4E41-C405-121D-D99A-D830B93DCC61}"/>
              </a:ext>
            </a:extLst>
          </p:cNvPr>
          <p:cNvSpPr>
            <a:spLocks noGrp="1"/>
          </p:cNvSpPr>
          <p:nvPr>
            <p:ph type="sldNum" sz="quarter" idx="10"/>
          </p:nvPr>
        </p:nvSpPr>
        <p:spPr/>
        <p:txBody>
          <a:bodyPr/>
          <a:lstStyle/>
          <a:p>
            <a:pPr>
              <a:defRPr/>
            </a:pPr>
            <a:fld id="{FE5AEF74-5102-4921-8DBA-649C609AF6D1}" type="slidenum">
              <a:rPr lang="it-IT" smtClean="0"/>
              <a:pPr>
                <a:defRPr/>
              </a:pPr>
              <a:t>3</a:t>
            </a:fld>
            <a:endParaRPr lang="it-IT"/>
          </a:p>
        </p:txBody>
      </p:sp>
      <p:sp>
        <p:nvSpPr>
          <p:cNvPr id="3" name="TextBox 2">
            <a:extLst>
              <a:ext uri="{FF2B5EF4-FFF2-40B4-BE49-F238E27FC236}">
                <a16:creationId xmlns:a16="http://schemas.microsoft.com/office/drawing/2014/main" id="{B61B777D-5216-6D08-E9C5-D5ECAD7E4FBC}"/>
              </a:ext>
            </a:extLst>
          </p:cNvPr>
          <p:cNvSpPr txBox="1"/>
          <p:nvPr/>
        </p:nvSpPr>
        <p:spPr>
          <a:xfrm>
            <a:off x="395536" y="1202758"/>
            <a:ext cx="8208912" cy="1200329"/>
          </a:xfrm>
          <a:prstGeom prst="rect">
            <a:avLst/>
          </a:prstGeom>
          <a:noFill/>
        </p:spPr>
        <p:txBody>
          <a:bodyPr wrap="square" rtlCol="0">
            <a:spAutoFit/>
          </a:bodyPr>
          <a:lstStyle/>
          <a:p>
            <a:r>
              <a:rPr lang="en-US" dirty="0">
                <a:solidFill>
                  <a:srgbClr val="003366"/>
                </a:solidFill>
                <a:latin typeface="Aptos Display" panose="020B0004020202020204" pitchFamily="34" charset="0"/>
              </a:rPr>
              <a:t>Model extraction defenses are security strategies and technical counter-measures designed to protect proprietary machine learning models (the victim models) from being replicated, stolen, or reconstructed by adversaries interacting through public APIs. </a:t>
            </a:r>
          </a:p>
          <a:p>
            <a:endParaRPr lang="en-US" dirty="0">
              <a:solidFill>
                <a:srgbClr val="003366"/>
              </a:solidFill>
              <a:latin typeface="Aptos Display" panose="020B0004020202020204" pitchFamily="34" charset="0"/>
            </a:endParaRPr>
          </a:p>
        </p:txBody>
      </p:sp>
      <p:pic>
        <p:nvPicPr>
          <p:cNvPr id="7" name="Picture 6">
            <a:extLst>
              <a:ext uri="{FF2B5EF4-FFF2-40B4-BE49-F238E27FC236}">
                <a16:creationId xmlns:a16="http://schemas.microsoft.com/office/drawing/2014/main" id="{8A921EA9-9F6C-64AC-AA7B-58CF3921C557}"/>
              </a:ext>
            </a:extLst>
          </p:cNvPr>
          <p:cNvPicPr>
            <a:picLocks noChangeAspect="1"/>
          </p:cNvPicPr>
          <p:nvPr/>
        </p:nvPicPr>
        <p:blipFill>
          <a:blip r:embed="rId3"/>
          <a:stretch>
            <a:fillRect/>
          </a:stretch>
        </p:blipFill>
        <p:spPr>
          <a:xfrm>
            <a:off x="539552" y="2528113"/>
            <a:ext cx="7772400" cy="32996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60648"/>
            <a:ext cx="3492822" cy="585763"/>
          </a:xfrm>
        </p:spPr>
        <p:txBody>
          <a:bodyPr/>
          <a:lstStyle/>
          <a:p>
            <a:r>
              <a:rPr lang="en-CA" sz="2800" i="1" dirty="0">
                <a:latin typeface="Cambria"/>
              </a:rPr>
              <a:t>D</a:t>
            </a:r>
            <a:r>
              <a:rPr lang="en-CA" sz="2600" i="1" dirty="0">
                <a:latin typeface="Cambria"/>
              </a:rPr>
              <a:t>EFENSE </a:t>
            </a:r>
            <a:r>
              <a:rPr lang="en-CA" sz="2800" i="1" dirty="0">
                <a:latin typeface="Cambria"/>
              </a:rPr>
              <a:t>T</a:t>
            </a:r>
            <a:r>
              <a:rPr lang="en-CA" sz="2600" i="1" dirty="0">
                <a:latin typeface="Cambria"/>
              </a:rPr>
              <a:t>AXONOMY</a:t>
            </a:r>
            <a:endParaRPr sz="2600" b="1" i="1" dirty="0">
              <a:solidFill>
                <a:srgbClr val="003F6E"/>
              </a:solidFill>
              <a:latin typeface="Cambria"/>
            </a:endParaRPr>
          </a:p>
        </p:txBody>
      </p:sp>
      <p:sp>
        <p:nvSpPr>
          <p:cNvPr id="6" name="Slide Number Placeholder 5">
            <a:extLst>
              <a:ext uri="{FF2B5EF4-FFF2-40B4-BE49-F238E27FC236}">
                <a16:creationId xmlns:a16="http://schemas.microsoft.com/office/drawing/2014/main" id="{AD628876-12F2-8C25-B091-040213C57787}"/>
              </a:ext>
            </a:extLst>
          </p:cNvPr>
          <p:cNvSpPr>
            <a:spLocks noGrp="1"/>
          </p:cNvSpPr>
          <p:nvPr>
            <p:ph type="sldNum" sz="quarter" idx="10"/>
          </p:nvPr>
        </p:nvSpPr>
        <p:spPr/>
        <p:txBody>
          <a:bodyPr/>
          <a:lstStyle/>
          <a:p>
            <a:pPr>
              <a:defRPr/>
            </a:pPr>
            <a:fld id="{FE5AEF74-5102-4921-8DBA-649C609AF6D1}" type="slidenum">
              <a:rPr lang="it-IT" smtClean="0"/>
              <a:pPr>
                <a:defRPr/>
              </a:pPr>
              <a:t>4</a:t>
            </a:fld>
            <a:endParaRPr lang="it-IT"/>
          </a:p>
        </p:txBody>
      </p:sp>
      <p:graphicFrame>
        <p:nvGraphicFramePr>
          <p:cNvPr id="7" name="Content Placeholder 6">
            <a:extLst>
              <a:ext uri="{FF2B5EF4-FFF2-40B4-BE49-F238E27FC236}">
                <a16:creationId xmlns:a16="http://schemas.microsoft.com/office/drawing/2014/main" id="{13E11B4D-9A45-4ABC-DD6C-08071ABC9E2A}"/>
              </a:ext>
            </a:extLst>
          </p:cNvPr>
          <p:cNvGraphicFramePr>
            <a:graphicFrameLocks noGrp="1"/>
          </p:cNvGraphicFramePr>
          <p:nvPr>
            <p:ph idx="1"/>
            <p:extLst>
              <p:ext uri="{D42A27DB-BD31-4B8C-83A1-F6EECF244321}">
                <p14:modId xmlns:p14="http://schemas.microsoft.com/office/powerpoint/2010/main" val="2887274621"/>
              </p:ext>
            </p:extLst>
          </p:nvPr>
        </p:nvGraphicFramePr>
        <p:xfrm>
          <a:off x="457200" y="968817"/>
          <a:ext cx="8229600" cy="5546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ABDC1-4C14-9771-2441-DFBAA59F4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F038B-361B-2C6F-5713-D54126E2CE9C}"/>
              </a:ext>
            </a:extLst>
          </p:cNvPr>
          <p:cNvSpPr>
            <a:spLocks noGrp="1"/>
          </p:cNvSpPr>
          <p:nvPr>
            <p:ph type="title"/>
          </p:nvPr>
        </p:nvSpPr>
        <p:spPr>
          <a:xfrm>
            <a:off x="755576" y="260648"/>
            <a:ext cx="3492822" cy="585763"/>
          </a:xfrm>
        </p:spPr>
        <p:txBody>
          <a:bodyPr/>
          <a:lstStyle/>
          <a:p>
            <a:r>
              <a:rPr lang="en-CA" sz="2800" i="1" dirty="0">
                <a:latin typeface="Cambria"/>
              </a:rPr>
              <a:t>A</a:t>
            </a:r>
            <a:r>
              <a:rPr lang="en-CA" sz="2600" i="1" dirty="0">
                <a:latin typeface="Cambria"/>
              </a:rPr>
              <a:t>TTACK </a:t>
            </a:r>
            <a:r>
              <a:rPr lang="en-CA" sz="2800" i="1" dirty="0">
                <a:latin typeface="Cambria"/>
              </a:rPr>
              <a:t>D</a:t>
            </a:r>
            <a:r>
              <a:rPr lang="en-CA" sz="2600" i="1" dirty="0">
                <a:latin typeface="Cambria"/>
              </a:rPr>
              <a:t>ETECTION</a:t>
            </a:r>
            <a:endParaRPr sz="2600" b="1" i="1" dirty="0">
              <a:solidFill>
                <a:srgbClr val="003F6E"/>
              </a:solidFill>
              <a:latin typeface="Cambria"/>
            </a:endParaRPr>
          </a:p>
        </p:txBody>
      </p:sp>
      <p:sp>
        <p:nvSpPr>
          <p:cNvPr id="6" name="Slide Number Placeholder 5">
            <a:extLst>
              <a:ext uri="{FF2B5EF4-FFF2-40B4-BE49-F238E27FC236}">
                <a16:creationId xmlns:a16="http://schemas.microsoft.com/office/drawing/2014/main" id="{BA7B7C77-E60E-33FC-F96E-91A8E702BA87}"/>
              </a:ext>
            </a:extLst>
          </p:cNvPr>
          <p:cNvSpPr>
            <a:spLocks noGrp="1"/>
          </p:cNvSpPr>
          <p:nvPr>
            <p:ph type="sldNum" sz="quarter" idx="10"/>
          </p:nvPr>
        </p:nvSpPr>
        <p:spPr/>
        <p:txBody>
          <a:bodyPr/>
          <a:lstStyle/>
          <a:p>
            <a:pPr>
              <a:defRPr/>
            </a:pPr>
            <a:fld id="{FE5AEF74-5102-4921-8DBA-649C609AF6D1}" type="slidenum">
              <a:rPr lang="it-IT" smtClean="0"/>
              <a:pPr>
                <a:defRPr/>
              </a:pPr>
              <a:t>5</a:t>
            </a:fld>
            <a:endParaRPr lang="it-IT"/>
          </a:p>
        </p:txBody>
      </p:sp>
      <p:sp>
        <p:nvSpPr>
          <p:cNvPr id="4" name="Content Placeholder 3">
            <a:extLst>
              <a:ext uri="{FF2B5EF4-FFF2-40B4-BE49-F238E27FC236}">
                <a16:creationId xmlns:a16="http://schemas.microsoft.com/office/drawing/2014/main" id="{9D7738B4-C858-BEF7-DAB2-FB7DA6C88550}"/>
              </a:ext>
            </a:extLst>
          </p:cNvPr>
          <p:cNvSpPr>
            <a:spLocks noGrp="1"/>
          </p:cNvSpPr>
          <p:nvPr>
            <p:ph idx="1"/>
          </p:nvPr>
        </p:nvSpPr>
        <p:spPr>
          <a:xfrm>
            <a:off x="719138" y="1066800"/>
            <a:ext cx="7885310" cy="4953000"/>
          </a:xfrm>
        </p:spPr>
        <p:txBody>
          <a:bodyPr/>
          <a:lstStyle/>
          <a:p>
            <a:r>
              <a:rPr lang="en-US" sz="1800" dirty="0">
                <a:solidFill>
                  <a:srgbClr val="003366"/>
                </a:solidFill>
                <a:latin typeface="Aptos Display" panose="020B0004020202020204" pitchFamily="34" charset="0"/>
              </a:rPr>
              <a:t>Attack detection focuses on monitoring user query traffic to flag suspicious activities. The key intuition is that benign users query a model naturally to obtain predictions for distinct, varied inputs, whereas an extraction attacker must systematically query the model near its decision boundaries to clone its behavior.</a:t>
            </a:r>
          </a:p>
          <a:p>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By measuring the relationship (e.g., distance, density, or distribution) of consecutive queries, the defender can detect and block a malicious agent before their query budget allows full reconstruction.</a:t>
            </a:r>
          </a:p>
        </p:txBody>
      </p:sp>
    </p:spTree>
    <p:extLst>
      <p:ext uri="{BB962C8B-B14F-4D97-AF65-F5344CB8AC3E}">
        <p14:creationId xmlns:p14="http://schemas.microsoft.com/office/powerpoint/2010/main" val="103304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201" y="301099"/>
            <a:ext cx="5144943" cy="504219"/>
          </a:xfrm>
        </p:spPr>
        <p:txBody>
          <a:bodyPr/>
          <a:lstStyle/>
          <a:p>
            <a:r>
              <a:rPr lang="en-CA" sz="2800" i="1" dirty="0">
                <a:latin typeface="Cambria"/>
              </a:rPr>
              <a:t>M</a:t>
            </a:r>
            <a:r>
              <a:rPr lang="en-CA" sz="2600" i="1" dirty="0">
                <a:latin typeface="Cambria"/>
              </a:rPr>
              <a:t>ONITORING-</a:t>
            </a:r>
            <a:r>
              <a:rPr lang="en-CA" sz="2800" i="1" dirty="0">
                <a:latin typeface="Cambria"/>
              </a:rPr>
              <a:t>B</a:t>
            </a:r>
            <a:r>
              <a:rPr lang="en-CA" sz="2600" i="1" dirty="0">
                <a:latin typeface="Cambria"/>
              </a:rPr>
              <a:t>ASED </a:t>
            </a:r>
            <a:r>
              <a:rPr lang="en-CA" sz="2800" i="1" dirty="0">
                <a:latin typeface="Cambria"/>
              </a:rPr>
              <a:t>M</a:t>
            </a:r>
            <a:r>
              <a:rPr lang="en-CA" sz="2600" i="1" dirty="0">
                <a:latin typeface="Cambria"/>
              </a:rPr>
              <a:t>ETHODS</a:t>
            </a:r>
            <a:endParaRPr sz="2600" b="1" i="1" dirty="0">
              <a:solidFill>
                <a:srgbClr val="003F6E"/>
              </a:solidFill>
              <a:latin typeface="Cambria"/>
            </a:endParaRPr>
          </a:p>
        </p:txBody>
      </p:sp>
      <p:sp>
        <p:nvSpPr>
          <p:cNvPr id="6" name="Slide Number Placeholder 5">
            <a:extLst>
              <a:ext uri="{FF2B5EF4-FFF2-40B4-BE49-F238E27FC236}">
                <a16:creationId xmlns:a16="http://schemas.microsoft.com/office/drawing/2014/main" id="{F40465E8-9263-5A47-D33E-5389918AAE16}"/>
              </a:ext>
            </a:extLst>
          </p:cNvPr>
          <p:cNvSpPr>
            <a:spLocks noGrp="1"/>
          </p:cNvSpPr>
          <p:nvPr>
            <p:ph type="sldNum" sz="quarter" idx="10"/>
          </p:nvPr>
        </p:nvSpPr>
        <p:spPr/>
        <p:txBody>
          <a:bodyPr/>
          <a:lstStyle/>
          <a:p>
            <a:pPr>
              <a:defRPr/>
            </a:pPr>
            <a:fld id="{FE5AEF74-5102-4921-8DBA-649C609AF6D1}" type="slidenum">
              <a:rPr lang="it-IT" smtClean="0"/>
              <a:pPr>
                <a:defRPr/>
              </a:pPr>
              <a:t>6</a:t>
            </a:fld>
            <a:endParaRPr lang="it-IT"/>
          </a:p>
        </p:txBody>
      </p:sp>
      <p:sp>
        <p:nvSpPr>
          <p:cNvPr id="4" name="Content Placeholder 3">
            <a:extLst>
              <a:ext uri="{FF2B5EF4-FFF2-40B4-BE49-F238E27FC236}">
                <a16:creationId xmlns:a16="http://schemas.microsoft.com/office/drawing/2014/main" id="{98A1C0AD-9C9F-D78A-5B79-F1A6F8F96314}"/>
              </a:ext>
            </a:extLst>
          </p:cNvPr>
          <p:cNvSpPr>
            <a:spLocks noGrp="1"/>
          </p:cNvSpPr>
          <p:nvPr>
            <p:ph idx="1"/>
          </p:nvPr>
        </p:nvSpPr>
        <p:spPr/>
        <p:txBody>
          <a:bodyPr/>
          <a:lstStyle/>
          <a:p>
            <a:r>
              <a:rPr lang="en-US" sz="1800" dirty="0">
                <a:solidFill>
                  <a:srgbClr val="003366"/>
                </a:solidFill>
                <a:latin typeface="Aptos Display" panose="020B0004020202020204" pitchFamily="34" charset="0"/>
              </a:rPr>
              <a:t>PRADA (Pathological Query Distance Analysis) detects model extraction attacks by analyzing the distribution of distances between queries. </a:t>
            </a:r>
          </a:p>
        </p:txBody>
      </p:sp>
      <p:pic>
        <p:nvPicPr>
          <p:cNvPr id="7" name="Picture 6">
            <a:extLst>
              <a:ext uri="{FF2B5EF4-FFF2-40B4-BE49-F238E27FC236}">
                <a16:creationId xmlns:a16="http://schemas.microsoft.com/office/drawing/2014/main" id="{1FA36679-333B-493E-5597-ED1CCD3C9F2E}"/>
              </a:ext>
            </a:extLst>
          </p:cNvPr>
          <p:cNvPicPr>
            <a:picLocks noChangeAspect="1"/>
          </p:cNvPicPr>
          <p:nvPr/>
        </p:nvPicPr>
        <p:blipFill>
          <a:blip r:embed="rId3"/>
          <a:stretch>
            <a:fillRect/>
          </a:stretch>
        </p:blipFill>
        <p:spPr>
          <a:xfrm>
            <a:off x="652462" y="2708920"/>
            <a:ext cx="7772400" cy="26223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BDEA-A7ED-BF76-98E5-AE0A1E172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76B41-C737-4487-C4D3-234BA1021F15}"/>
              </a:ext>
            </a:extLst>
          </p:cNvPr>
          <p:cNvSpPr>
            <a:spLocks noGrp="1"/>
          </p:cNvSpPr>
          <p:nvPr>
            <p:ph type="title"/>
          </p:nvPr>
        </p:nvSpPr>
        <p:spPr>
          <a:xfrm>
            <a:off x="740569" y="276242"/>
            <a:ext cx="4948035" cy="482635"/>
          </a:xfrm>
        </p:spPr>
        <p:txBody>
          <a:bodyPr/>
          <a:lstStyle/>
          <a:p>
            <a:r>
              <a:rPr lang="en-CA" sz="2800" i="1" dirty="0">
                <a:latin typeface="Cambria"/>
              </a:rPr>
              <a:t>M</a:t>
            </a:r>
            <a:r>
              <a:rPr lang="en-CA" sz="2600" i="1" dirty="0">
                <a:latin typeface="Cambria"/>
              </a:rPr>
              <a:t>ONITORING-</a:t>
            </a:r>
            <a:r>
              <a:rPr lang="en-CA" sz="2800" i="1" dirty="0">
                <a:latin typeface="Cambria"/>
              </a:rPr>
              <a:t>B</a:t>
            </a:r>
            <a:r>
              <a:rPr lang="en-CA" sz="2600" i="1" dirty="0">
                <a:latin typeface="Cambria"/>
              </a:rPr>
              <a:t>ASED </a:t>
            </a:r>
            <a:r>
              <a:rPr lang="en-CA" sz="2800" i="1" dirty="0">
                <a:latin typeface="Cambria"/>
              </a:rPr>
              <a:t>M</a:t>
            </a:r>
            <a:r>
              <a:rPr lang="en-CA" sz="2600" i="1" dirty="0">
                <a:latin typeface="Cambria"/>
              </a:rPr>
              <a:t>ETHODS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816309A-663A-80B0-F6FE-14EA1BCA01E4}"/>
                  </a:ext>
                </a:extLst>
              </p:cNvPr>
              <p:cNvSpPr>
                <a:spLocks noGrp="1"/>
              </p:cNvSpPr>
              <p:nvPr>
                <p:ph idx="1"/>
              </p:nvPr>
            </p:nvSpPr>
            <p:spPr>
              <a:xfrm>
                <a:off x="529104" y="1628800"/>
                <a:ext cx="8085791" cy="4824536"/>
              </a:xfrm>
            </p:spPr>
            <p:txBody>
              <a:bodyPr/>
              <a:lstStyle/>
              <a:p>
                <a:r>
                  <a:rPr lang="en-US" sz="1800" dirty="0">
                    <a:solidFill>
                      <a:srgbClr val="003366"/>
                    </a:solidFill>
                    <a:latin typeface="Aptos Display" panose="020B0004020202020204" pitchFamily="34" charset="0"/>
                  </a:rPr>
                  <a:t>Let,</a:t>
                </a:r>
              </a:p>
              <a:p>
                <a:r>
                  <a:rPr lang="en-US" sz="1800" dirty="0">
                    <a:solidFill>
                      <a:srgbClr val="003366"/>
                    </a:solidFill>
                    <a:latin typeface="Aptos Display" panose="020B0004020202020204" pitchFamily="34" charset="0"/>
                  </a:rPr>
                  <a:t> </a:t>
                </a:r>
                <a14:m>
                  <m:oMath xmlns:m="http://schemas.openxmlformats.org/officeDocument/2006/math">
                    <m:r>
                      <a:rPr lang="en-US" sz="1800" i="1" dirty="0" smtClean="0">
                        <a:solidFill>
                          <a:srgbClr val="003366"/>
                        </a:solidFill>
                        <a:latin typeface="Cambria Math" panose="02040503050406030204" pitchFamily="18" charset="0"/>
                      </a:rPr>
                      <m:t>𝑄</m:t>
                    </m:r>
                    <m:r>
                      <a:rPr lang="en-US" sz="1800" i="0" dirty="0" smtClean="0">
                        <a:solidFill>
                          <a:srgbClr val="003366"/>
                        </a:solidFill>
                        <a:latin typeface="Cambria Math" panose="02040503050406030204" pitchFamily="18" charset="0"/>
                      </a:rPr>
                      <m:t>=</m:t>
                    </m:r>
                    <m:d>
                      <m:dPr>
                        <m:begChr m:val="{"/>
                        <m:endChr m:val="}"/>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𝑥</m:t>
                            </m:r>
                          </m:e>
                          <m:sub>
                            <m:r>
                              <a:rPr lang="en-US" sz="1800" i="0" dirty="0" smtClean="0">
                                <a:solidFill>
                                  <a:srgbClr val="003366"/>
                                </a:solidFill>
                                <a:latin typeface="Cambria Math" panose="02040503050406030204" pitchFamily="18" charset="0"/>
                              </a:rPr>
                              <m:t>1</m:t>
                            </m:r>
                          </m:sub>
                        </m:sSub>
                        <m:r>
                          <a:rPr lang="en-US" sz="1800" i="0" dirty="0" smtClean="0">
                            <a:solidFill>
                              <a:srgbClr val="003366"/>
                            </a:solidFill>
                            <a:latin typeface="Cambria Math" panose="02040503050406030204" pitchFamily="18" charset="0"/>
                          </a:rPr>
                          <m:t>,</m:t>
                        </m:r>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𝑥</m:t>
                            </m:r>
                          </m:e>
                          <m:sub>
                            <m:r>
                              <a:rPr lang="en-US" sz="1800" i="0" dirty="0" smtClean="0">
                                <a:solidFill>
                                  <a:srgbClr val="003366"/>
                                </a:solidFill>
                                <a:latin typeface="Cambria Math" panose="02040503050406030204" pitchFamily="18" charset="0"/>
                              </a:rPr>
                              <m:t>2</m:t>
                            </m:r>
                          </m:sub>
                        </m:sSub>
                        <m:r>
                          <a:rPr lang="en-US" sz="1800" i="0" dirty="0" smtClean="0">
                            <a:solidFill>
                              <a:srgbClr val="003366"/>
                            </a:solidFill>
                            <a:latin typeface="Cambria Math" panose="02040503050406030204" pitchFamily="18" charset="0"/>
                          </a:rPr>
                          <m:t>,…,</m:t>
                        </m:r>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𝑥</m:t>
                            </m:r>
                          </m:e>
                          <m:sub>
                            <m:r>
                              <a:rPr lang="en-US" sz="1800" i="1" dirty="0" smtClean="0">
                                <a:solidFill>
                                  <a:srgbClr val="003366"/>
                                </a:solidFill>
                                <a:latin typeface="Cambria Math" panose="02040503050406030204" pitchFamily="18" charset="0"/>
                              </a:rPr>
                              <m:t>𝑁</m:t>
                            </m:r>
                          </m:sub>
                        </m:sSub>
                      </m:e>
                    </m:d>
                  </m:oMath>
                </a14:m>
                <a:r>
                  <a:rPr lang="en-US" sz="1800" dirty="0">
                    <a:solidFill>
                      <a:srgbClr val="003366"/>
                    </a:solidFill>
                    <a:latin typeface="Aptos Display" panose="020B0004020202020204" pitchFamily="34" charset="0"/>
                  </a:rPr>
                  <a:t> be a sequence of </a:t>
                </a:r>
                <a14:m>
                  <m:oMath xmlns:m="http://schemas.openxmlformats.org/officeDocument/2006/math">
                    <m:r>
                      <a:rPr lang="en-US" sz="1800" i="1" dirty="0" smtClean="0">
                        <a:solidFill>
                          <a:srgbClr val="003366"/>
                        </a:solidFill>
                        <a:latin typeface="Cambria Math" panose="02040503050406030204" pitchFamily="18" charset="0"/>
                      </a:rPr>
                      <m:t>𝑁</m:t>
                    </m:r>
                  </m:oMath>
                </a14:m>
                <a:r>
                  <a:rPr lang="en-US" sz="1800" dirty="0">
                    <a:solidFill>
                      <a:srgbClr val="003366"/>
                    </a:solidFill>
                    <a:latin typeface="Aptos Display" panose="020B0004020202020204" pitchFamily="34" charset="0"/>
                  </a:rPr>
                  <a:t> queries sent by a user,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where each input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0" dirty="0">
                            <a:solidFill>
                              <a:srgbClr val="003366"/>
                            </a:solidFill>
                            <a:latin typeface="Cambria Math" panose="02040503050406030204" pitchFamily="18" charset="0"/>
                          </a:rPr>
                          <m:t>ℝ</m:t>
                        </m:r>
                      </m:e>
                      <m:sup>
                        <m:r>
                          <a:rPr lang="en-US" sz="1800" i="1" dirty="0">
                            <a:solidFill>
                              <a:srgbClr val="003366"/>
                            </a:solidFill>
                            <a:latin typeface="Cambria Math" panose="02040503050406030204" pitchFamily="18" charset="0"/>
                          </a:rPr>
                          <m:t>𝑑</m:t>
                        </m:r>
                      </m:sup>
                    </m:sSup>
                  </m:oMath>
                </a14:m>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For each query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1" dirty="0">
                            <a:solidFill>
                              <a:srgbClr val="003366"/>
                            </a:solidFill>
                            <a:latin typeface="Cambria Math" panose="02040503050406030204" pitchFamily="18" charset="0"/>
                          </a:rPr>
                          <m:t>𝑖</m:t>
                        </m:r>
                      </m:sub>
                    </m:sSub>
                  </m:oMath>
                </a14:m>
                <a:r>
                  <a:rPr lang="en-US" sz="1800" dirty="0">
                    <a:solidFill>
                      <a:srgbClr val="003366"/>
                    </a:solidFill>
                    <a:latin typeface="Aptos Display" panose="020B0004020202020204" pitchFamily="34" charset="0"/>
                  </a:rPr>
                  <a:t> (for </a:t>
                </a:r>
                <a14:m>
                  <m:oMath xmlns:m="http://schemas.openxmlformats.org/officeDocument/2006/math">
                    <m:r>
                      <a:rPr lang="en-US" sz="1800" i="1" dirty="0" smtClean="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&gt;1</m:t>
                    </m:r>
                  </m:oMath>
                </a14:m>
                <a:r>
                  <a:rPr lang="en-US" sz="1800" dirty="0">
                    <a:solidFill>
                      <a:srgbClr val="003366"/>
                    </a:solidFill>
                    <a:latin typeface="Aptos Display" panose="020B0004020202020204" pitchFamily="34" charset="0"/>
                  </a:rPr>
                  <a:t>), we compute the minimum Euclidean distance to all previous queries in the sequence:</a:t>
                </a:r>
              </a:p>
              <a:p>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func>
                            <m:funcPr>
                              <m:ctrlPr>
                                <a:rPr lang="en-US" sz="1800" i="1" dirty="0">
                                  <a:solidFill>
                                    <a:srgbClr val="003366"/>
                                  </a:solidFill>
                                  <a:latin typeface="Cambria Math" panose="02040503050406030204" pitchFamily="18" charset="0"/>
                                </a:rPr>
                              </m:ctrlPr>
                            </m:funcPr>
                            <m:fName>
                              <m:limLow>
                                <m:limLowPr>
                                  <m:ctrlPr>
                                    <a:rPr lang="en-US" sz="1800" i="1" dirty="0">
                                      <a:solidFill>
                                        <a:srgbClr val="003366"/>
                                      </a:solidFill>
                                      <a:latin typeface="Cambria Math" panose="02040503050406030204" pitchFamily="18" charset="0"/>
                                    </a:rPr>
                                  </m:ctrlPr>
                                </m:limLowPr>
                                <m:e>
                                  <m:r>
                                    <m:rPr>
                                      <m:sty m:val="p"/>
                                    </m:rPr>
                                    <a:rPr lang="en-US" sz="1800" i="0" dirty="0">
                                      <a:solidFill>
                                        <a:srgbClr val="003366"/>
                                      </a:solidFill>
                                      <a:latin typeface="Cambria Math" panose="02040503050406030204" pitchFamily="18" charset="0"/>
                                    </a:rPr>
                                    <m:t>min</m:t>
                                  </m:r>
                                </m:e>
                                <m:lim>
                                  <m:r>
                                    <a:rPr lang="en-US" sz="1800" i="1" dirty="0">
                                      <a:solidFill>
                                        <a:srgbClr val="003366"/>
                                      </a:solidFill>
                                      <a:latin typeface="Cambria Math" panose="02040503050406030204" pitchFamily="18" charset="0"/>
                                    </a:rPr>
                                    <m:t>𝑗</m:t>
                                  </m:r>
                                  <m:r>
                                    <a:rPr lang="en-US" sz="1800" i="0" dirty="0">
                                      <a:solidFill>
                                        <a:srgbClr val="003366"/>
                                      </a:solidFill>
                                      <a:latin typeface="Cambria Math" panose="02040503050406030204" pitchFamily="18" charset="0"/>
                                    </a:rPr>
                                    <m:t>&lt;</m:t>
                                  </m:r>
                                  <m:r>
                                    <a:rPr lang="en-US" sz="1800" i="1" dirty="0">
                                      <a:solidFill>
                                        <a:srgbClr val="003366"/>
                                      </a:solidFill>
                                      <a:latin typeface="Cambria Math" panose="02040503050406030204" pitchFamily="18" charset="0"/>
                                    </a:rPr>
                                    <m:t>𝑖</m:t>
                                  </m:r>
                                </m:lim>
                              </m:limLow>
                            </m:fName>
                            <m:e>
                              <m:sSub>
                                <m:sSubPr>
                                  <m:ctrlPr>
                                    <a:rPr lang="en-US" sz="1800" i="1" dirty="0">
                                      <a:solidFill>
                                        <a:srgbClr val="003366"/>
                                      </a:solidFill>
                                      <a:latin typeface="Cambria Math" panose="02040503050406030204" pitchFamily="18" charset="0"/>
                                    </a:rPr>
                                  </m:ctrlPr>
                                </m:sSub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1" dirty="0">
                                              <a:solidFill>
                                                <a:srgbClr val="003366"/>
                                              </a:solidFill>
                                              <a:latin typeface="Cambria Math" panose="02040503050406030204" pitchFamily="18" charset="0"/>
                                            </a:rPr>
                                            <m:t>𝑗</m:t>
                                          </m:r>
                                        </m:sub>
                                      </m:sSub>
                                    </m:e>
                                  </m:d>
                                </m:e>
                                <m:sub>
                                  <m:r>
                                    <a:rPr lang="en-US" sz="1800" i="0" dirty="0">
                                      <a:solidFill>
                                        <a:srgbClr val="003366"/>
                                      </a:solidFill>
                                      <a:latin typeface="Cambria Math" panose="02040503050406030204" pitchFamily="18" charset="0"/>
                                    </a:rPr>
                                    <m:t>2</m:t>
                                  </m:r>
                                </m:sub>
                              </m:sSub>
                            </m:e>
                          </m:func>
                        </m:e>
                      </m:eqArr>
                    </m:oMath>
                  </m:oMathPara>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This yields a set of nearest-neighbor distances </a:t>
                </a:r>
                <a14:m>
                  <m:oMath xmlns:m="http://schemas.openxmlformats.org/officeDocument/2006/math">
                    <m:r>
                      <a:rPr lang="en-US" sz="1800" i="1" dirty="0" smtClean="0">
                        <a:solidFill>
                          <a:srgbClr val="003366"/>
                        </a:solidFill>
                        <a:latin typeface="Cambria Math" panose="02040503050406030204" pitchFamily="18" charset="0"/>
                      </a:rPr>
                      <m:t>𝐷</m:t>
                    </m:r>
                    <m:r>
                      <a:rPr lang="en-US" sz="1800" i="0" dirty="0">
                        <a:solidFill>
                          <a:srgbClr val="003366"/>
                        </a:solidFill>
                        <a:latin typeface="Cambria Math" panose="02040503050406030204" pitchFamily="18" charset="0"/>
                      </a:rPr>
                      <m:t>=</m:t>
                    </m:r>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0" dirty="0">
                                <a:solidFill>
                                  <a:srgbClr val="003366"/>
                                </a:solidFill>
                                <a:latin typeface="Cambria Math" panose="02040503050406030204" pitchFamily="18" charset="0"/>
                              </a:rPr>
                              <m:t>3</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1" dirty="0">
                                <a:solidFill>
                                  <a:srgbClr val="003366"/>
                                </a:solidFill>
                                <a:latin typeface="Cambria Math" panose="02040503050406030204" pitchFamily="18" charset="0"/>
                              </a:rPr>
                              <m:t>𝑁</m:t>
                            </m:r>
                          </m:sub>
                        </m:sSub>
                      </m:e>
                    </m:d>
                  </m:oMath>
                </a14:m>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We compute the mean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𝜇</m:t>
                        </m:r>
                      </m:e>
                      <m:sub>
                        <m:r>
                          <a:rPr lang="en-US" sz="1800" i="1" dirty="0">
                            <a:solidFill>
                              <a:srgbClr val="003366"/>
                            </a:solidFill>
                            <a:latin typeface="Cambria Math" panose="02040503050406030204" pitchFamily="18" charset="0"/>
                          </a:rPr>
                          <m:t>𝐷</m:t>
                        </m:r>
                      </m:sub>
                    </m:sSub>
                  </m:oMath>
                </a14:m>
                <a:r>
                  <a:rPr lang="en-US" sz="1800" dirty="0">
                    <a:solidFill>
                      <a:srgbClr val="003366"/>
                    </a:solidFill>
                    <a:latin typeface="Aptos Display" panose="020B0004020202020204" pitchFamily="34" charset="0"/>
                  </a:rPr>
                  <a:t> and standard deviation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𝜎</m:t>
                        </m:r>
                      </m:e>
                      <m:sub>
                        <m:r>
                          <a:rPr lang="en-US" sz="1800" i="1" dirty="0">
                            <a:solidFill>
                              <a:srgbClr val="003366"/>
                            </a:solidFill>
                            <a:latin typeface="Cambria Math" panose="02040503050406030204" pitchFamily="18" charset="0"/>
                          </a:rPr>
                          <m:t>𝐷</m:t>
                        </m:r>
                      </m:sub>
                    </m:sSub>
                  </m:oMath>
                </a14:m>
                <a:r>
                  <a:rPr lang="en-US" sz="1800" dirty="0">
                    <a:solidFill>
                      <a:srgbClr val="003366"/>
                    </a:solidFill>
                    <a:latin typeface="Aptos Display" panose="020B0004020202020204" pitchFamily="34" charset="0"/>
                  </a:rPr>
                  <a:t> of these distances. </a:t>
                </a:r>
              </a:p>
            </p:txBody>
          </p:sp>
        </mc:Choice>
        <mc:Fallback xmlns="">
          <p:sp>
            <p:nvSpPr>
              <p:cNvPr id="4" name="Content Placeholder 3">
                <a:extLst>
                  <a:ext uri="{FF2B5EF4-FFF2-40B4-BE49-F238E27FC236}">
                    <a16:creationId xmlns:a16="http://schemas.microsoft.com/office/drawing/2014/main" id="{2816309A-663A-80B0-F6FE-14EA1BCA01E4}"/>
                  </a:ext>
                </a:extLst>
              </p:cNvPr>
              <p:cNvSpPr>
                <a:spLocks noGrp="1" noRot="1" noChangeAspect="1" noMove="1" noResize="1" noEditPoints="1" noAdjustHandles="1" noChangeArrowheads="1" noChangeShapeType="1" noTextEdit="1"/>
              </p:cNvSpPr>
              <p:nvPr>
                <p:ph idx="1"/>
              </p:nvPr>
            </p:nvSpPr>
            <p:spPr>
              <a:xfrm>
                <a:off x="529104" y="1628800"/>
                <a:ext cx="8085791" cy="4824536"/>
              </a:xfrm>
              <a:blipFill>
                <a:blip r:embed="rId3"/>
                <a:stretch>
                  <a:fillRect l="-1724" t="-157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796B2EE-3FE6-839A-6AC9-DAEB355D49C0}"/>
              </a:ext>
            </a:extLst>
          </p:cNvPr>
          <p:cNvSpPr txBox="1"/>
          <p:nvPr/>
        </p:nvSpPr>
        <p:spPr>
          <a:xfrm>
            <a:off x="395536" y="968647"/>
            <a:ext cx="3081293" cy="400110"/>
          </a:xfrm>
          <a:prstGeom prst="rect">
            <a:avLst/>
          </a:prstGeom>
          <a:noFill/>
        </p:spPr>
        <p:txBody>
          <a:bodyPr wrap="none" rtlCol="0">
            <a:spAutoFit/>
          </a:bodyPr>
          <a:lstStyle/>
          <a:p>
            <a:r>
              <a:rPr lang="en-US" sz="2000" b="1" u="sng" dirty="0">
                <a:solidFill>
                  <a:srgbClr val="003366"/>
                </a:solidFill>
                <a:latin typeface="Aptos Display" panose="020B0004020202020204" pitchFamily="34" charset="0"/>
              </a:rPr>
              <a:t>Mathematical formulation:</a:t>
            </a:r>
          </a:p>
        </p:txBody>
      </p:sp>
      <p:sp>
        <p:nvSpPr>
          <p:cNvPr id="7" name="Slide Number Placeholder 6">
            <a:extLst>
              <a:ext uri="{FF2B5EF4-FFF2-40B4-BE49-F238E27FC236}">
                <a16:creationId xmlns:a16="http://schemas.microsoft.com/office/drawing/2014/main" id="{B6AC47C0-90EF-E706-6610-7C720DF07E8A}"/>
              </a:ext>
            </a:extLst>
          </p:cNvPr>
          <p:cNvSpPr>
            <a:spLocks noGrp="1"/>
          </p:cNvSpPr>
          <p:nvPr>
            <p:ph type="sldNum" sz="quarter" idx="10"/>
          </p:nvPr>
        </p:nvSpPr>
        <p:spPr/>
        <p:txBody>
          <a:bodyPr/>
          <a:lstStyle/>
          <a:p>
            <a:pPr>
              <a:defRPr/>
            </a:pPr>
            <a:fld id="{FE5AEF74-5102-4921-8DBA-649C609AF6D1}" type="slidenum">
              <a:rPr lang="it-IT" smtClean="0"/>
              <a:pPr>
                <a:defRPr/>
              </a:pPr>
              <a:t>7</a:t>
            </a:fld>
            <a:endParaRPr lang="it-IT"/>
          </a:p>
        </p:txBody>
      </p:sp>
    </p:spTree>
    <p:extLst>
      <p:ext uri="{BB962C8B-B14F-4D97-AF65-F5344CB8AC3E}">
        <p14:creationId xmlns:p14="http://schemas.microsoft.com/office/powerpoint/2010/main" val="2572372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0D26C-B17E-A4C0-24C8-55F6B7AC9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6BF63-195A-DEA2-C9E5-A1F5758D1DBE}"/>
              </a:ext>
            </a:extLst>
          </p:cNvPr>
          <p:cNvSpPr>
            <a:spLocks noGrp="1"/>
          </p:cNvSpPr>
          <p:nvPr>
            <p:ph type="title"/>
          </p:nvPr>
        </p:nvSpPr>
        <p:spPr>
          <a:xfrm>
            <a:off x="719138" y="260648"/>
            <a:ext cx="4932982" cy="585763"/>
          </a:xfrm>
        </p:spPr>
        <p:txBody>
          <a:bodyPr/>
          <a:lstStyle/>
          <a:p>
            <a:r>
              <a:rPr lang="en-CA" sz="2800" i="1" dirty="0">
                <a:latin typeface="Cambria"/>
              </a:rPr>
              <a:t>M</a:t>
            </a:r>
            <a:r>
              <a:rPr lang="en-CA" sz="2600" i="1" dirty="0">
                <a:latin typeface="Cambria"/>
              </a:rPr>
              <a:t>ONITORING-</a:t>
            </a:r>
            <a:r>
              <a:rPr lang="en-CA" sz="2800" i="1" dirty="0">
                <a:latin typeface="Cambria"/>
              </a:rPr>
              <a:t>B</a:t>
            </a:r>
            <a:r>
              <a:rPr lang="en-CA" sz="2600" i="1" dirty="0">
                <a:latin typeface="Cambria"/>
              </a:rPr>
              <a:t>ASED </a:t>
            </a:r>
            <a:r>
              <a:rPr lang="en-CA" sz="2800" i="1" dirty="0">
                <a:latin typeface="Cambria"/>
              </a:rPr>
              <a:t>M</a:t>
            </a:r>
            <a:r>
              <a:rPr lang="en-CA" sz="2600" i="1" dirty="0">
                <a:latin typeface="Cambria"/>
              </a:rPr>
              <a:t>ETHODS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7697EFD-B206-B3CD-833A-3AEEC3CAFDF7}"/>
                  </a:ext>
                </a:extLst>
              </p:cNvPr>
              <p:cNvSpPr>
                <a:spLocks noGrp="1"/>
              </p:cNvSpPr>
              <p:nvPr>
                <p:ph idx="1"/>
              </p:nvPr>
            </p:nvSpPr>
            <p:spPr>
              <a:xfrm>
                <a:off x="719138" y="1340768"/>
                <a:ext cx="7669286" cy="4104456"/>
              </a:xfrm>
            </p:spPr>
            <p:txBody>
              <a:bodyPr/>
              <a:lstStyle/>
              <a:p>
                <a:r>
                  <a:rPr lang="en-US" sz="1800" dirty="0">
                    <a:solidFill>
                      <a:srgbClr val="003366"/>
                    </a:solidFill>
                    <a:latin typeface="Aptos Display" panose="020B0004020202020204" pitchFamily="34" charset="0"/>
                  </a:rPr>
                  <a:t>PRADA then performs a statistical test (e.g., Shapiro-Wilk) to determine if </a:t>
                </a:r>
                <a14:m>
                  <m:oMath xmlns:m="http://schemas.openxmlformats.org/officeDocument/2006/math">
                    <m:r>
                      <a:rPr lang="en-US" sz="1800" i="1" dirty="0">
                        <a:solidFill>
                          <a:srgbClr val="003366"/>
                        </a:solidFill>
                        <a:latin typeface="Cambria Math" panose="02040503050406030204" pitchFamily="18" charset="0"/>
                      </a:rPr>
                      <m:t>𝐷</m:t>
                    </m:r>
                  </m:oMath>
                </a14:m>
                <a:r>
                  <a:rPr lang="en-US" sz="1800" dirty="0">
                    <a:solidFill>
                      <a:srgbClr val="003366"/>
                    </a:solidFill>
                    <a:latin typeface="Aptos Display" panose="020B0004020202020204" pitchFamily="34" charset="0"/>
                  </a:rPr>
                  <a:t> departs from a normal distribution:</a:t>
                </a:r>
              </a:p>
              <a:p>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800" i="1" dirty="0">
                            <a:solidFill>
                              <a:srgbClr val="003366"/>
                            </a:solidFill>
                            <a:latin typeface="Cambria Math" panose="02040503050406030204" pitchFamily="18" charset="0"/>
                          </a:rPr>
                        </m:ctrlPr>
                      </m:eqArrPr>
                      <m:e>
                        <m:r>
                          <a:rPr lang="en-US" sz="1800" i="1" dirty="0">
                            <a:solidFill>
                              <a:srgbClr val="003366"/>
                            </a:solidFill>
                            <a:latin typeface="Cambria Math" panose="02040503050406030204" pitchFamily="18" charset="0"/>
                          </a:rPr>
                          <m:t>𝑊</m:t>
                        </m:r>
                        <m:r>
                          <a:rPr lang="en-US" sz="180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nary>
                                      <m:naryPr>
                                        <m:chr m:val="∑"/>
                                        <m:limLoc m:val="undOvr"/>
                                        <m:ctrlPr>
                                          <a:rPr lang="en-US" sz="1800" i="1" dirty="0">
                                            <a:solidFill>
                                              <a:srgbClr val="003366"/>
                                            </a:solidFill>
                                            <a:latin typeface="Cambria Math" panose="02040503050406030204" pitchFamily="18" charset="0"/>
                                          </a:rPr>
                                        </m:ctrlPr>
                                      </m:naryPr>
                                      <m:sub>
                                        <m:r>
                                          <a:rPr lang="en-US" sz="1800" i="1" dirty="0">
                                            <a:solidFill>
                                              <a:srgbClr val="003366"/>
                                            </a:solidFill>
                                            <a:latin typeface="Cambria Math" panose="02040503050406030204" pitchFamily="18" charset="0"/>
                                          </a:rPr>
                                          <m:t>𝑖</m:t>
                                        </m:r>
                                        <m:r>
                                          <a:rPr lang="en-US" sz="1800" dirty="0">
                                            <a:solidFill>
                                              <a:srgbClr val="003366"/>
                                            </a:solidFill>
                                            <a:latin typeface="Cambria Math" panose="02040503050406030204" pitchFamily="18" charset="0"/>
                                          </a:rPr>
                                          <m:t>=2</m:t>
                                        </m:r>
                                      </m:sub>
                                      <m:sup>
                                        <m:r>
                                          <a:rPr lang="en-US" sz="1800" i="1" dirty="0">
                                            <a:solidFill>
                                              <a:srgbClr val="003366"/>
                                            </a:solidFill>
                                            <a:latin typeface="Cambria Math" panose="02040503050406030204" pitchFamily="18" charset="0"/>
                                          </a:rPr>
                                          <m:t>𝑁</m:t>
                                        </m:r>
                                      </m:sup>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𝑎</m:t>
                                            </m:r>
                                          </m:e>
                                          <m:sub>
                                            <m:r>
                                              <a:rPr lang="en-US" sz="1800" i="1" dirty="0">
                                                <a:solidFill>
                                                  <a:srgbClr val="003366"/>
                                                </a:solidFill>
                                                <a:latin typeface="Cambria Math" panose="02040503050406030204" pitchFamily="18" charset="0"/>
                                              </a:rPr>
                                              <m:t>𝑖</m:t>
                                            </m:r>
                                          </m:sub>
                                        </m:sSub>
                                      </m:e>
                                    </m:nary>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𝑖</m:t>
                                            </m:r>
                                          </m:e>
                                        </m:d>
                                      </m:sub>
                                    </m:sSub>
                                  </m:e>
                                </m:d>
                              </m:e>
                              <m:sup>
                                <m:r>
                                  <a:rPr lang="en-US" sz="1800" dirty="0">
                                    <a:solidFill>
                                      <a:srgbClr val="003366"/>
                                    </a:solidFill>
                                    <a:latin typeface="Cambria Math" panose="02040503050406030204" pitchFamily="18" charset="0"/>
                                  </a:rPr>
                                  <m:t>2</m:t>
                                </m:r>
                              </m:sup>
                            </m:sSup>
                          </m:num>
                          <m:den>
                            <m:nary>
                              <m:naryPr>
                                <m:chr m:val="∑"/>
                                <m:limLoc m:val="undOvr"/>
                                <m:ctrlPr>
                                  <a:rPr lang="en-US" sz="1800" i="1" dirty="0">
                                    <a:solidFill>
                                      <a:srgbClr val="003366"/>
                                    </a:solidFill>
                                    <a:latin typeface="Cambria Math" panose="02040503050406030204" pitchFamily="18" charset="0"/>
                                  </a:rPr>
                                </m:ctrlPr>
                              </m:naryPr>
                              <m:sub>
                                <m:r>
                                  <a:rPr lang="en-US" sz="1800" i="1" dirty="0">
                                    <a:solidFill>
                                      <a:srgbClr val="003366"/>
                                    </a:solidFill>
                                    <a:latin typeface="Cambria Math" panose="02040503050406030204" pitchFamily="18" charset="0"/>
                                  </a:rPr>
                                  <m:t>𝑖</m:t>
                                </m:r>
                                <m:r>
                                  <a:rPr lang="en-US" sz="1800" dirty="0">
                                    <a:solidFill>
                                      <a:srgbClr val="003366"/>
                                    </a:solidFill>
                                    <a:latin typeface="Cambria Math" panose="02040503050406030204" pitchFamily="18" charset="0"/>
                                  </a:rPr>
                                  <m:t>=2</m:t>
                                </m:r>
                              </m:sub>
                              <m:sup>
                                <m:r>
                                  <a:rPr lang="en-US" sz="1800" i="1" dirty="0">
                                    <a:solidFill>
                                      <a:srgbClr val="003366"/>
                                    </a:solidFill>
                                    <a:latin typeface="Cambria Math" panose="02040503050406030204" pitchFamily="18" charset="0"/>
                                  </a:rPr>
                                  <m:t>𝑁</m:t>
                                </m:r>
                              </m:sup>
                              <m:e>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1" dirty="0">
                                                <a:solidFill>
                                                  <a:srgbClr val="003366"/>
                                                </a:solidFill>
                                                <a:latin typeface="Cambria Math" panose="02040503050406030204" pitchFamily="18" charset="0"/>
                                              </a:rPr>
                                              <m:t>𝑖</m:t>
                                            </m:r>
                                          </m:sub>
                                        </m:sSub>
                                        <m:r>
                                          <a:rPr lang="en-US" sz="180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𝜇</m:t>
                                            </m:r>
                                          </m:e>
                                          <m:sub>
                                            <m:r>
                                              <a:rPr lang="en-US" sz="1800" i="1" dirty="0">
                                                <a:solidFill>
                                                  <a:srgbClr val="003366"/>
                                                </a:solidFill>
                                                <a:latin typeface="Cambria Math" panose="02040503050406030204" pitchFamily="18" charset="0"/>
                                              </a:rPr>
                                              <m:t>𝐷</m:t>
                                            </m:r>
                                          </m:sub>
                                        </m:sSub>
                                      </m:e>
                                    </m:d>
                                  </m:e>
                                  <m:sup>
                                    <m:r>
                                      <a:rPr lang="en-US" sz="1800" dirty="0">
                                        <a:solidFill>
                                          <a:srgbClr val="003366"/>
                                        </a:solidFill>
                                        <a:latin typeface="Cambria Math" panose="02040503050406030204" pitchFamily="18" charset="0"/>
                                      </a:rPr>
                                      <m:t>2</m:t>
                                    </m:r>
                                  </m:sup>
                                </m:sSup>
                              </m:e>
                            </m:nary>
                          </m:den>
                        </m:f>
                      </m:e>
                    </m:eqArr>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Where,</a:t>
                </a:r>
              </a:p>
              <a:p>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𝑖</m:t>
                            </m:r>
                          </m:e>
                        </m:d>
                      </m:sub>
                    </m:sSub>
                  </m:oMath>
                </a14:m>
                <a:r>
                  <a:rPr lang="en-US" sz="1800" dirty="0">
                    <a:solidFill>
                      <a:srgbClr val="003366"/>
                    </a:solidFill>
                    <a:latin typeface="Aptos Display" panose="020B0004020202020204" pitchFamily="34" charset="0"/>
                  </a:rPr>
                  <a:t> = the </a:t>
                </a:r>
                <a14:m>
                  <m:oMath xmlns:m="http://schemas.openxmlformats.org/officeDocument/2006/math">
                    <m:r>
                      <a:rPr lang="en-US" sz="1800" i="1" dirty="0">
                        <a:solidFill>
                          <a:srgbClr val="003366"/>
                        </a:solidFill>
                        <a:latin typeface="Cambria Math" panose="02040503050406030204" pitchFamily="18" charset="0"/>
                      </a:rPr>
                      <m:t>𝑖</m:t>
                    </m:r>
                  </m:oMath>
                </a14:m>
                <a:r>
                  <a:rPr lang="en-US" sz="1800" dirty="0">
                    <a:solidFill>
                      <a:srgbClr val="003366"/>
                    </a:solidFill>
                    <a:latin typeface="Aptos Display" panose="020B0004020202020204" pitchFamily="34" charset="0"/>
                  </a:rPr>
                  <a:t>-</a:t>
                </a:r>
                <a:r>
                  <a:rPr lang="en-US" sz="1800" dirty="0" err="1">
                    <a:solidFill>
                      <a:srgbClr val="003366"/>
                    </a:solidFill>
                    <a:latin typeface="Aptos Display" panose="020B0004020202020204" pitchFamily="34" charset="0"/>
                  </a:rPr>
                  <a:t>th</a:t>
                </a:r>
                <a:r>
                  <a:rPr lang="en-US" sz="1800" dirty="0">
                    <a:solidFill>
                      <a:srgbClr val="003366"/>
                    </a:solidFill>
                    <a:latin typeface="Aptos Display" panose="020B0004020202020204" pitchFamily="34" charset="0"/>
                  </a:rPr>
                  <a:t> order statistic, </a:t>
                </a:r>
              </a:p>
              <a:p>
                <a:pPr>
                  <a:buFont typeface="Arial" panose="020B0604020202020204" pitchFamily="34" charset="0"/>
                  <a:buChar char="•"/>
                </a:pPr>
                <a14:m>
                  <m:oMath xmlns:m="http://schemas.openxmlformats.org/officeDocument/2006/math">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𝑎</m:t>
                        </m:r>
                      </m:e>
                      <m:sub>
                        <m:r>
                          <a:rPr lang="en-US" sz="1800" i="1" dirty="0">
                            <a:solidFill>
                              <a:srgbClr val="003366"/>
                            </a:solidFill>
                            <a:latin typeface="Cambria Math" panose="02040503050406030204" pitchFamily="18" charset="0"/>
                          </a:rPr>
                          <m:t>𝑖</m:t>
                        </m:r>
                      </m:sub>
                    </m:sSub>
                  </m:oMath>
                </a14:m>
                <a:r>
                  <a:rPr lang="en-US" sz="1800" dirty="0">
                    <a:solidFill>
                      <a:srgbClr val="003366"/>
                    </a:solidFill>
                    <a:latin typeface="Aptos Display" panose="020B0004020202020204" pitchFamily="34" charset="0"/>
                  </a:rPr>
                  <a:t> = constants derived from the covariances of order statistics of a normal distribution. </a:t>
                </a:r>
              </a:p>
              <a:p>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If </a:t>
                </a:r>
                <a14:m>
                  <m:oMath xmlns:m="http://schemas.openxmlformats.org/officeDocument/2006/math">
                    <m:r>
                      <a:rPr lang="en-US" sz="1800" i="1" dirty="0">
                        <a:solidFill>
                          <a:srgbClr val="003366"/>
                        </a:solidFill>
                        <a:latin typeface="Cambria Math" panose="02040503050406030204" pitchFamily="18" charset="0"/>
                      </a:rPr>
                      <m:t>𝑊</m:t>
                    </m:r>
                  </m:oMath>
                </a14:m>
                <a:r>
                  <a:rPr lang="en-US" sz="1800" dirty="0">
                    <a:solidFill>
                      <a:srgbClr val="003366"/>
                    </a:solidFill>
                    <a:latin typeface="Aptos Display" panose="020B0004020202020204" pitchFamily="34" charset="0"/>
                  </a:rPr>
                  <a:t> falls below a threshold </a:t>
                </a:r>
                <a14:m>
                  <m:oMath xmlns:m="http://schemas.openxmlformats.org/officeDocument/2006/math">
                    <m:r>
                      <a:rPr lang="en-US" sz="1800" i="1" dirty="0">
                        <a:solidFill>
                          <a:srgbClr val="003366"/>
                        </a:solidFill>
                        <a:latin typeface="Cambria Math" panose="02040503050406030204" pitchFamily="18" charset="0"/>
                      </a:rPr>
                      <m:t>𝜏</m:t>
                    </m:r>
                  </m:oMath>
                </a14:m>
                <a:r>
                  <a:rPr lang="en-US" sz="1800" dirty="0">
                    <a:solidFill>
                      <a:srgbClr val="003366"/>
                    </a:solidFill>
                    <a:latin typeface="Aptos Display" panose="020B0004020202020204" pitchFamily="34" charset="0"/>
                  </a:rPr>
                  <a:t>, the query sequence is flagged as non-normal (pathological) and blocked.</a:t>
                </a:r>
              </a:p>
              <a:p>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C7697EFD-B206-B3CD-833A-3AEEC3CAFDF7}"/>
                  </a:ext>
                </a:extLst>
              </p:cNvPr>
              <p:cNvSpPr>
                <a:spLocks noGrp="1" noRot="1" noChangeAspect="1" noMove="1" noResize="1" noEditPoints="1" noAdjustHandles="1" noChangeArrowheads="1" noChangeShapeType="1" noTextEdit="1"/>
              </p:cNvSpPr>
              <p:nvPr>
                <p:ph idx="1"/>
              </p:nvPr>
            </p:nvSpPr>
            <p:spPr>
              <a:xfrm>
                <a:off x="719138" y="1340768"/>
                <a:ext cx="7669286" cy="4104456"/>
              </a:xfrm>
              <a:blipFill>
                <a:blip r:embed="rId3"/>
                <a:stretch>
                  <a:fillRect l="-1818" t="-1852" b="-1975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550272B-06BE-8DB1-8408-70BA84CE50F9}"/>
              </a:ext>
            </a:extLst>
          </p:cNvPr>
          <p:cNvSpPr>
            <a:spLocks noGrp="1"/>
          </p:cNvSpPr>
          <p:nvPr>
            <p:ph type="sldNum" sz="quarter" idx="10"/>
          </p:nvPr>
        </p:nvSpPr>
        <p:spPr/>
        <p:txBody>
          <a:bodyPr/>
          <a:lstStyle/>
          <a:p>
            <a:pPr>
              <a:defRPr/>
            </a:pPr>
            <a:fld id="{FE5AEF74-5102-4921-8DBA-649C609AF6D1}" type="slidenum">
              <a:rPr lang="it-IT" smtClean="0"/>
              <a:pPr>
                <a:defRPr/>
              </a:pPr>
              <a:t>8</a:t>
            </a:fld>
            <a:endParaRPr lang="it-IT"/>
          </a:p>
        </p:txBody>
      </p:sp>
    </p:spTree>
    <p:extLst>
      <p:ext uri="{BB962C8B-B14F-4D97-AF65-F5344CB8AC3E}">
        <p14:creationId xmlns:p14="http://schemas.microsoft.com/office/powerpoint/2010/main" val="704924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226EF-F50B-28E3-E38D-FFD8EF67C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51D97-DCBF-E63D-B5A6-92193260A545}"/>
              </a:ext>
            </a:extLst>
          </p:cNvPr>
          <p:cNvSpPr>
            <a:spLocks noGrp="1"/>
          </p:cNvSpPr>
          <p:nvPr>
            <p:ph type="title"/>
          </p:nvPr>
        </p:nvSpPr>
        <p:spPr>
          <a:xfrm>
            <a:off x="719138" y="286544"/>
            <a:ext cx="8245350" cy="838200"/>
          </a:xfrm>
        </p:spPr>
        <p:txBody>
          <a:bodyPr/>
          <a:lstStyle/>
          <a:p>
            <a:r>
              <a:rPr lang="en-CA" sz="2800" i="1" dirty="0">
                <a:latin typeface="Cambria"/>
              </a:rPr>
              <a:t>M</a:t>
            </a:r>
            <a:r>
              <a:rPr lang="en-CA" sz="2600" i="1" dirty="0">
                <a:latin typeface="Cambria"/>
              </a:rPr>
              <a:t>ONITORING-</a:t>
            </a:r>
            <a:r>
              <a:rPr lang="en-CA" sz="2800" i="1" dirty="0">
                <a:latin typeface="Cambria"/>
              </a:rPr>
              <a:t>B</a:t>
            </a:r>
            <a:r>
              <a:rPr lang="en-CA" sz="2600" i="1" dirty="0">
                <a:latin typeface="Cambria"/>
              </a:rPr>
              <a:t>ASED </a:t>
            </a:r>
            <a:r>
              <a:rPr lang="en-CA" sz="2800" i="1" dirty="0">
                <a:latin typeface="Cambria"/>
              </a:rPr>
              <a:t>M</a:t>
            </a:r>
            <a:r>
              <a:rPr lang="en-CA" sz="2600" i="1" dirty="0">
                <a:latin typeface="Cambria"/>
              </a:rPr>
              <a:t>ETHODS</a:t>
            </a:r>
            <a:endParaRPr lang="en-CA" sz="2600" b="1" dirty="0">
              <a:solidFill>
                <a:srgbClr val="003F6E"/>
              </a:solidFill>
              <a:latin typeface="Cambria"/>
            </a:endParaRPr>
          </a:p>
        </p:txBody>
      </p:sp>
      <p:sp>
        <p:nvSpPr>
          <p:cNvPr id="5" name="Slide Number Placeholder 4">
            <a:extLst>
              <a:ext uri="{FF2B5EF4-FFF2-40B4-BE49-F238E27FC236}">
                <a16:creationId xmlns:a16="http://schemas.microsoft.com/office/drawing/2014/main" id="{08A47AE4-0A01-4C3A-594A-E165C1FB9173}"/>
              </a:ext>
            </a:extLst>
          </p:cNvPr>
          <p:cNvSpPr>
            <a:spLocks noGrp="1"/>
          </p:cNvSpPr>
          <p:nvPr>
            <p:ph type="sldNum" sz="quarter" idx="10"/>
          </p:nvPr>
        </p:nvSpPr>
        <p:spPr/>
        <p:txBody>
          <a:bodyPr/>
          <a:lstStyle/>
          <a:p>
            <a:pPr>
              <a:defRPr/>
            </a:pPr>
            <a:fld id="{FE5AEF74-5102-4921-8DBA-649C609AF6D1}" type="slidenum">
              <a:rPr lang="it-IT" smtClean="0"/>
              <a:pPr>
                <a:defRPr/>
              </a:pPr>
              <a:t>9</a:t>
            </a:fld>
            <a:endParaRPr lang="it-IT"/>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95DD50E-9E30-4260-DDCD-62CE84E2EDED}"/>
                  </a:ext>
                </a:extLst>
              </p:cNvPr>
              <p:cNvSpPr>
                <a:spLocks noGrp="1"/>
              </p:cNvSpPr>
              <p:nvPr>
                <p:ph idx="1"/>
              </p:nvPr>
            </p:nvSpPr>
            <p:spPr>
              <a:xfrm>
                <a:off x="457200" y="1124744"/>
                <a:ext cx="7859216" cy="5328592"/>
              </a:xfrm>
            </p:spPr>
            <p:txBody>
              <a:bodyPr/>
              <a:lstStyle/>
              <a:p>
                <a:r>
                  <a:rPr lang="en-US" sz="1800" dirty="0">
                    <a:solidFill>
                      <a:srgbClr val="003366"/>
                    </a:solidFill>
                    <a:latin typeface="Aptos Display" panose="020B0004020202020204" pitchFamily="34" charset="0"/>
                  </a:rPr>
                  <a:t>Consider a defender tracking a sequence of 3 queries ( </a:t>
                </a:r>
                <a14:m>
                  <m:oMath xmlns:m="http://schemas.openxmlformats.org/officeDocument/2006/math">
                    <m:r>
                      <a:rPr lang="en-US" sz="1800" i="1" dirty="0" smtClean="0">
                        <a:solidFill>
                          <a:srgbClr val="003366"/>
                        </a:solidFill>
                        <a:latin typeface="Cambria Math" panose="02040503050406030204" pitchFamily="18" charset="0"/>
                      </a:rPr>
                      <m:t>𝑁</m:t>
                    </m:r>
                    <m:r>
                      <a:rPr lang="en-US" sz="1800" i="0" dirty="0" smtClean="0">
                        <a:solidFill>
                          <a:srgbClr val="003366"/>
                        </a:solidFill>
                        <a:latin typeface="Cambria Math" panose="02040503050406030204" pitchFamily="18" charset="0"/>
                      </a:rPr>
                      <m:t>=3</m:t>
                    </m:r>
                  </m:oMath>
                </a14:m>
                <a:r>
                  <a:rPr lang="en-US" sz="1800" dirty="0">
                    <a:solidFill>
                      <a:srgbClr val="003366"/>
                    </a:solidFill>
                    <a:latin typeface="Aptos Display" panose="020B0004020202020204" pitchFamily="34" charset="0"/>
                  </a:rPr>
                  <a:t>) in a 2D space:</a:t>
                </a:r>
              </a:p>
              <a:p>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1</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0.10,0.20</m:t>
                                  </m:r>
                                </m:e>
                              </m:d>
                            </m:e>
                            <m:sup>
                              <m:r>
                                <a:rPr lang="en-US" sz="1800" i="1" dirty="0">
                                  <a:solidFill>
                                    <a:srgbClr val="003366"/>
                                  </a:solidFill>
                                  <a:latin typeface="Cambria Math" panose="02040503050406030204" pitchFamily="18" charset="0"/>
                                </a:rPr>
                                <m:t>𝑇</m:t>
                              </m:r>
                            </m:sup>
                          </m:sSup>
                        </m:e>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2</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0.12,0.21</m:t>
                                  </m:r>
                                </m:e>
                              </m:d>
                            </m:e>
                            <m:sup>
                              <m:r>
                                <a:rPr lang="en-US" sz="1800" i="1" dirty="0">
                                  <a:solidFill>
                                    <a:srgbClr val="003366"/>
                                  </a:solidFill>
                                  <a:latin typeface="Cambria Math" panose="02040503050406030204" pitchFamily="18" charset="0"/>
                                </a:rPr>
                                <m:t>𝑇</m:t>
                              </m:r>
                            </m:sup>
                          </m:sSup>
                        </m:e>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3</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0.11,0.22</m:t>
                                  </m:r>
                                </m:e>
                              </m:d>
                            </m:e>
                            <m:sup>
                              <m:r>
                                <a:rPr lang="en-US" sz="1800" i="1" dirty="0">
                                  <a:solidFill>
                                    <a:srgbClr val="003366"/>
                                  </a:solidFill>
                                  <a:latin typeface="Cambria Math" panose="02040503050406030204" pitchFamily="18" charset="0"/>
                                </a:rPr>
                                <m:t>𝑇</m:t>
                              </m:r>
                            </m:sup>
                          </m:sSup>
                        </m:e>
                      </m:eqArr>
                    </m:oMath>
                  </m:oMathPara>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We compute the nearest-neighbor distances:</a:t>
                </a:r>
              </a:p>
              <a:p>
                <a:endParaRPr lang="en-US" sz="1800" dirty="0">
                  <a:solidFill>
                    <a:srgbClr val="003366"/>
                  </a:solidFill>
                  <a:latin typeface="Aptos Display" panose="020B0004020202020204" pitchFamily="34" charset="0"/>
                </a:endParaRPr>
              </a:p>
              <a:p>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smtClean="0">
                            <a:solidFill>
                              <a:srgbClr val="003366"/>
                            </a:solidFill>
                            <a:latin typeface="Cambria Math" panose="02040503050406030204" pitchFamily="18" charset="0"/>
                          </a:rPr>
                          <m:t>𝐒𝐭𝐞𝐩</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𝟏</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𝐃𝐢𝐬𝐭𝐚𝐧𝐜𝐞</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𝐟𝐨𝐫</m:t>
                        </m:r>
                        <m:r>
                          <a:rPr lang="en-US" sz="1800" b="0" i="0" dirty="0" smtClean="0">
                            <a:solidFill>
                              <a:srgbClr val="003366"/>
                            </a:solidFill>
                            <a:latin typeface="Cambria Math" panose="02040503050406030204" pitchFamily="18" charset="0"/>
                          </a:rPr>
                          <m:t> </m:t>
                        </m:r>
                      </m:e>
                    </m:box>
                    <m:sSub>
                      <m:sSubPr>
                        <m:ctrlPr>
                          <a:rPr lang="en-US" sz="1800" b="1" i="1" dirty="0" smtClean="0">
                            <a:solidFill>
                              <a:srgbClr val="003366"/>
                            </a:solidFill>
                            <a:latin typeface="Cambria Math" panose="02040503050406030204" pitchFamily="18" charset="0"/>
                          </a:rPr>
                        </m:ctrlPr>
                      </m:sSubPr>
                      <m:e>
                        <m:r>
                          <a:rPr lang="en-US" sz="1800" b="0" i="1" dirty="0" smtClean="0">
                            <a:solidFill>
                              <a:srgbClr val="003366"/>
                            </a:solidFill>
                            <a:latin typeface="Cambria Math" panose="02040503050406030204" pitchFamily="18" charset="0"/>
                          </a:rPr>
                          <m:t>𝑥</m:t>
                        </m:r>
                      </m:e>
                      <m:sub>
                        <m:r>
                          <a:rPr lang="en-US" sz="1800" b="0" i="0" dirty="0" smtClean="0">
                            <a:solidFill>
                              <a:srgbClr val="003366"/>
                            </a:solidFill>
                            <a:latin typeface="Cambria Math" panose="02040503050406030204" pitchFamily="18" charset="0"/>
                          </a:rPr>
                          <m:t>2</m:t>
                        </m:r>
                      </m:sub>
                    </m:sSub>
                    <m:r>
                      <a:rPr lang="en-US" sz="1800" b="0" i="0" dirty="0" smtClean="0">
                        <a:solidFill>
                          <a:srgbClr val="003366"/>
                        </a:solidFill>
                        <a:latin typeface="Cambria Math" panose="02040503050406030204" pitchFamily="18" charset="0"/>
                      </a:rPr>
                      <m:t>:</m:t>
                    </m:r>
                  </m:oMath>
                </a14:m>
                <a:r>
                  <a:rPr lang="en-US" sz="1800" dirty="0">
                    <a:solidFill>
                      <a:srgbClr val="003366"/>
                    </a:solidFill>
                    <a:latin typeface="Aptos Display" panose="020B0004020202020204" pitchFamily="34" charset="0"/>
                  </a:rPr>
                  <a:t> Find the distance to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𝑥</m:t>
                        </m:r>
                      </m:e>
                      <m:sub>
                        <m:r>
                          <a:rPr lang="en-US" sz="1800" i="0" dirty="0" smtClean="0">
                            <a:solidFill>
                              <a:srgbClr val="003366"/>
                            </a:solidFill>
                            <a:latin typeface="Cambria Math" panose="02040503050406030204" pitchFamily="18" charset="0"/>
                          </a:rPr>
                          <m:t>1</m:t>
                        </m:r>
                      </m:sub>
                    </m:sSub>
                  </m:oMath>
                </a14:m>
                <a:r>
                  <a:rPr lang="en-US" sz="1800" dirty="0">
                    <a:solidFill>
                      <a:srgbClr val="003366"/>
                    </a:solidFill>
                    <a:latin typeface="Aptos Display" panose="020B0004020202020204" pitchFamily="34" charset="0"/>
                  </a:rPr>
                  <a:t>:</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    </a:t>
                </a:r>
              </a:p>
              <a:p>
                <a:pPr/>
                <a14:m>
                  <m:oMathPara xmlns:m="http://schemas.openxmlformats.org/officeDocument/2006/math">
                    <m:oMathParaPr>
                      <m:jc m:val="centerGroup"/>
                    </m:oMathParaPr>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𝑑</m:t>
                          </m:r>
                        </m:e>
                        <m:sub>
                          <m:r>
                            <a:rPr lang="en-US" sz="1800" i="0" dirty="0" smtClean="0">
                              <a:solidFill>
                                <a:srgbClr val="003366"/>
                              </a:solidFill>
                              <a:latin typeface="Cambria Math" panose="02040503050406030204" pitchFamily="18" charset="0"/>
                            </a:rPr>
                            <m:t>2</m:t>
                          </m:r>
                        </m:sub>
                      </m:sSub>
                      <m:r>
                        <a:rPr lang="en-US" sz="1800" i="0" dirty="0" smtClean="0">
                          <a:solidFill>
                            <a:srgbClr val="003366"/>
                          </a:solidFill>
                          <a:latin typeface="Cambria Math" panose="02040503050406030204" pitchFamily="18" charset="0"/>
                        </a:rPr>
                        <m:t>=</m:t>
                      </m:r>
                      <m:sSub>
                        <m:sSubPr>
                          <m:ctrlPr>
                            <a:rPr lang="en-US" sz="1800" i="1" dirty="0" smtClean="0">
                              <a:solidFill>
                                <a:srgbClr val="003366"/>
                              </a:solidFill>
                              <a:latin typeface="Cambria Math" panose="02040503050406030204" pitchFamily="18" charset="0"/>
                            </a:rPr>
                          </m:ctrlPr>
                        </m:sSubPr>
                        <m:e>
                          <m:d>
                            <m:dPr>
                              <m:begChr m:val="‖"/>
                              <m:endChr m:val="‖"/>
                              <m:ctrlPr>
                                <a:rPr lang="en-US" sz="1800" i="1" dirty="0" smtClean="0">
                                  <a:solidFill>
                                    <a:srgbClr val="003366"/>
                                  </a:solidFill>
                                  <a:latin typeface="Cambria Math" panose="02040503050406030204" pitchFamily="18" charset="0"/>
                                </a:rPr>
                              </m:ctrlPr>
                            </m:dP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𝑥</m:t>
                                  </m:r>
                                </m:e>
                                <m:sub>
                                  <m:r>
                                    <a:rPr lang="en-US" sz="1800" i="0" dirty="0" smtClean="0">
                                      <a:solidFill>
                                        <a:srgbClr val="003366"/>
                                      </a:solidFill>
                                      <a:latin typeface="Cambria Math" panose="02040503050406030204" pitchFamily="18" charset="0"/>
                                    </a:rPr>
                                    <m:t>2</m:t>
                                  </m:r>
                                </m:sub>
                              </m:sSub>
                              <m:r>
                                <a:rPr lang="en-US" sz="1800" i="0" dirty="0" smtClean="0">
                                  <a:solidFill>
                                    <a:srgbClr val="003366"/>
                                  </a:solidFill>
                                  <a:latin typeface="Cambria Math" panose="02040503050406030204" pitchFamily="18" charset="0"/>
                                </a:rPr>
                                <m:t>−</m:t>
                              </m:r>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𝑥</m:t>
                                  </m:r>
                                </m:e>
                                <m:sub>
                                  <m:r>
                                    <a:rPr lang="en-US" sz="1800" i="0" dirty="0" smtClean="0">
                                      <a:solidFill>
                                        <a:srgbClr val="003366"/>
                                      </a:solidFill>
                                      <a:latin typeface="Cambria Math" panose="02040503050406030204" pitchFamily="18" charset="0"/>
                                    </a:rPr>
                                    <m:t>1</m:t>
                                  </m:r>
                                </m:sub>
                              </m:sSub>
                            </m:e>
                          </m:d>
                        </m:e>
                        <m:sub>
                          <m:r>
                            <a:rPr lang="en-US" sz="1800" i="0" dirty="0" smtClean="0">
                              <a:solidFill>
                                <a:srgbClr val="003366"/>
                              </a:solidFill>
                              <a:latin typeface="Cambria Math" panose="02040503050406030204" pitchFamily="18" charset="0"/>
                            </a:rPr>
                            <m:t>2</m:t>
                          </m:r>
                        </m:sub>
                      </m:sSub>
                      <m:r>
                        <a:rPr lang="en-US" sz="1800" i="0" dirty="0" smtClean="0">
                          <a:solidFill>
                            <a:srgbClr val="003366"/>
                          </a:solidFill>
                          <a:latin typeface="Cambria Math" panose="02040503050406030204" pitchFamily="18" charset="0"/>
                        </a:rPr>
                        <m:t>=</m:t>
                      </m:r>
                      <m:rad>
                        <m:radPr>
                          <m:degHide m:val="on"/>
                          <m:ctrlPr>
                            <a:rPr lang="en-US" sz="1800" i="1" dirty="0" smtClean="0">
                              <a:solidFill>
                                <a:srgbClr val="003366"/>
                              </a:solidFill>
                              <a:latin typeface="Cambria Math" panose="02040503050406030204" pitchFamily="18" charset="0"/>
                            </a:rPr>
                          </m:ctrlPr>
                        </m:radPr>
                        <m:deg/>
                        <m:e>
                          <m:sSup>
                            <m:sSupPr>
                              <m:ctrlPr>
                                <a:rPr lang="en-US" sz="1800" i="1" dirty="0" smtClean="0">
                                  <a:solidFill>
                                    <a:srgbClr val="003366"/>
                                  </a:solidFill>
                                  <a:latin typeface="Cambria Math" panose="02040503050406030204" pitchFamily="18" charset="0"/>
                                </a:rPr>
                              </m:ctrlPr>
                            </m:sSupPr>
                            <m:e>
                              <m:d>
                                <m:dPr>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0.12−0.10</m:t>
                                  </m:r>
                                </m:e>
                              </m:d>
                            </m:e>
                            <m:sup>
                              <m:r>
                                <a:rPr lang="en-US" sz="1800" i="0" dirty="0" smtClean="0">
                                  <a:solidFill>
                                    <a:srgbClr val="003366"/>
                                  </a:solidFill>
                                  <a:latin typeface="Cambria Math" panose="02040503050406030204" pitchFamily="18" charset="0"/>
                                </a:rPr>
                                <m:t>2</m:t>
                              </m:r>
                            </m:sup>
                          </m:sSup>
                          <m:r>
                            <a:rPr lang="en-US" sz="1800" i="0" dirty="0" smtClean="0">
                              <a:solidFill>
                                <a:srgbClr val="003366"/>
                              </a:solidFill>
                              <a:latin typeface="Cambria Math" panose="02040503050406030204" pitchFamily="18" charset="0"/>
                            </a:rPr>
                            <m:t>+</m:t>
                          </m:r>
                          <m:sSup>
                            <m:sSupPr>
                              <m:ctrlPr>
                                <a:rPr lang="en-US" sz="1800" i="1" dirty="0" smtClean="0">
                                  <a:solidFill>
                                    <a:srgbClr val="003366"/>
                                  </a:solidFill>
                                  <a:latin typeface="Cambria Math" panose="02040503050406030204" pitchFamily="18" charset="0"/>
                                </a:rPr>
                              </m:ctrlPr>
                            </m:sSupPr>
                            <m:e>
                              <m:d>
                                <m:dPr>
                                  <m:ctrlPr>
                                    <a:rPr lang="en-US" sz="1800" i="1" dirty="0" smtClean="0">
                                      <a:solidFill>
                                        <a:srgbClr val="003366"/>
                                      </a:solidFill>
                                      <a:latin typeface="Cambria Math" panose="02040503050406030204" pitchFamily="18" charset="0"/>
                                    </a:rPr>
                                  </m:ctrlPr>
                                </m:dPr>
                                <m:e>
                                  <m:r>
                                    <a:rPr lang="en-US" sz="1800" i="0" dirty="0" smtClean="0">
                                      <a:solidFill>
                                        <a:srgbClr val="003366"/>
                                      </a:solidFill>
                                      <a:latin typeface="Cambria Math" panose="02040503050406030204" pitchFamily="18" charset="0"/>
                                    </a:rPr>
                                    <m:t>0.21−0.20</m:t>
                                  </m:r>
                                </m:e>
                              </m:d>
                            </m:e>
                            <m:sup>
                              <m:r>
                                <a:rPr lang="en-US" sz="1800" i="0" dirty="0" smtClean="0">
                                  <a:solidFill>
                                    <a:srgbClr val="003366"/>
                                  </a:solidFill>
                                  <a:latin typeface="Cambria Math" panose="02040503050406030204" pitchFamily="18" charset="0"/>
                                </a:rPr>
                                <m:t>2</m:t>
                              </m:r>
                            </m:sup>
                          </m:sSup>
                        </m:e>
                      </m:rad>
                      <m:r>
                        <a:rPr lang="en-US" sz="1800" i="0" dirty="0" smtClean="0">
                          <a:solidFill>
                            <a:srgbClr val="003366"/>
                          </a:solidFill>
                          <a:latin typeface="Cambria Math" panose="02040503050406030204" pitchFamily="18" charset="0"/>
                        </a:rPr>
                        <m:t>=</m:t>
                      </m:r>
                      <m:rad>
                        <m:radPr>
                          <m:degHide m:val="on"/>
                          <m:ctrlPr>
                            <a:rPr lang="en-US" sz="1800" i="1" dirty="0" smtClean="0">
                              <a:solidFill>
                                <a:srgbClr val="003366"/>
                              </a:solidFill>
                              <a:latin typeface="Cambria Math" panose="02040503050406030204" pitchFamily="18" charset="0"/>
                            </a:rPr>
                          </m:ctrlPr>
                        </m:radPr>
                        <m:deg/>
                        <m:e>
                          <m:sSup>
                            <m:sSupPr>
                              <m:ctrlPr>
                                <a:rPr lang="en-US" sz="1800" i="1" dirty="0" smtClean="0">
                                  <a:solidFill>
                                    <a:srgbClr val="003366"/>
                                  </a:solidFill>
                                  <a:latin typeface="Cambria Math" panose="02040503050406030204" pitchFamily="18" charset="0"/>
                                </a:rPr>
                              </m:ctrlPr>
                            </m:sSupPr>
                            <m:e>
                              <m:r>
                                <a:rPr lang="en-US" sz="1800" i="0" dirty="0" smtClean="0">
                                  <a:solidFill>
                                    <a:srgbClr val="003366"/>
                                  </a:solidFill>
                                  <a:latin typeface="Cambria Math" panose="02040503050406030204" pitchFamily="18" charset="0"/>
                                </a:rPr>
                                <m:t>0.02</m:t>
                              </m:r>
                            </m:e>
                            <m:sup>
                              <m:r>
                                <a:rPr lang="en-US" sz="1800" i="0" dirty="0" smtClean="0">
                                  <a:solidFill>
                                    <a:srgbClr val="003366"/>
                                  </a:solidFill>
                                  <a:latin typeface="Cambria Math" panose="02040503050406030204" pitchFamily="18" charset="0"/>
                                </a:rPr>
                                <m:t>2</m:t>
                              </m:r>
                            </m:sup>
                          </m:sSup>
                          <m:r>
                            <a:rPr lang="en-US" sz="1800" i="0" dirty="0" smtClean="0">
                              <a:solidFill>
                                <a:srgbClr val="003366"/>
                              </a:solidFill>
                              <a:latin typeface="Cambria Math" panose="02040503050406030204" pitchFamily="18" charset="0"/>
                            </a:rPr>
                            <m:t>+</m:t>
                          </m:r>
                          <m:sSup>
                            <m:sSupPr>
                              <m:ctrlPr>
                                <a:rPr lang="en-US" sz="1800" i="1" dirty="0" smtClean="0">
                                  <a:solidFill>
                                    <a:srgbClr val="003366"/>
                                  </a:solidFill>
                                  <a:latin typeface="Cambria Math" panose="02040503050406030204" pitchFamily="18" charset="0"/>
                                </a:rPr>
                              </m:ctrlPr>
                            </m:sSupPr>
                            <m:e>
                              <m:r>
                                <a:rPr lang="en-US" sz="1800" i="0" dirty="0" smtClean="0">
                                  <a:solidFill>
                                    <a:srgbClr val="003366"/>
                                  </a:solidFill>
                                  <a:latin typeface="Cambria Math" panose="02040503050406030204" pitchFamily="18" charset="0"/>
                                </a:rPr>
                                <m:t>0.01</m:t>
                              </m:r>
                            </m:e>
                            <m:sup>
                              <m:r>
                                <a:rPr lang="en-US" sz="1800" i="0" dirty="0" smtClean="0">
                                  <a:solidFill>
                                    <a:srgbClr val="003366"/>
                                  </a:solidFill>
                                  <a:latin typeface="Cambria Math" panose="02040503050406030204" pitchFamily="18" charset="0"/>
                                </a:rPr>
                                <m:t>2</m:t>
                              </m:r>
                            </m:sup>
                          </m:sSup>
                        </m:e>
                      </m:rad>
                      <m:r>
                        <a:rPr lang="en-US" sz="1800" i="0" dirty="0" smtClean="0">
                          <a:solidFill>
                            <a:srgbClr val="003366"/>
                          </a:solidFill>
                          <a:latin typeface="Cambria Math" panose="02040503050406030204" pitchFamily="18" charset="0"/>
                        </a:rPr>
                        <m:t>=</m:t>
                      </m:r>
                      <m:rad>
                        <m:radPr>
                          <m:degHide m:val="on"/>
                          <m:ctrlPr>
                            <a:rPr lang="en-US" sz="1800" i="1" dirty="0" smtClean="0">
                              <a:solidFill>
                                <a:srgbClr val="003366"/>
                              </a:solidFill>
                              <a:latin typeface="Cambria Math" panose="02040503050406030204" pitchFamily="18" charset="0"/>
                            </a:rPr>
                          </m:ctrlPr>
                        </m:radPr>
                        <m:deg/>
                        <m:e>
                          <m:r>
                            <a:rPr lang="en-US" sz="1800" i="0" dirty="0" smtClean="0">
                              <a:solidFill>
                                <a:srgbClr val="003366"/>
                              </a:solidFill>
                              <a:latin typeface="Cambria Math" panose="02040503050406030204" pitchFamily="18" charset="0"/>
                            </a:rPr>
                            <m:t>0.0005</m:t>
                          </m:r>
                        </m:e>
                      </m:rad>
                      <m:r>
                        <a:rPr lang="en-US" sz="1800" i="0" dirty="0" smtClean="0">
                          <a:solidFill>
                            <a:srgbClr val="003366"/>
                          </a:solidFill>
                          <a:latin typeface="Cambria Math" panose="02040503050406030204" pitchFamily="18" charset="0"/>
                        </a:rPr>
                        <m:t>≈0.0224</m:t>
                      </m:r>
                    </m:oMath>
                  </m:oMathPara>
                </a14:m>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    </a:t>
                </a:r>
              </a:p>
            </p:txBody>
          </p:sp>
        </mc:Choice>
        <mc:Fallback xmlns="">
          <p:sp>
            <p:nvSpPr>
              <p:cNvPr id="6" name="Content Placeholder 5">
                <a:extLst>
                  <a:ext uri="{FF2B5EF4-FFF2-40B4-BE49-F238E27FC236}">
                    <a16:creationId xmlns:a16="http://schemas.microsoft.com/office/drawing/2014/main" id="{A95DD50E-9E30-4260-DDCD-62CE84E2EDED}"/>
                  </a:ext>
                </a:extLst>
              </p:cNvPr>
              <p:cNvSpPr>
                <a:spLocks noGrp="1" noRot="1" noChangeAspect="1" noMove="1" noResize="1" noEditPoints="1" noAdjustHandles="1" noChangeArrowheads="1" noChangeShapeType="1" noTextEdit="1"/>
              </p:cNvSpPr>
              <p:nvPr>
                <p:ph idx="1"/>
              </p:nvPr>
            </p:nvSpPr>
            <p:spPr>
              <a:xfrm>
                <a:off x="457200" y="1124744"/>
                <a:ext cx="7859216" cy="5328592"/>
              </a:xfrm>
              <a:blipFill>
                <a:blip r:embed="rId3"/>
                <a:stretch>
                  <a:fillRect l="-1939" t="-1188"/>
                </a:stretch>
              </a:blipFill>
            </p:spPr>
            <p:txBody>
              <a:bodyPr/>
              <a:lstStyle/>
              <a:p>
                <a:r>
                  <a:rPr lang="en-US">
                    <a:noFill/>
                  </a:rPr>
                  <a:t> </a:t>
                </a:r>
              </a:p>
            </p:txBody>
          </p:sp>
        </mc:Fallback>
      </mc:AlternateContent>
      <p:sp>
        <p:nvSpPr>
          <p:cNvPr id="3" name="Round Diagonal Corner Rectangle 2">
            <a:extLst>
              <a:ext uri="{FF2B5EF4-FFF2-40B4-BE49-F238E27FC236}">
                <a16:creationId xmlns:a16="http://schemas.microsoft.com/office/drawing/2014/main" id="{1877E666-8B13-0648-10AC-B32F938380FA}"/>
              </a:ext>
            </a:extLst>
          </p:cNvPr>
          <p:cNvSpPr/>
          <p:nvPr/>
        </p:nvSpPr>
        <p:spPr>
          <a:xfrm>
            <a:off x="301431" y="3429000"/>
            <a:ext cx="8352928" cy="210440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26974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9BE3-D223-4D9F-F2B4-52B2FDFB7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21887-2C97-D90E-A8EC-AF5C50B7B063}"/>
              </a:ext>
            </a:extLst>
          </p:cNvPr>
          <p:cNvSpPr>
            <a:spLocks noGrp="1"/>
          </p:cNvSpPr>
          <p:nvPr>
            <p:ph type="title"/>
          </p:nvPr>
        </p:nvSpPr>
        <p:spPr>
          <a:xfrm>
            <a:off x="719138" y="286544"/>
            <a:ext cx="5149006" cy="558254"/>
          </a:xfrm>
        </p:spPr>
        <p:txBody>
          <a:bodyPr/>
          <a:lstStyle/>
          <a:p>
            <a:r>
              <a:rPr lang="en-CA" sz="2800" i="1" dirty="0">
                <a:latin typeface="Cambria"/>
              </a:rPr>
              <a:t>M</a:t>
            </a:r>
            <a:r>
              <a:rPr lang="en-CA" sz="2600" i="1" dirty="0">
                <a:latin typeface="Cambria"/>
              </a:rPr>
              <a:t>ONITORING-</a:t>
            </a:r>
            <a:r>
              <a:rPr lang="en-CA" sz="2800" i="1" dirty="0">
                <a:latin typeface="Cambria"/>
              </a:rPr>
              <a:t>B</a:t>
            </a:r>
            <a:r>
              <a:rPr lang="en-CA" sz="2600" i="1" dirty="0">
                <a:latin typeface="Cambria"/>
              </a:rPr>
              <a:t>ASED </a:t>
            </a:r>
            <a:r>
              <a:rPr lang="en-CA" sz="2800" i="1" dirty="0">
                <a:latin typeface="Cambria"/>
              </a:rPr>
              <a:t>M</a:t>
            </a:r>
            <a:r>
              <a:rPr lang="en-CA" sz="2600" i="1" dirty="0">
                <a:latin typeface="Cambria"/>
              </a:rPr>
              <a:t>ETHODS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B13B61B-23E5-E601-B297-8CA9C2044F77}"/>
                  </a:ext>
                </a:extLst>
              </p:cNvPr>
              <p:cNvSpPr>
                <a:spLocks noGrp="1"/>
              </p:cNvSpPr>
              <p:nvPr>
                <p:ph idx="1"/>
              </p:nvPr>
            </p:nvSpPr>
            <p:spPr>
              <a:xfrm>
                <a:off x="323528" y="1052736"/>
                <a:ext cx="8101334" cy="5256584"/>
              </a:xfrm>
            </p:spPr>
            <p:txBody>
              <a:bodyPr/>
              <a:lstStyle/>
              <a:p>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smtClean="0">
                            <a:solidFill>
                              <a:srgbClr val="003366"/>
                            </a:solidFill>
                            <a:latin typeface="Cambria Math" panose="02040503050406030204" pitchFamily="18" charset="0"/>
                          </a:rPr>
                          <m:t>𝐒𝐭𝐞𝐩</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𝟐</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𝐃𝐢𝐬𝐭𝐚𝐧𝐜𝐞</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𝐟𝐨𝐫</m:t>
                        </m:r>
                        <m:r>
                          <a:rPr lang="en-US" sz="1800" b="0" i="0" dirty="0" smtClean="0">
                            <a:solidFill>
                              <a:srgbClr val="003366"/>
                            </a:solidFill>
                            <a:latin typeface="Cambria Math" panose="02040503050406030204" pitchFamily="18" charset="0"/>
                          </a:rPr>
                          <m:t> </m:t>
                        </m:r>
                      </m:e>
                    </m:box>
                    <m:sSub>
                      <m:sSubPr>
                        <m:ctrlPr>
                          <a:rPr lang="en-US" sz="1800" b="1" i="1" dirty="0" smtClean="0">
                            <a:solidFill>
                              <a:srgbClr val="003366"/>
                            </a:solidFill>
                            <a:latin typeface="Cambria Math" panose="02040503050406030204" pitchFamily="18" charset="0"/>
                          </a:rPr>
                        </m:ctrlPr>
                      </m:sSubPr>
                      <m:e>
                        <m:r>
                          <a:rPr lang="en-US" sz="1800" b="0" i="1" dirty="0" smtClean="0">
                            <a:solidFill>
                              <a:srgbClr val="003366"/>
                            </a:solidFill>
                            <a:latin typeface="Cambria Math" panose="02040503050406030204" pitchFamily="18" charset="0"/>
                          </a:rPr>
                          <m:t>𝑥</m:t>
                        </m:r>
                      </m:e>
                      <m:sub>
                        <m:r>
                          <a:rPr lang="en-US" sz="1800" b="0" i="0" dirty="0" smtClean="0">
                            <a:solidFill>
                              <a:srgbClr val="003366"/>
                            </a:solidFill>
                            <a:latin typeface="Cambria Math" panose="02040503050406030204" pitchFamily="18" charset="0"/>
                          </a:rPr>
                          <m:t>3</m:t>
                        </m:r>
                      </m:sub>
                    </m:sSub>
                  </m:oMath>
                </a14:m>
                <a:r>
                  <a:rPr lang="en-US" sz="1800" dirty="0">
                    <a:solidFill>
                      <a:srgbClr val="003366"/>
                    </a:solidFill>
                    <a:latin typeface="Aptos Display" panose="020B0004020202020204" pitchFamily="34" charset="0"/>
                  </a:rPr>
                  <a:t>: Find the minimum distance to either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1</m:t>
                        </m:r>
                      </m:sub>
                    </m:sSub>
                  </m:oMath>
                </a14:m>
                <a:r>
                  <a:rPr lang="en-US" sz="1800" dirty="0">
                    <a:solidFill>
                      <a:srgbClr val="003366"/>
                    </a:solidFill>
                    <a:latin typeface="Aptos Display" panose="020B0004020202020204" pitchFamily="34" charset="0"/>
                  </a:rPr>
                  <a:t> or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2</m:t>
                        </m:r>
                      </m:sub>
                    </m:sSub>
                  </m:oMath>
                </a14:m>
                <a:r>
                  <a:rPr lang="en-US" sz="1800" dirty="0">
                    <a:solidFill>
                      <a:srgbClr val="003366"/>
                    </a:solidFill>
                    <a:latin typeface="Aptos Display" panose="020B0004020202020204" pitchFamily="34" charset="0"/>
                  </a:rPr>
                  <a:t>:</a:t>
                </a:r>
              </a:p>
              <a:p>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3</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1</m:t>
                                      </m:r>
                                    </m:sub>
                                  </m:sSub>
                                </m:e>
                              </m:d>
                            </m:e>
                            <m:sub>
                              <m:r>
                                <a:rPr lang="en-US" sz="1800" i="0" dirty="0">
                                  <a:solidFill>
                                    <a:srgbClr val="003366"/>
                                  </a:solidFill>
                                  <a:latin typeface="Cambria Math" panose="02040503050406030204" pitchFamily="18" charset="0"/>
                                </a:rPr>
                                <m:t>2</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m:t>
                          </m:r>
                          <m:rad>
                            <m:radPr>
                              <m:degHide m:val="on"/>
                              <m:ctrlPr>
                                <a:rPr lang="en-US" sz="1800" i="1" dirty="0">
                                  <a:solidFill>
                                    <a:srgbClr val="003366"/>
                                  </a:solidFill>
                                  <a:latin typeface="Cambria Math" panose="02040503050406030204" pitchFamily="18" charset="0"/>
                                </a:rPr>
                              </m:ctrlPr>
                            </m:radPr>
                            <m:deg/>
                            <m:e>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0.11−0.10</m:t>
                                      </m:r>
                                    </m:e>
                                  </m:d>
                                </m:e>
                                <m:sup>
                                  <m:r>
                                    <a:rPr lang="en-US" sz="1800" i="0" dirty="0">
                                      <a:solidFill>
                                        <a:srgbClr val="003366"/>
                                      </a:solidFill>
                                      <a:latin typeface="Cambria Math" panose="02040503050406030204" pitchFamily="18" charset="0"/>
                                    </a:rPr>
                                    <m:t>2</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0.22−0.20</m:t>
                                      </m:r>
                                    </m:e>
                                  </m:d>
                                </m:e>
                                <m:sup>
                                  <m:r>
                                    <a:rPr lang="en-US" sz="1800" i="0" dirty="0">
                                      <a:solidFill>
                                        <a:srgbClr val="003366"/>
                                      </a:solidFill>
                                      <a:latin typeface="Cambria Math" panose="02040503050406030204" pitchFamily="18" charset="0"/>
                                    </a:rPr>
                                    <m:t>2</m:t>
                                  </m:r>
                                </m:sup>
                              </m:sSup>
                            </m:e>
                          </m:rad>
                          <m:r>
                            <a:rPr lang="en-US" sz="1800" i="0" dirty="0">
                              <a:solidFill>
                                <a:srgbClr val="003366"/>
                              </a:solidFill>
                              <a:latin typeface="Cambria Math" panose="02040503050406030204" pitchFamily="18" charset="0"/>
                            </a:rPr>
                            <m:t>=</m:t>
                          </m:r>
                          <m:rad>
                            <m:radPr>
                              <m:degHide m:val="on"/>
                              <m:ctrlPr>
                                <a:rPr lang="en-US" sz="1800" i="1" dirty="0">
                                  <a:solidFill>
                                    <a:srgbClr val="003366"/>
                                  </a:solidFill>
                                  <a:latin typeface="Cambria Math" panose="02040503050406030204" pitchFamily="18" charset="0"/>
                                </a:rPr>
                              </m:ctrlPr>
                            </m:radPr>
                            <m:deg/>
                            <m:e>
                              <m:sSup>
                                <m:sSupPr>
                                  <m:ctrlPr>
                                    <a:rPr lang="en-US" sz="1800" i="1" dirty="0">
                                      <a:solidFill>
                                        <a:srgbClr val="003366"/>
                                      </a:solidFill>
                                      <a:latin typeface="Cambria Math" panose="02040503050406030204" pitchFamily="18" charset="0"/>
                                    </a:rPr>
                                  </m:ctrlPr>
                                </m:sSupPr>
                                <m:e>
                                  <m:r>
                                    <a:rPr lang="en-US" sz="1800" i="0" dirty="0">
                                      <a:solidFill>
                                        <a:srgbClr val="003366"/>
                                      </a:solidFill>
                                      <a:latin typeface="Cambria Math" panose="02040503050406030204" pitchFamily="18" charset="0"/>
                                    </a:rPr>
                                    <m:t>0.01</m:t>
                                  </m:r>
                                </m:e>
                                <m:sup>
                                  <m:r>
                                    <a:rPr lang="en-US" sz="1800" i="0" dirty="0">
                                      <a:solidFill>
                                        <a:srgbClr val="003366"/>
                                      </a:solidFill>
                                      <a:latin typeface="Cambria Math" panose="02040503050406030204" pitchFamily="18" charset="0"/>
                                    </a:rPr>
                                    <m:t>2</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0" dirty="0">
                                      <a:solidFill>
                                        <a:srgbClr val="003366"/>
                                      </a:solidFill>
                                      <a:latin typeface="Cambria Math" panose="02040503050406030204" pitchFamily="18" charset="0"/>
                                    </a:rPr>
                                    <m:t>0.02</m:t>
                                  </m:r>
                                </m:e>
                                <m:sup>
                                  <m:r>
                                    <a:rPr lang="en-US" sz="1800" i="0" dirty="0">
                                      <a:solidFill>
                                        <a:srgbClr val="003366"/>
                                      </a:solidFill>
                                      <a:latin typeface="Cambria Math" panose="02040503050406030204" pitchFamily="18" charset="0"/>
                                    </a:rPr>
                                    <m:t>2</m:t>
                                  </m:r>
                                </m:sup>
                              </m:sSup>
                            </m:e>
                          </m:rad>
                        </m:e>
                        <m:e>
                          <m:r>
                            <a:rPr lang="en-US" sz="1800" i="0" dirty="0">
                              <a:solidFill>
                                <a:srgbClr val="003366"/>
                              </a:solidFill>
                              <a:latin typeface="Cambria Math" panose="02040503050406030204" pitchFamily="18" charset="0"/>
                            </a:rPr>
                            <m:t>=</m:t>
                          </m:r>
                          <m:rad>
                            <m:radPr>
                              <m:degHide m:val="on"/>
                              <m:ctrlPr>
                                <a:rPr lang="en-US" sz="1800" i="1" dirty="0">
                                  <a:solidFill>
                                    <a:srgbClr val="003366"/>
                                  </a:solidFill>
                                  <a:latin typeface="Cambria Math" panose="02040503050406030204" pitchFamily="18" charset="0"/>
                                </a:rPr>
                              </m:ctrlPr>
                            </m:radPr>
                            <m:deg/>
                            <m:e>
                              <m:r>
                                <a:rPr lang="en-US" sz="1800" i="0" dirty="0">
                                  <a:solidFill>
                                    <a:srgbClr val="003366"/>
                                  </a:solidFill>
                                  <a:latin typeface="Cambria Math" panose="02040503050406030204" pitchFamily="18" charset="0"/>
                                </a:rPr>
                                <m:t>0.0005</m:t>
                              </m:r>
                            </m:e>
                          </m:rad>
                          <m:r>
                            <a:rPr lang="en-US" sz="1800" i="0" dirty="0">
                              <a:solidFill>
                                <a:srgbClr val="003366"/>
                              </a:solidFill>
                              <a:latin typeface="Cambria Math" panose="02040503050406030204" pitchFamily="18" charset="0"/>
                            </a:rPr>
                            <m:t>≈0.0224</m:t>
                          </m:r>
                        </m:e>
                        <m:e>
                          <m:sSub>
                            <m:sSubPr>
                              <m:ctrlPr>
                                <a:rPr lang="en-US" sz="1800" i="1" dirty="0">
                                  <a:solidFill>
                                    <a:srgbClr val="003366"/>
                                  </a:solidFill>
                                  <a:latin typeface="Cambria Math" panose="02040503050406030204" pitchFamily="18" charset="0"/>
                                </a:rPr>
                              </m:ctrlPr>
                            </m:sSub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3</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𝑥</m:t>
                                      </m:r>
                                    </m:e>
                                    <m:sub>
                                      <m:r>
                                        <a:rPr lang="en-US" sz="1800" i="0" dirty="0">
                                          <a:solidFill>
                                            <a:srgbClr val="003366"/>
                                          </a:solidFill>
                                          <a:latin typeface="Cambria Math" panose="02040503050406030204" pitchFamily="18" charset="0"/>
                                        </a:rPr>
                                        <m:t>2</m:t>
                                      </m:r>
                                    </m:sub>
                                  </m:sSub>
                                </m:e>
                              </m:d>
                            </m:e>
                            <m:sub>
                              <m:r>
                                <a:rPr lang="en-US" sz="1800" i="0" dirty="0">
                                  <a:solidFill>
                                    <a:srgbClr val="003366"/>
                                  </a:solidFill>
                                  <a:latin typeface="Cambria Math" panose="02040503050406030204" pitchFamily="18" charset="0"/>
                                </a:rPr>
                                <m:t>2</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m:t>
                          </m:r>
                          <m:rad>
                            <m:radPr>
                              <m:degHide m:val="on"/>
                              <m:ctrlPr>
                                <a:rPr lang="en-US" sz="1800" i="1" dirty="0">
                                  <a:solidFill>
                                    <a:srgbClr val="003366"/>
                                  </a:solidFill>
                                  <a:latin typeface="Cambria Math" panose="02040503050406030204" pitchFamily="18" charset="0"/>
                                </a:rPr>
                              </m:ctrlPr>
                            </m:radPr>
                            <m:deg/>
                            <m:e>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0.11−0.12</m:t>
                                      </m:r>
                                    </m:e>
                                  </m:d>
                                </m:e>
                                <m:sup>
                                  <m:r>
                                    <a:rPr lang="en-US" sz="1800" i="0" dirty="0">
                                      <a:solidFill>
                                        <a:srgbClr val="003366"/>
                                      </a:solidFill>
                                      <a:latin typeface="Cambria Math" panose="02040503050406030204" pitchFamily="18" charset="0"/>
                                    </a:rPr>
                                    <m:t>2</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0.22−0.21</m:t>
                                      </m:r>
                                    </m:e>
                                  </m:d>
                                </m:e>
                                <m:sup>
                                  <m:r>
                                    <a:rPr lang="en-US" sz="1800" i="0" dirty="0">
                                      <a:solidFill>
                                        <a:srgbClr val="003366"/>
                                      </a:solidFill>
                                      <a:latin typeface="Cambria Math" panose="02040503050406030204" pitchFamily="18" charset="0"/>
                                    </a:rPr>
                                    <m:t>2</m:t>
                                  </m:r>
                                </m:sup>
                              </m:sSup>
                            </m:e>
                          </m:rad>
                          <m:r>
                            <a:rPr lang="en-US" sz="1800" i="0" dirty="0">
                              <a:solidFill>
                                <a:srgbClr val="003366"/>
                              </a:solidFill>
                              <a:latin typeface="Cambria Math" panose="02040503050406030204" pitchFamily="18" charset="0"/>
                            </a:rPr>
                            <m:t>=</m:t>
                          </m:r>
                          <m:rad>
                            <m:radPr>
                              <m:degHide m:val="on"/>
                              <m:ctrlPr>
                                <a:rPr lang="en-US" sz="1800" i="1" dirty="0">
                                  <a:solidFill>
                                    <a:srgbClr val="003366"/>
                                  </a:solidFill>
                                  <a:latin typeface="Cambria Math" panose="02040503050406030204" pitchFamily="18" charset="0"/>
                                </a:rPr>
                              </m:ctrlPr>
                            </m:radPr>
                            <m:deg/>
                            <m:e>
                              <m:sSup>
                                <m:sSupPr>
                                  <m:ctrlPr>
                                    <a:rPr lang="en-US" sz="1800" i="1" dirty="0">
                                      <a:solidFill>
                                        <a:srgbClr val="003366"/>
                                      </a:solidFill>
                                      <a:latin typeface="Cambria Math" panose="02040503050406030204" pitchFamily="18" charset="0"/>
                                    </a:rPr>
                                  </m:ctrlPr>
                                </m:sSupPr>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−0.01</m:t>
                                      </m:r>
                                    </m:e>
                                  </m:d>
                                </m:e>
                                <m:sup>
                                  <m:r>
                                    <a:rPr lang="en-US" sz="1800" i="0" dirty="0">
                                      <a:solidFill>
                                        <a:srgbClr val="003366"/>
                                      </a:solidFill>
                                      <a:latin typeface="Cambria Math" panose="02040503050406030204" pitchFamily="18" charset="0"/>
                                    </a:rPr>
                                    <m:t>2</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0" dirty="0">
                                      <a:solidFill>
                                        <a:srgbClr val="003366"/>
                                      </a:solidFill>
                                      <a:latin typeface="Cambria Math" panose="02040503050406030204" pitchFamily="18" charset="0"/>
                                    </a:rPr>
                                    <m:t>0.01</m:t>
                                  </m:r>
                                </m:e>
                                <m:sup>
                                  <m:r>
                                    <a:rPr lang="en-US" sz="1800" i="0" dirty="0">
                                      <a:solidFill>
                                        <a:srgbClr val="003366"/>
                                      </a:solidFill>
                                      <a:latin typeface="Cambria Math" panose="02040503050406030204" pitchFamily="18" charset="0"/>
                                    </a:rPr>
                                    <m:t>2</m:t>
                                  </m:r>
                                </m:sup>
                              </m:sSup>
                            </m:e>
                          </m:rad>
                        </m:e>
                        <m:e>
                          <m:r>
                            <a:rPr lang="en-US" sz="1800" i="0" dirty="0">
                              <a:solidFill>
                                <a:srgbClr val="003366"/>
                              </a:solidFill>
                              <a:latin typeface="Cambria Math" panose="02040503050406030204" pitchFamily="18" charset="0"/>
                            </a:rPr>
                            <m:t>=</m:t>
                          </m:r>
                          <m:rad>
                            <m:radPr>
                              <m:degHide m:val="on"/>
                              <m:ctrlPr>
                                <a:rPr lang="en-US" sz="1800" i="1" dirty="0">
                                  <a:solidFill>
                                    <a:srgbClr val="003366"/>
                                  </a:solidFill>
                                  <a:latin typeface="Cambria Math" panose="02040503050406030204" pitchFamily="18" charset="0"/>
                                </a:rPr>
                              </m:ctrlPr>
                            </m:radPr>
                            <m:deg/>
                            <m:e>
                              <m:r>
                                <a:rPr lang="en-US" sz="1800" i="0" dirty="0">
                                  <a:solidFill>
                                    <a:srgbClr val="003366"/>
                                  </a:solidFill>
                                  <a:latin typeface="Cambria Math" panose="02040503050406030204" pitchFamily="18" charset="0"/>
                                </a:rPr>
                                <m:t>0.0002</m:t>
                              </m:r>
                            </m:e>
                          </m:rad>
                          <m:r>
                            <a:rPr lang="en-US" sz="1800" i="0" dirty="0">
                              <a:solidFill>
                                <a:srgbClr val="003366"/>
                              </a:solidFill>
                              <a:latin typeface="Cambria Math" panose="02040503050406030204" pitchFamily="18" charset="0"/>
                            </a:rPr>
                            <m:t>≈0.0141</m:t>
                          </m:r>
                        </m:e>
                      </m:eqArr>
                    </m:oMath>
                  </m:oMathPara>
                </a14:m>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    </a:t>
                </a:r>
              </a:p>
              <a:p>
                <a:r>
                  <a:rPr lang="en-US" sz="1800" dirty="0">
                    <a:solidFill>
                      <a:srgbClr val="003366"/>
                    </a:solidFill>
                    <a:latin typeface="Aptos Display" panose="020B0004020202020204" pitchFamily="34" charset="0"/>
                  </a:rPr>
                  <a:t>Thus,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0" dirty="0">
                            <a:solidFill>
                              <a:srgbClr val="003366"/>
                            </a:solidFill>
                            <a:latin typeface="Cambria Math" panose="02040503050406030204" pitchFamily="18" charset="0"/>
                          </a:rPr>
                          <m:t>3</m:t>
                        </m:r>
                      </m:sub>
                    </m:sSub>
                    <m:r>
                      <a:rPr lang="en-US" sz="1800" i="0" dirty="0">
                        <a:solidFill>
                          <a:srgbClr val="003366"/>
                        </a:solidFill>
                        <a:latin typeface="Cambria Math" panose="02040503050406030204" pitchFamily="18" charset="0"/>
                      </a:rPr>
                      <m:t>=</m:t>
                    </m:r>
                    <m:func>
                      <m:funcPr>
                        <m:ctrlPr>
                          <a:rPr lang="en-US" sz="1800" i="1" dirty="0">
                            <a:solidFill>
                              <a:srgbClr val="003366"/>
                            </a:solidFill>
                            <a:latin typeface="Cambria Math" panose="02040503050406030204" pitchFamily="18" charset="0"/>
                          </a:rPr>
                        </m:ctrlPr>
                      </m:funcPr>
                      <m:fName>
                        <m:r>
                          <m:rPr>
                            <m:sty m:val="p"/>
                          </m:rPr>
                          <a:rPr lang="en-US" sz="1800" i="0" dirty="0">
                            <a:solidFill>
                              <a:srgbClr val="003366"/>
                            </a:solidFill>
                            <a:latin typeface="Cambria Math" panose="02040503050406030204" pitchFamily="18" charset="0"/>
                          </a:rPr>
                          <m:t>min</m:t>
                        </m:r>
                      </m:fName>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0.0224,0.0141</m:t>
                            </m:r>
                          </m:e>
                        </m:d>
                      </m:e>
                    </m:func>
                    <m:r>
                      <a:rPr lang="en-US" sz="1800" i="0" dirty="0">
                        <a:solidFill>
                          <a:srgbClr val="003366"/>
                        </a:solidFill>
                        <a:latin typeface="Cambria Math" panose="02040503050406030204" pitchFamily="18" charset="0"/>
                      </a:rPr>
                      <m:t>=0.0141</m:t>
                    </m:r>
                  </m:oMath>
                </a14:m>
                <a:r>
                  <a:rPr lang="en-US" sz="1800" dirty="0">
                    <a:solidFill>
                      <a:srgbClr val="003366"/>
                    </a:solidFill>
                    <a:latin typeface="Aptos Display" panose="020B0004020202020204" pitchFamily="34" charset="0"/>
                  </a:rPr>
                  <a:t>.</a:t>
                </a:r>
              </a:p>
              <a:p>
                <a:r>
                  <a:rPr lang="en-US" sz="1800" dirty="0">
                    <a:solidFill>
                      <a:srgbClr val="003366"/>
                    </a:solidFill>
                    <a:latin typeface="Aptos Display" panose="020B0004020202020204" pitchFamily="34" charset="0"/>
                  </a:rPr>
                  <a:t>    </a:t>
                </a:r>
              </a:p>
              <a:p>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smtClean="0">
                            <a:solidFill>
                              <a:srgbClr val="003366"/>
                            </a:solidFill>
                            <a:latin typeface="Cambria Math" panose="02040503050406030204" pitchFamily="18" charset="0"/>
                          </a:rPr>
                          <m:t>𝐒𝐭𝐞𝐩</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𝟑</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𝐀𝐧𝐚𝐥𝐲𝐳𝐞</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𝐭𝐡𝐞</m:t>
                        </m:r>
                        <m:r>
                          <a:rPr lang="en-US" sz="1800" b="0" i="0" dirty="0" smtClean="0">
                            <a:solidFill>
                              <a:srgbClr val="003366"/>
                            </a:solidFill>
                            <a:latin typeface="Cambria Math" panose="02040503050406030204" pitchFamily="18" charset="0"/>
                          </a:rPr>
                          <m:t> </m:t>
                        </m:r>
                        <m:r>
                          <a:rPr lang="en-US" sz="1800" b="1" i="0" dirty="0" smtClean="0">
                            <a:solidFill>
                              <a:srgbClr val="003366"/>
                            </a:solidFill>
                            <a:latin typeface="Cambria Math" panose="02040503050406030204" pitchFamily="18" charset="0"/>
                          </a:rPr>
                          <m:t>𝐃𝐢𝐬𝐭𝐫𝐢𝐛𝐮𝐭𝐢𝐨𝐧</m:t>
                        </m:r>
                      </m:e>
                    </m:box>
                  </m:oMath>
                </a14:m>
                <a:r>
                  <a:rPr lang="en-US" sz="1800" dirty="0">
                    <a:solidFill>
                      <a:srgbClr val="003366"/>
                    </a:solidFill>
                    <a:latin typeface="Aptos Display" panose="020B0004020202020204" pitchFamily="34" charset="0"/>
                  </a:rPr>
                  <a:t>: </a:t>
                </a:r>
              </a:p>
              <a:p>
                <a:endParaRPr lang="en-US" sz="1800" dirty="0">
                  <a:solidFill>
                    <a:srgbClr val="003366"/>
                  </a:solidFill>
                  <a:latin typeface="Aptos Display" panose="020B0004020202020204" pitchFamily="34" charset="0"/>
                </a:endParaRPr>
              </a:p>
              <a:p>
                <a:r>
                  <a:rPr lang="en-US" sz="1800" dirty="0">
                    <a:solidFill>
                      <a:srgbClr val="003366"/>
                    </a:solidFill>
                    <a:latin typeface="Aptos Display" panose="020B0004020202020204" pitchFamily="34" charset="0"/>
                  </a:rPr>
                  <a:t>The distance set is </a:t>
                </a:r>
                <a14:m>
                  <m:oMath xmlns:m="http://schemas.openxmlformats.org/officeDocument/2006/math">
                    <m:r>
                      <a:rPr lang="en-US" sz="1800" i="1" dirty="0" smtClean="0">
                        <a:solidFill>
                          <a:srgbClr val="003366"/>
                        </a:solidFill>
                        <a:latin typeface="Cambria Math" panose="02040503050406030204" pitchFamily="18" charset="0"/>
                      </a:rPr>
                      <m:t>𝐷</m:t>
                    </m:r>
                    <m:r>
                      <a:rPr lang="en-US" sz="1800" i="0" dirty="0">
                        <a:solidFill>
                          <a:srgbClr val="003366"/>
                        </a:solidFill>
                        <a:latin typeface="Cambria Math" panose="02040503050406030204" pitchFamily="18" charset="0"/>
                      </a:rPr>
                      <m:t>=</m:t>
                    </m:r>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0.0224,0.0141</m:t>
                        </m:r>
                      </m:e>
                    </m:d>
                  </m:oMath>
                </a14:m>
                <a:r>
                  <a:rPr lang="en-US" sz="1800" dirty="0">
                    <a:solidFill>
                      <a:srgbClr val="003366"/>
                    </a:solidFill>
                    <a:latin typeface="Aptos Display" panose="020B0004020202020204" pitchFamily="34" charset="0"/>
                  </a:rPr>
                  <a:t>. As more queries arrive, the defender compiles these distances. For an attacker, the values of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𝑑</m:t>
                        </m:r>
                      </m:e>
                      <m:sub>
                        <m:r>
                          <a:rPr lang="en-US" sz="1800" i="1" dirty="0">
                            <a:solidFill>
                              <a:srgbClr val="003366"/>
                            </a:solidFill>
                            <a:latin typeface="Cambria Math" panose="02040503050406030204" pitchFamily="18" charset="0"/>
                          </a:rPr>
                          <m:t>𝑖</m:t>
                        </m:r>
                      </m:sub>
                    </m:sSub>
                  </m:oMath>
                </a14:m>
                <a:r>
                  <a:rPr lang="en-US" sz="1800" dirty="0">
                    <a:solidFill>
                      <a:srgbClr val="003366"/>
                    </a:solidFill>
                    <a:latin typeface="Aptos Display" panose="020B0004020202020204" pitchFamily="34" charset="0"/>
                  </a:rPr>
                  <a:t> remain extremely small (e.g., </a:t>
                </a:r>
                <a14:m>
                  <m:oMath xmlns:m="http://schemas.openxmlformats.org/officeDocument/2006/math">
                    <m:r>
                      <a:rPr lang="en-US" sz="1800" dirty="0" smtClean="0">
                        <a:solidFill>
                          <a:srgbClr val="003366"/>
                        </a:solidFill>
                        <a:latin typeface="Cambria Math" panose="02040503050406030204" pitchFamily="18" charset="0"/>
                      </a:rPr>
                      <m:t>≤</m:t>
                    </m:r>
                    <m:r>
                      <a:rPr lang="en-US" sz="1800" i="0" dirty="0">
                        <a:solidFill>
                          <a:srgbClr val="003366"/>
                        </a:solidFill>
                        <a:latin typeface="Cambria Math" panose="02040503050406030204" pitchFamily="18" charset="0"/>
                      </a:rPr>
                      <m:t>0.03</m:t>
                    </m:r>
                  </m:oMath>
                </a14:m>
                <a:r>
                  <a:rPr lang="en-US" sz="1800" dirty="0">
                    <a:solidFill>
                      <a:srgbClr val="003366"/>
                    </a:solidFill>
                    <a:latin typeface="Aptos Display" panose="020B0004020202020204" pitchFamily="34" charset="0"/>
                  </a:rPr>
                  <a:t>) and highly clustered compared to benign query distances (which typically span </a:t>
                </a:r>
                <a14:m>
                  <m:oMath xmlns:m="http://schemas.openxmlformats.org/officeDocument/2006/math">
                    <m:r>
                      <a:rPr lang="en-US" sz="1800" dirty="0" smtClean="0">
                        <a:solidFill>
                          <a:srgbClr val="003366"/>
                        </a:solidFill>
                        <a:latin typeface="Cambria Math" panose="02040503050406030204" pitchFamily="18" charset="0"/>
                      </a:rPr>
                      <m:t>≥</m:t>
                    </m:r>
                    <m:r>
                      <a:rPr lang="en-US" sz="1800" i="0" dirty="0">
                        <a:solidFill>
                          <a:srgbClr val="003366"/>
                        </a:solidFill>
                        <a:latin typeface="Cambria Math" panose="02040503050406030204" pitchFamily="18" charset="0"/>
                      </a:rPr>
                      <m:t>0.5</m:t>
                    </m:r>
                  </m:oMath>
                </a14:m>
                <a:r>
                  <a:rPr lang="en-US" sz="1800" dirty="0">
                    <a:solidFill>
                      <a:srgbClr val="003366"/>
                    </a:solidFill>
                    <a:latin typeface="Aptos Display" panose="020B0004020202020204" pitchFamily="34" charset="0"/>
                  </a:rPr>
                  <a:t>). The distribution fails normality tests, triggering an alert.</a:t>
                </a:r>
              </a:p>
            </p:txBody>
          </p:sp>
        </mc:Choice>
        <mc:Fallback xmlns="">
          <p:sp>
            <p:nvSpPr>
              <p:cNvPr id="4" name="Content Placeholder 3">
                <a:extLst>
                  <a:ext uri="{FF2B5EF4-FFF2-40B4-BE49-F238E27FC236}">
                    <a16:creationId xmlns:a16="http://schemas.microsoft.com/office/drawing/2014/main" id="{DB13B61B-23E5-E601-B297-8CA9C2044F77}"/>
                  </a:ext>
                </a:extLst>
              </p:cNvPr>
              <p:cNvSpPr>
                <a:spLocks noGrp="1" noRot="1" noChangeAspect="1" noMove="1" noResize="1" noEditPoints="1" noAdjustHandles="1" noChangeArrowheads="1" noChangeShapeType="1" noTextEdit="1"/>
              </p:cNvSpPr>
              <p:nvPr>
                <p:ph idx="1"/>
              </p:nvPr>
            </p:nvSpPr>
            <p:spPr>
              <a:xfrm>
                <a:off x="323528" y="1052736"/>
                <a:ext cx="8101334" cy="5256584"/>
              </a:xfrm>
              <a:blipFill>
                <a:blip r:embed="rId3"/>
                <a:stretch>
                  <a:fillRect l="-1721" t="-1449"/>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9429720-EEA3-A23C-2176-2C0FE95674FA}"/>
              </a:ext>
            </a:extLst>
          </p:cNvPr>
          <p:cNvSpPr>
            <a:spLocks noGrp="1"/>
          </p:cNvSpPr>
          <p:nvPr>
            <p:ph type="sldNum" sz="quarter" idx="10"/>
          </p:nvPr>
        </p:nvSpPr>
        <p:spPr/>
        <p:txBody>
          <a:bodyPr/>
          <a:lstStyle/>
          <a:p>
            <a:pPr>
              <a:defRPr/>
            </a:pPr>
            <a:fld id="{FE5AEF74-5102-4921-8DBA-649C609AF6D1}" type="slidenum">
              <a:rPr lang="it-IT" smtClean="0"/>
              <a:pPr>
                <a:defRPr/>
              </a:pPr>
              <a:t>10</a:t>
            </a:fld>
            <a:endParaRPr lang="it-IT"/>
          </a:p>
        </p:txBody>
      </p:sp>
      <p:sp>
        <p:nvSpPr>
          <p:cNvPr id="5" name="Round Diagonal Corner Rectangle 4">
            <a:extLst>
              <a:ext uri="{FF2B5EF4-FFF2-40B4-BE49-F238E27FC236}">
                <a16:creationId xmlns:a16="http://schemas.microsoft.com/office/drawing/2014/main" id="{068C6224-D564-05D6-0CDC-3E5626411C1C}"/>
              </a:ext>
            </a:extLst>
          </p:cNvPr>
          <p:cNvSpPr/>
          <p:nvPr/>
        </p:nvSpPr>
        <p:spPr>
          <a:xfrm>
            <a:off x="179512" y="908720"/>
            <a:ext cx="8329218" cy="280831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t>
            </a:r>
          </a:p>
        </p:txBody>
      </p:sp>
      <p:sp>
        <p:nvSpPr>
          <p:cNvPr id="6" name="Round Diagonal Corner Rectangle 5">
            <a:extLst>
              <a:ext uri="{FF2B5EF4-FFF2-40B4-BE49-F238E27FC236}">
                <a16:creationId xmlns:a16="http://schemas.microsoft.com/office/drawing/2014/main" id="{00313D26-C8E3-FB30-7870-9CF8DE323BAD}"/>
              </a:ext>
            </a:extLst>
          </p:cNvPr>
          <p:cNvSpPr/>
          <p:nvPr/>
        </p:nvSpPr>
        <p:spPr>
          <a:xfrm>
            <a:off x="179512" y="3924969"/>
            <a:ext cx="8329219" cy="2176413"/>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66813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21EB-B681-0D35-1487-E17C7963E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C5574-2B65-F603-9D1B-56054405DA7B}"/>
              </a:ext>
            </a:extLst>
          </p:cNvPr>
          <p:cNvSpPr>
            <a:spLocks noGrp="1"/>
          </p:cNvSpPr>
          <p:nvPr>
            <p:ph type="title"/>
          </p:nvPr>
        </p:nvSpPr>
        <p:spPr>
          <a:xfrm>
            <a:off x="719138" y="286544"/>
            <a:ext cx="4500934" cy="406152"/>
          </a:xfrm>
        </p:spPr>
        <p:txBody>
          <a:bodyPr/>
          <a:lstStyle/>
          <a:p>
            <a:r>
              <a:rPr lang="en-CA" sz="2800" b="1" i="1" dirty="0">
                <a:solidFill>
                  <a:srgbClr val="003F6E"/>
                </a:solidFill>
                <a:latin typeface="Cambria"/>
              </a:rPr>
              <a:t>O</a:t>
            </a:r>
            <a:r>
              <a:rPr lang="en-CA" sz="2600" b="1" i="1" dirty="0">
                <a:solidFill>
                  <a:srgbClr val="003F6E"/>
                </a:solidFill>
                <a:latin typeface="Cambria"/>
              </a:rPr>
              <a:t>WNERSHIP </a:t>
            </a:r>
            <a:r>
              <a:rPr lang="en-CA" sz="2800" b="1" i="1" dirty="0">
                <a:solidFill>
                  <a:srgbClr val="003F6E"/>
                </a:solidFill>
                <a:latin typeface="Cambria"/>
              </a:rPr>
              <a:t>V</a:t>
            </a:r>
            <a:r>
              <a:rPr lang="en-CA" sz="2600" b="1" i="1" dirty="0">
                <a:solidFill>
                  <a:srgbClr val="003F6E"/>
                </a:solidFill>
                <a:latin typeface="Cambria"/>
              </a:rPr>
              <a:t>ERIFICATION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B019582-606A-1E49-778B-3B94839C7F5B}"/>
                  </a:ext>
                </a:extLst>
              </p:cNvPr>
              <p:cNvSpPr>
                <a:spLocks noGrp="1"/>
              </p:cNvSpPr>
              <p:nvPr>
                <p:ph idx="1"/>
              </p:nvPr>
            </p:nvSpPr>
            <p:spPr>
              <a:xfrm>
                <a:off x="701353" y="1276003"/>
                <a:ext cx="7741294" cy="4953000"/>
              </a:xfrm>
            </p:spPr>
            <p:txBody>
              <a:bodyPr/>
              <a:lstStyle/>
              <a:p>
                <a:pPr marL="0" indent="0"/>
                <a:r>
                  <a:rPr lang="en-US" dirty="0">
                    <a:solidFill>
                      <a:srgbClr val="003366"/>
                    </a:solidFill>
                    <a:latin typeface="Aptos Display" panose="020B0004020202020204" pitchFamily="34" charset="0"/>
                  </a:rPr>
                  <a:t>Ownership verification does not attempt to stop an attack from happening. Instead, it prepares the model so that if an attacker successfully extracts it, the defender can legally prove that the stolen model was derived from their proprietary model.</a:t>
                </a:r>
              </a:p>
              <a:p>
                <a:pPr marL="0" indent="0"/>
                <a:endParaRPr lang="en-US" dirty="0">
                  <a:solidFill>
                    <a:srgbClr val="003366"/>
                  </a:solidFill>
                  <a:latin typeface="Aptos Display" panose="020B0004020202020204" pitchFamily="34" charset="0"/>
                </a:endParaRPr>
              </a:p>
              <a:p>
                <a:pPr marL="0" indent="0"/>
                <a:r>
                  <a:rPr lang="en-US" dirty="0">
                    <a:solidFill>
                      <a:srgbClr val="003366"/>
                    </a:solidFill>
                    <a:latin typeface="Aptos Display" panose="020B0004020202020204" pitchFamily="34" charset="0"/>
                  </a:rPr>
                  <a:t>This category uses two primary ideas:</a:t>
                </a:r>
              </a:p>
              <a:p>
                <a:pPr marL="0" indent="0"/>
                <a:endParaRPr lang="en-US" dirty="0">
                  <a:solidFill>
                    <a:srgbClr val="003366"/>
                  </a:solidFill>
                  <a:latin typeface="Aptos Display" panose="020B0004020202020204" pitchFamily="34" charset="0"/>
                </a:endParaRPr>
              </a:p>
              <a:p>
                <a:pPr marL="0" indent="0"/>
                <a14:m>
                  <m:oMath xmlns:m="http://schemas.openxmlformats.org/officeDocument/2006/math">
                    <m:box>
                      <m:boxPr>
                        <m:ctrlPr>
                          <a:rPr lang="en-US" b="1" i="1" dirty="0" smtClean="0">
                            <a:solidFill>
                              <a:srgbClr val="003366"/>
                            </a:solidFill>
                            <a:latin typeface="Cambria Math" panose="02040503050406030204" pitchFamily="18" charset="0"/>
                          </a:rPr>
                        </m:ctrlPr>
                      </m:boxPr>
                      <m:e>
                        <m:r>
                          <a:rPr lang="en-US" b="1" dirty="0" smtClean="0">
                            <a:solidFill>
                              <a:srgbClr val="003366"/>
                            </a:solidFill>
                            <a:latin typeface="Cambria Math" panose="02040503050406030204" pitchFamily="18" charset="0"/>
                          </a:rPr>
                          <m:t>𝐖𝐚𝐭𝐞𝐫𝐦𝐚𝐫𝐤𝐢𝐧𝐠</m:t>
                        </m:r>
                        <m:r>
                          <a:rPr lang="en-US" b="0" i="0" dirty="0" smtClean="0">
                            <a:solidFill>
                              <a:srgbClr val="003366"/>
                            </a:solidFill>
                            <a:latin typeface="Cambria Math" panose="02040503050406030204" pitchFamily="18" charset="0"/>
                          </a:rPr>
                          <m:t> </m:t>
                        </m:r>
                        <m:r>
                          <a:rPr lang="en-US" b="1" i="0" dirty="0" smtClean="0">
                            <a:solidFill>
                              <a:srgbClr val="003366"/>
                            </a:solidFill>
                            <a:latin typeface="Cambria Math" panose="02040503050406030204" pitchFamily="18" charset="0"/>
                          </a:rPr>
                          <m:t>𝐓𝐞𝐜𝐡𝐧𝐢𝐪𝐮𝐞𝐬</m:t>
                        </m:r>
                      </m:e>
                    </m:box>
                  </m:oMath>
                </a14:m>
                <a:r>
                  <a:rPr lang="en-US" dirty="0">
                    <a:solidFill>
                      <a:srgbClr val="003366"/>
                    </a:solidFill>
                    <a:latin typeface="Aptos Display" panose="020B0004020202020204" pitchFamily="34" charset="0"/>
                  </a:rPr>
                  <a:t>: Embedding a secret, synthetic behavior (a backdoor) into the model during training.</a:t>
                </a:r>
              </a:p>
              <a:p>
                <a:pPr marL="0" indent="0"/>
                <a14:m>
                  <m:oMath xmlns:m="http://schemas.openxmlformats.org/officeDocument/2006/math">
                    <m:box>
                      <m:boxPr>
                        <m:ctrlPr>
                          <a:rPr lang="en-US" b="1" i="1" dirty="0" smtClean="0">
                            <a:solidFill>
                              <a:srgbClr val="003366"/>
                            </a:solidFill>
                            <a:latin typeface="Cambria Math" panose="02040503050406030204" pitchFamily="18" charset="0"/>
                          </a:rPr>
                        </m:ctrlPr>
                      </m:boxPr>
                      <m:e>
                        <m:r>
                          <a:rPr lang="en-US" b="1" dirty="0" smtClean="0">
                            <a:solidFill>
                              <a:srgbClr val="003366"/>
                            </a:solidFill>
                            <a:latin typeface="Cambria Math" panose="02040503050406030204" pitchFamily="18" charset="0"/>
                          </a:rPr>
                          <m:t>𝐅𝐢𝐧𝐠𝐞𝐫𝐩𝐫𝐢𝐧𝐭𝐢𝐧𝐠</m:t>
                        </m:r>
                        <m:r>
                          <a:rPr lang="en-US" b="0" i="0" dirty="0" smtClean="0">
                            <a:solidFill>
                              <a:srgbClr val="003366"/>
                            </a:solidFill>
                            <a:latin typeface="Cambria Math" panose="02040503050406030204" pitchFamily="18" charset="0"/>
                          </a:rPr>
                          <m:t> </m:t>
                        </m:r>
                        <m:r>
                          <a:rPr lang="en-US" b="1" i="0" dirty="0" smtClean="0">
                            <a:solidFill>
                              <a:srgbClr val="003366"/>
                            </a:solidFill>
                            <a:latin typeface="Cambria Math" panose="02040503050406030204" pitchFamily="18" charset="0"/>
                          </a:rPr>
                          <m:t>𝐌𝐞𝐭𝐡𝐨𝐝𝐬</m:t>
                        </m:r>
                      </m:e>
                    </m:box>
                  </m:oMath>
                </a14:m>
                <a:r>
                  <a:rPr lang="en-US" dirty="0">
                    <a:solidFill>
                      <a:srgbClr val="003366"/>
                    </a:solidFill>
                    <a:latin typeface="Aptos Display" panose="020B0004020202020204" pitchFamily="34" charset="0"/>
                  </a:rPr>
                  <a:t>: Identifying unique, intrinsic decision characteristics of the model post-training without altering the training data.</a:t>
                </a:r>
              </a:p>
            </p:txBody>
          </p:sp>
        </mc:Choice>
        <mc:Fallback xmlns="">
          <p:sp>
            <p:nvSpPr>
              <p:cNvPr id="4" name="Content Placeholder 3">
                <a:extLst>
                  <a:ext uri="{FF2B5EF4-FFF2-40B4-BE49-F238E27FC236}">
                    <a16:creationId xmlns:a16="http://schemas.microsoft.com/office/drawing/2014/main" id="{0B019582-606A-1E49-778B-3B94839C7F5B}"/>
                  </a:ext>
                </a:extLst>
              </p:cNvPr>
              <p:cNvSpPr>
                <a:spLocks noGrp="1" noRot="1" noChangeAspect="1" noMove="1" noResize="1" noEditPoints="1" noAdjustHandles="1" noChangeArrowheads="1" noChangeShapeType="1" noTextEdit="1"/>
              </p:cNvSpPr>
              <p:nvPr>
                <p:ph idx="1"/>
              </p:nvPr>
            </p:nvSpPr>
            <p:spPr>
              <a:xfrm>
                <a:off x="701353" y="1276003"/>
                <a:ext cx="7741294" cy="4953000"/>
              </a:xfrm>
              <a:blipFill>
                <a:blip r:embed="rId3"/>
                <a:stretch>
                  <a:fillRect l="-1967" t="-1535" r="-147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D16E9EC-B2B8-53E2-8B53-D66E83031A40}"/>
              </a:ext>
            </a:extLst>
          </p:cNvPr>
          <p:cNvSpPr>
            <a:spLocks noGrp="1"/>
          </p:cNvSpPr>
          <p:nvPr>
            <p:ph type="sldNum" sz="quarter" idx="10"/>
          </p:nvPr>
        </p:nvSpPr>
        <p:spPr/>
        <p:txBody>
          <a:bodyPr/>
          <a:lstStyle/>
          <a:p>
            <a:pPr>
              <a:defRPr/>
            </a:pPr>
            <a:fld id="{FE5AEF74-5102-4921-8DBA-649C609AF6D1}" type="slidenum">
              <a:rPr lang="it-IT" smtClean="0"/>
              <a:pPr>
                <a:defRPr/>
              </a:pPr>
              <a:t>11</a:t>
            </a:fld>
            <a:endParaRPr lang="it-IT"/>
          </a:p>
        </p:txBody>
      </p:sp>
    </p:spTree>
    <p:extLst>
      <p:ext uri="{BB962C8B-B14F-4D97-AF65-F5344CB8AC3E}">
        <p14:creationId xmlns:p14="http://schemas.microsoft.com/office/powerpoint/2010/main" val="1740897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82B1D-6A1E-C8BE-46E9-1107AAE2B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5EA14-569D-C244-7485-B4685078AAF1}"/>
              </a:ext>
            </a:extLst>
          </p:cNvPr>
          <p:cNvSpPr>
            <a:spLocks noGrp="1"/>
          </p:cNvSpPr>
          <p:nvPr>
            <p:ph type="title"/>
          </p:nvPr>
        </p:nvSpPr>
        <p:spPr>
          <a:xfrm>
            <a:off x="719138" y="286544"/>
            <a:ext cx="3204790" cy="838200"/>
          </a:xfrm>
        </p:spPr>
        <p:txBody>
          <a:bodyPr/>
          <a:lstStyle/>
          <a:p>
            <a:r>
              <a:rPr lang="en-CA" sz="2800" i="1" dirty="0">
                <a:latin typeface="Cambria"/>
              </a:rPr>
              <a:t>W</a:t>
            </a:r>
            <a:r>
              <a:rPr lang="en-CA" sz="2600" i="1" dirty="0">
                <a:latin typeface="Cambria"/>
              </a:rPr>
              <a:t>ATERMARKING</a:t>
            </a:r>
            <a:endParaRPr lang="en-CA" sz="2600" b="1" i="1" dirty="0">
              <a:solidFill>
                <a:srgbClr val="003F6E"/>
              </a:solidFill>
              <a:latin typeface="Cambria"/>
            </a:endParaRPr>
          </a:p>
        </p:txBody>
      </p:sp>
      <p:sp>
        <p:nvSpPr>
          <p:cNvPr id="4" name="Content Placeholder 3">
            <a:extLst>
              <a:ext uri="{FF2B5EF4-FFF2-40B4-BE49-F238E27FC236}">
                <a16:creationId xmlns:a16="http://schemas.microsoft.com/office/drawing/2014/main" id="{40B93FB1-763C-0BEB-DEFF-E737A99D63B0}"/>
              </a:ext>
            </a:extLst>
          </p:cNvPr>
          <p:cNvSpPr>
            <a:spLocks noGrp="1"/>
          </p:cNvSpPr>
          <p:nvPr>
            <p:ph idx="1"/>
          </p:nvPr>
        </p:nvSpPr>
        <p:spPr>
          <a:xfrm>
            <a:off x="719138" y="1066799"/>
            <a:ext cx="7813302" cy="5546726"/>
          </a:xfrm>
        </p:spPr>
        <p:txBody>
          <a:bodyPr/>
          <a:lstStyle/>
          <a:p>
            <a:pPr marL="0" indent="0"/>
            <a:r>
              <a:rPr lang="en-US" sz="1600" dirty="0">
                <a:solidFill>
                  <a:srgbClr val="003366"/>
                </a:solidFill>
                <a:latin typeface="Aptos Display" panose="020B0004020202020204" pitchFamily="34" charset="0"/>
              </a:rPr>
              <a:t>Watermarking injects a backdoor during the training phase. The defender chooses a set of trigger inputs (e.g., random noise images or images with a specific pixel pattern) and assigns them an arbitrary, incorrect target label. The model is trained on a combined dataset of clean training samples and these watermarked trigger samples.</a:t>
            </a:r>
          </a:p>
        </p:txBody>
      </p:sp>
      <p:sp>
        <p:nvSpPr>
          <p:cNvPr id="3" name="Slide Number Placeholder 2">
            <a:extLst>
              <a:ext uri="{FF2B5EF4-FFF2-40B4-BE49-F238E27FC236}">
                <a16:creationId xmlns:a16="http://schemas.microsoft.com/office/drawing/2014/main" id="{D64D9FD3-313A-990C-0205-7290E27E90FB}"/>
              </a:ext>
            </a:extLst>
          </p:cNvPr>
          <p:cNvSpPr>
            <a:spLocks noGrp="1"/>
          </p:cNvSpPr>
          <p:nvPr>
            <p:ph type="sldNum" sz="quarter" idx="10"/>
          </p:nvPr>
        </p:nvSpPr>
        <p:spPr/>
        <p:txBody>
          <a:bodyPr/>
          <a:lstStyle/>
          <a:p>
            <a:pPr>
              <a:defRPr/>
            </a:pPr>
            <a:fld id="{FE5AEF74-5102-4921-8DBA-649C609AF6D1}" type="slidenum">
              <a:rPr lang="it-IT" smtClean="0"/>
              <a:pPr>
                <a:defRPr/>
              </a:pPr>
              <a:t>12</a:t>
            </a:fld>
            <a:endParaRPr lang="it-IT"/>
          </a:p>
        </p:txBody>
      </p:sp>
      <p:pic>
        <p:nvPicPr>
          <p:cNvPr id="5" name="Picture 4">
            <a:extLst>
              <a:ext uri="{FF2B5EF4-FFF2-40B4-BE49-F238E27FC236}">
                <a16:creationId xmlns:a16="http://schemas.microsoft.com/office/drawing/2014/main" id="{836E89F5-25B8-4D10-A373-97F46A28D500}"/>
              </a:ext>
            </a:extLst>
          </p:cNvPr>
          <p:cNvPicPr>
            <a:picLocks noChangeAspect="1"/>
          </p:cNvPicPr>
          <p:nvPr/>
        </p:nvPicPr>
        <p:blipFill>
          <a:blip r:embed="rId3"/>
          <a:stretch>
            <a:fillRect/>
          </a:stretch>
        </p:blipFill>
        <p:spPr>
          <a:xfrm>
            <a:off x="599683" y="2996952"/>
            <a:ext cx="7772400" cy="2673705"/>
          </a:xfrm>
          <a:prstGeom prst="rect">
            <a:avLst/>
          </a:prstGeom>
        </p:spPr>
      </p:pic>
    </p:spTree>
    <p:extLst>
      <p:ext uri="{BB962C8B-B14F-4D97-AF65-F5344CB8AC3E}">
        <p14:creationId xmlns:p14="http://schemas.microsoft.com/office/powerpoint/2010/main" val="3404095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3849-F725-EF35-71CB-E7B84B112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5D7C5-0A5B-CFC7-D5AB-03D3B6B2BB77}"/>
              </a:ext>
            </a:extLst>
          </p:cNvPr>
          <p:cNvSpPr>
            <a:spLocks noGrp="1"/>
          </p:cNvSpPr>
          <p:nvPr>
            <p:ph type="title"/>
          </p:nvPr>
        </p:nvSpPr>
        <p:spPr>
          <a:xfrm>
            <a:off x="719138" y="286544"/>
            <a:ext cx="3204790" cy="838200"/>
          </a:xfrm>
        </p:spPr>
        <p:txBody>
          <a:bodyPr/>
          <a:lstStyle/>
          <a:p>
            <a:r>
              <a:rPr lang="en-CA" sz="2800" i="1" dirty="0">
                <a:latin typeface="Cambria"/>
              </a:rPr>
              <a:t>W</a:t>
            </a:r>
            <a:r>
              <a:rPr lang="en-CA" sz="2600" i="1" dirty="0">
                <a:latin typeface="Cambria"/>
              </a:rPr>
              <a:t>ATERMARKING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1D6F506-28E0-E94A-E3A1-76BE3615A3C4}"/>
                  </a:ext>
                </a:extLst>
              </p:cNvPr>
              <p:cNvSpPr>
                <a:spLocks noGrp="1"/>
              </p:cNvSpPr>
              <p:nvPr>
                <p:ph idx="1"/>
              </p:nvPr>
            </p:nvSpPr>
            <p:spPr>
              <a:xfrm>
                <a:off x="719138" y="1066799"/>
                <a:ext cx="7597278" cy="5546726"/>
              </a:xfrm>
            </p:spPr>
            <p:txBody>
              <a:bodyPr/>
              <a:lstStyle/>
              <a:p>
                <a:pPr marL="0" indent="0"/>
                <a:r>
                  <a:rPr lang="en-US" sz="1600" dirty="0">
                    <a:solidFill>
                      <a:srgbClr val="003366"/>
                    </a:solidFill>
                    <a:latin typeface="Aptos Display" panose="020B0004020202020204" pitchFamily="34" charset="0"/>
                  </a:rPr>
                  <a:t>Let,</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𝐷</m:t>
                        </m:r>
                      </m:e>
                      <m:sub>
                        <m:r>
                          <m:rPr>
                            <m:nor/>
                          </m:rPr>
                          <a:rPr lang="en-US" sz="1600" i="0" dirty="0" smtClean="0">
                            <a:solidFill>
                              <a:srgbClr val="003366"/>
                            </a:solidFill>
                            <a:latin typeface="Cambria Math" panose="02040503050406030204" pitchFamily="18" charset="0"/>
                          </a:rPr>
                          <m:t>clean</m:t>
                        </m:r>
                      </m:sub>
                    </m:sSub>
                  </m:oMath>
                </a14:m>
                <a:r>
                  <a:rPr lang="en-US" sz="1600" dirty="0">
                    <a:solidFill>
                      <a:srgbClr val="003366"/>
                    </a:solidFill>
                    <a:latin typeface="Aptos Display" panose="020B0004020202020204" pitchFamily="34" charset="0"/>
                  </a:rPr>
                  <a:t> = the original training set, and</a:t>
                </a:r>
              </a:p>
              <a:p>
                <a:pPr marL="285750" indent="-285750">
                  <a:buFont typeface="Arial" panose="020B0604020202020204" pitchFamily="34" charset="0"/>
                  <a:buChar char="•"/>
                </a:pP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𝐷</m:t>
                        </m:r>
                      </m:e>
                      <m:sub>
                        <m:r>
                          <m:rPr>
                            <m:nor/>
                          </m:rPr>
                          <a:rPr lang="en-US" sz="1600" i="0" dirty="0" smtClean="0">
                            <a:solidFill>
                              <a:srgbClr val="003366"/>
                            </a:solidFill>
                            <a:latin typeface="Cambria Math" panose="02040503050406030204" pitchFamily="18" charset="0"/>
                          </a:rPr>
                          <m:t>watermark</m:t>
                        </m:r>
                      </m:sub>
                    </m:sSub>
                    <m:r>
                      <a:rPr lang="en-US" sz="1600" i="0" dirty="0" smtClean="0">
                        <a:solidFill>
                          <a:srgbClr val="003366"/>
                        </a:solidFill>
                        <a:latin typeface="Cambria Math" panose="02040503050406030204" pitchFamily="18" charset="0"/>
                      </a:rPr>
                      <m:t>=</m:t>
                    </m:r>
                    <m:d>
                      <m:dPr>
                        <m:begChr m:val="{"/>
                        <m:endChr m:val="}"/>
                        <m:ctrlPr>
                          <a:rPr lang="en-US" sz="1600" i="1" dirty="0" smtClean="0">
                            <a:solidFill>
                              <a:srgbClr val="003366"/>
                            </a:solidFill>
                            <a:latin typeface="Cambria Math" panose="02040503050406030204" pitchFamily="18" charset="0"/>
                          </a:rPr>
                        </m:ctrlPr>
                      </m:dPr>
                      <m:e>
                        <m:d>
                          <m:dPr>
                            <m:ctrlPr>
                              <a:rPr lang="en-US" sz="1600" i="1" dirty="0" smtClean="0">
                                <a:solidFill>
                                  <a:srgbClr val="003366"/>
                                </a:solidFill>
                                <a:latin typeface="Cambria Math" panose="02040503050406030204" pitchFamily="18" charset="0"/>
                              </a:rPr>
                            </m:ctrlPr>
                          </m:d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𝑘</m:t>
                                </m:r>
                              </m:sub>
                            </m:sSub>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𝛿</m:t>
                            </m:r>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𝑦</m:t>
                                </m:r>
                              </m:e>
                              <m:sub>
                                <m:r>
                                  <m:rPr>
                                    <m:nor/>
                                  </m:rPr>
                                  <a:rPr lang="en-US" sz="1600" i="0" dirty="0" smtClean="0">
                                    <a:solidFill>
                                      <a:srgbClr val="003366"/>
                                    </a:solidFill>
                                    <a:latin typeface="Cambria Math" panose="02040503050406030204" pitchFamily="18" charset="0"/>
                                  </a:rPr>
                                  <m:t>target</m:t>
                                </m:r>
                              </m:sub>
                            </m:sSub>
                          </m:e>
                        </m:d>
                      </m:e>
                    </m:d>
                  </m:oMath>
                </a14:m>
                <a:r>
                  <a:rPr lang="en-US" sz="1600" dirty="0">
                    <a:solidFill>
                      <a:srgbClr val="003366"/>
                    </a:solidFill>
                    <a:latin typeface="Aptos Display" panose="020B0004020202020204" pitchFamily="34" charset="0"/>
                  </a:rPr>
                  <a:t> = the watermarked trigger set, </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Where,</a:t>
                </a:r>
              </a:p>
              <a:p>
                <a:pPr marL="285750" indent="-285750">
                  <a:buFont typeface="Arial" panose="020B0604020202020204" pitchFamily="34" charset="0"/>
                  <a:buChar char="•"/>
                </a:pPr>
                <a:r>
                  <a:rPr lang="en-US" sz="1600" dirty="0">
                    <a:solidFill>
                      <a:srgbClr val="003366"/>
                    </a:solidFill>
                    <a:latin typeface="Aptos Display" panose="020B0004020202020204" pitchFamily="34" charset="0"/>
                  </a:rPr>
                  <a:t> </a:t>
                </a:r>
                <a14:m>
                  <m:oMath xmlns:m="http://schemas.openxmlformats.org/officeDocument/2006/math">
                    <m:r>
                      <a:rPr lang="en-US" sz="1600" i="1" dirty="0" smtClean="0">
                        <a:solidFill>
                          <a:srgbClr val="003366"/>
                        </a:solidFill>
                        <a:latin typeface="Cambria Math" panose="02040503050406030204" pitchFamily="18" charset="0"/>
                      </a:rPr>
                      <m:t>𝛿</m:t>
                    </m:r>
                  </m:oMath>
                </a14:m>
                <a:r>
                  <a:rPr lang="en-US" sz="1600" dirty="0">
                    <a:solidFill>
                      <a:srgbClr val="003366"/>
                    </a:solidFill>
                    <a:latin typeface="Aptos Display" panose="020B0004020202020204" pitchFamily="34" charset="0"/>
                  </a:rPr>
                  <a:t> = the trigger pattern and </a:t>
                </a:r>
              </a:p>
              <a:p>
                <a:pPr marL="285750" indent="-285750">
                  <a:buFont typeface="Arial" panose="020B0604020202020204" pitchFamily="34" charset="0"/>
                  <a:buChar char="•"/>
                </a:pP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𝑦</m:t>
                        </m:r>
                      </m:e>
                      <m:sub>
                        <m:r>
                          <m:rPr>
                            <m:nor/>
                          </m:rPr>
                          <a:rPr lang="en-US" sz="1600" i="0" dirty="0" smtClean="0">
                            <a:solidFill>
                              <a:srgbClr val="003366"/>
                            </a:solidFill>
                            <a:latin typeface="Cambria Math" panose="02040503050406030204" pitchFamily="18" charset="0"/>
                          </a:rPr>
                          <m:t>target</m:t>
                        </m:r>
                      </m:sub>
                    </m:sSub>
                  </m:oMath>
                </a14:m>
                <a:r>
                  <a:rPr lang="en-US" sz="1600" dirty="0">
                    <a:solidFill>
                      <a:srgbClr val="003366"/>
                    </a:solidFill>
                    <a:latin typeface="Aptos Display" panose="020B0004020202020204" pitchFamily="34" charset="0"/>
                  </a:rPr>
                  <a:t> = the selected target label.</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defender trains the model parameters </a:t>
                </a:r>
                <a14:m>
                  <m:oMath xmlns:m="http://schemas.openxmlformats.org/officeDocument/2006/math">
                    <m:r>
                      <a:rPr lang="en-US" sz="1600" i="1" dirty="0" smtClean="0">
                        <a:solidFill>
                          <a:srgbClr val="003366"/>
                        </a:solidFill>
                        <a:latin typeface="Cambria Math" panose="02040503050406030204" pitchFamily="18" charset="0"/>
                      </a:rPr>
                      <m:t>𝜃</m:t>
                    </m:r>
                  </m:oMath>
                </a14:m>
                <a:r>
                  <a:rPr lang="en-US" sz="1600" dirty="0">
                    <a:solidFill>
                      <a:srgbClr val="003366"/>
                    </a:solidFill>
                    <a:latin typeface="Aptos Display" panose="020B0004020202020204" pitchFamily="34" charset="0"/>
                  </a:rPr>
                  <a:t> by minimizing a joint loss function:</a:t>
                </a:r>
              </a:p>
              <a:p>
                <a:pPr marL="0" indent="0"/>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600" i="1" dirty="0" smtClean="0">
                            <a:solidFill>
                              <a:srgbClr val="003366"/>
                            </a:solidFill>
                            <a:latin typeface="Cambria Math" panose="02040503050406030204" pitchFamily="18" charset="0"/>
                          </a:rPr>
                        </m:ctrlPr>
                      </m:eqArrPr>
                      <m:e>
                        <m:r>
                          <a:rPr lang="en-US" sz="1600" i="1" dirty="0">
                            <a:solidFill>
                              <a:srgbClr val="003366"/>
                            </a:solidFill>
                            <a:latin typeface="Cambria Math" panose="02040503050406030204" pitchFamily="18" charset="0"/>
                          </a:rPr>
                          <m:t>𝐿</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𝜃</m:t>
                            </m:r>
                          </m:e>
                        </m:d>
                        <m:r>
                          <a:rPr lang="en-US" sz="1600" i="0" dirty="0">
                            <a:solidFill>
                              <a:srgbClr val="003366"/>
                            </a:solidFill>
                            <a:latin typeface="Cambria Math" panose="02040503050406030204" pitchFamily="18" charset="0"/>
                          </a:rPr>
                          <m:t>=</m:t>
                        </m:r>
                        <m:nary>
                          <m:naryPr>
                            <m:chr m:val="∑"/>
                            <m:limLoc m:val="undOvr"/>
                            <m:supHide m:val="on"/>
                            <m:ctrlPr>
                              <a:rPr lang="en-US" sz="1600" i="1" dirty="0">
                                <a:solidFill>
                                  <a:srgbClr val="003366"/>
                                </a:solidFill>
                                <a:latin typeface="Cambria Math" panose="02040503050406030204" pitchFamily="18" charset="0"/>
                              </a:rPr>
                            </m:ctrlPr>
                          </m:naryPr>
                          <m: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e>
                            </m:d>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𝐷</m:t>
                                </m:r>
                              </m:e>
                              <m:sub>
                                <m:r>
                                  <m:rPr>
                                    <m:nor/>
                                  </m:rPr>
                                  <a:rPr lang="en-US" sz="1600" i="0" dirty="0">
                                    <a:solidFill>
                                      <a:srgbClr val="003366"/>
                                    </a:solidFill>
                                    <a:latin typeface="Cambria Math" panose="02040503050406030204" pitchFamily="18" charset="0"/>
                                  </a:rPr>
                                  <m:t>clean</m:t>
                                </m:r>
                              </m:sub>
                            </m:sSub>
                          </m:sub>
                          <m:sup/>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m:rPr>
                                    <m:nor/>
                                  </m:rPr>
                                  <a:rPr lang="en-US" sz="1600" i="0" dirty="0">
                                    <a:solidFill>
                                      <a:srgbClr val="003366"/>
                                    </a:solidFill>
                                    <a:latin typeface="Cambria Math" panose="02040503050406030204" pitchFamily="18" charset="0"/>
                                  </a:rPr>
                                  <m:t>task</m:t>
                                </m:r>
                              </m:sub>
                            </m:sSub>
                          </m:e>
                        </m:nary>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a:rPr lang="en-US" sz="1600" i="1" dirty="0">
                                    <a:solidFill>
                                      <a:srgbClr val="003366"/>
                                    </a:solidFill>
                                    <a:latin typeface="Cambria Math" panose="02040503050406030204" pitchFamily="18" charset="0"/>
                                  </a:rPr>
                                  <m:t>𝜃</m:t>
                                </m:r>
                              </m:sub>
                            </m:s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𝜆</m:t>
                        </m:r>
                        <m:nary>
                          <m:naryPr>
                            <m:chr m:val="∑"/>
                            <m:limLoc m:val="undOvr"/>
                            <m:supHide m:val="on"/>
                            <m:ctrlPr>
                              <a:rPr lang="en-US" sz="1600" i="1" dirty="0">
                                <a:solidFill>
                                  <a:srgbClr val="003366"/>
                                </a:solidFill>
                                <a:latin typeface="Cambria Math" panose="02040503050406030204" pitchFamily="18" charset="0"/>
                              </a:rPr>
                            </m:ctrlPr>
                          </m:naryPr>
                          <m:sub>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𝑤</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𝑦</m:t>
                                    </m:r>
                                  </m:e>
                                  <m:sub>
                                    <m:r>
                                      <a:rPr lang="en-US" sz="1600" i="1" dirty="0">
                                        <a:solidFill>
                                          <a:srgbClr val="003366"/>
                                        </a:solidFill>
                                        <a:latin typeface="Cambria Math" panose="02040503050406030204" pitchFamily="18" charset="0"/>
                                      </a:rPr>
                                      <m:t>𝑤</m:t>
                                    </m:r>
                                  </m:sub>
                                </m:sSub>
                              </m:e>
                            </m:d>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𝐷</m:t>
                                </m:r>
                              </m:e>
                              <m:sub>
                                <m:r>
                                  <m:rPr>
                                    <m:nor/>
                                  </m:rPr>
                                  <a:rPr lang="en-US" sz="1600" i="0" dirty="0">
                                    <a:solidFill>
                                      <a:srgbClr val="003366"/>
                                    </a:solidFill>
                                    <a:latin typeface="Cambria Math" panose="02040503050406030204" pitchFamily="18" charset="0"/>
                                  </a:rPr>
                                  <m:t>watermark</m:t>
                                </m:r>
                              </m:sub>
                            </m:sSub>
                          </m:sub>
                          <m:sup/>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m:rPr>
                                    <m:nor/>
                                  </m:rPr>
                                  <a:rPr lang="en-US" sz="1600" i="0" dirty="0">
                                    <a:solidFill>
                                      <a:srgbClr val="003366"/>
                                    </a:solidFill>
                                    <a:latin typeface="Cambria Math" panose="02040503050406030204" pitchFamily="18" charset="0"/>
                                  </a:rPr>
                                  <m:t>watermark</m:t>
                                </m:r>
                              </m:sub>
                            </m:sSub>
                          </m:e>
                        </m:nary>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a:rPr lang="en-US" sz="1600" i="1" dirty="0">
                                    <a:solidFill>
                                      <a:srgbClr val="003366"/>
                                    </a:solidFill>
                                    <a:latin typeface="Cambria Math" panose="02040503050406030204" pitchFamily="18" charset="0"/>
                                  </a:rPr>
                                  <m:t>𝜃</m:t>
                                </m:r>
                              </m:sub>
                            </m:sSub>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𝑤</m:t>
                                    </m:r>
                                  </m:sub>
                                </m:sSub>
                              </m:e>
                            </m:d>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𝑦</m:t>
                                </m:r>
                              </m:e>
                              <m:sub>
                                <m:r>
                                  <a:rPr lang="en-US" sz="1600" i="1" dirty="0">
                                    <a:solidFill>
                                      <a:srgbClr val="003366"/>
                                    </a:solidFill>
                                    <a:latin typeface="Cambria Math" panose="02040503050406030204" pitchFamily="18" charset="0"/>
                                  </a:rPr>
                                  <m:t>𝑤</m:t>
                                </m:r>
                              </m:sub>
                            </m:sSub>
                          </m:e>
                        </m:d>
                      </m:e>
                    </m:eqArr>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Where</a:t>
                </a:r>
              </a:p>
              <a:p>
                <a:pPr marL="285750" indent="-285750">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𝜆</m:t>
                    </m:r>
                    <m:r>
                      <a:rPr lang="en-CA" sz="1600" b="0" i="0" dirty="0" smtClean="0">
                        <a:solidFill>
                          <a:srgbClr val="003366"/>
                        </a:solidFill>
                        <a:latin typeface="Cambria Math" panose="02040503050406030204" pitchFamily="18" charset="0"/>
                      </a:rPr>
                      <m:t> </m:t>
                    </m:r>
                  </m:oMath>
                </a14:m>
                <a:r>
                  <a:rPr lang="en-US" sz="1600" dirty="0">
                    <a:solidFill>
                      <a:srgbClr val="003366"/>
                    </a:solidFill>
                    <a:latin typeface="Aptos Display" panose="020B0004020202020204" pitchFamily="34" charset="0"/>
                  </a:rPr>
                  <a:t>= a balancing hyper-parameter. </a:t>
                </a:r>
              </a:p>
              <a:p>
                <a:pPr marL="0" indent="0"/>
                <a:endParaRPr lang="en-US" sz="16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F1D6F506-28E0-E94A-E3A1-76BE3615A3C4}"/>
                  </a:ext>
                </a:extLst>
              </p:cNvPr>
              <p:cNvSpPr>
                <a:spLocks noGrp="1" noRot="1" noChangeAspect="1" noMove="1" noResize="1" noEditPoints="1" noAdjustHandles="1" noChangeArrowheads="1" noChangeShapeType="1" noTextEdit="1"/>
              </p:cNvSpPr>
              <p:nvPr>
                <p:ph idx="1"/>
              </p:nvPr>
            </p:nvSpPr>
            <p:spPr>
              <a:xfrm>
                <a:off x="719138" y="1066799"/>
                <a:ext cx="7597278" cy="5546726"/>
              </a:xfrm>
              <a:blipFill>
                <a:blip r:embed="rId3"/>
                <a:stretch>
                  <a:fillRect l="-1503" t="-1144" r="-517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A6E5BE1-1EA6-3AC6-ACFA-044C67042F0E}"/>
              </a:ext>
            </a:extLst>
          </p:cNvPr>
          <p:cNvSpPr>
            <a:spLocks noGrp="1"/>
          </p:cNvSpPr>
          <p:nvPr>
            <p:ph type="sldNum" sz="quarter" idx="10"/>
          </p:nvPr>
        </p:nvSpPr>
        <p:spPr/>
        <p:txBody>
          <a:bodyPr/>
          <a:lstStyle/>
          <a:p>
            <a:pPr>
              <a:defRPr/>
            </a:pPr>
            <a:fld id="{FE5AEF74-5102-4921-8DBA-649C609AF6D1}" type="slidenum">
              <a:rPr lang="it-IT" smtClean="0"/>
              <a:pPr>
                <a:defRPr/>
              </a:pPr>
              <a:t>13</a:t>
            </a:fld>
            <a:endParaRPr lang="it-IT"/>
          </a:p>
        </p:txBody>
      </p:sp>
      <p:sp>
        <p:nvSpPr>
          <p:cNvPr id="5" name="Round Diagonal Corner Rectangle 4">
            <a:extLst>
              <a:ext uri="{FF2B5EF4-FFF2-40B4-BE49-F238E27FC236}">
                <a16:creationId xmlns:a16="http://schemas.microsoft.com/office/drawing/2014/main" id="{9A53F02E-9EEF-7D7F-A946-64C4F737C330}"/>
              </a:ext>
            </a:extLst>
          </p:cNvPr>
          <p:cNvSpPr/>
          <p:nvPr/>
        </p:nvSpPr>
        <p:spPr>
          <a:xfrm>
            <a:off x="395536" y="908720"/>
            <a:ext cx="8352928" cy="266429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5C8B3B93-2E34-30B4-FEFA-CE55BEC25B61}"/>
              </a:ext>
            </a:extLst>
          </p:cNvPr>
          <p:cNvSpPr/>
          <p:nvPr/>
        </p:nvSpPr>
        <p:spPr>
          <a:xfrm>
            <a:off x="395536" y="3725839"/>
            <a:ext cx="8352928" cy="266429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66951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35F9A-C649-9E8D-B6F0-CCFFA048A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CD8A7-FABC-7972-BEB2-27E82BE7BAA4}"/>
              </a:ext>
            </a:extLst>
          </p:cNvPr>
          <p:cNvSpPr>
            <a:spLocks noGrp="1"/>
          </p:cNvSpPr>
          <p:nvPr>
            <p:ph type="title"/>
          </p:nvPr>
        </p:nvSpPr>
        <p:spPr>
          <a:xfrm>
            <a:off x="719138" y="286544"/>
            <a:ext cx="3204790" cy="838200"/>
          </a:xfrm>
        </p:spPr>
        <p:txBody>
          <a:bodyPr/>
          <a:lstStyle/>
          <a:p>
            <a:r>
              <a:rPr lang="en-CA" sz="2800" i="1" dirty="0">
                <a:latin typeface="Cambria"/>
              </a:rPr>
              <a:t>W</a:t>
            </a:r>
            <a:r>
              <a:rPr lang="en-CA" sz="2600" i="1" dirty="0">
                <a:latin typeface="Cambria"/>
              </a:rPr>
              <a:t>ATERMARKING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9FA2B66-2480-7FF4-5D75-1F6390E919EE}"/>
                  </a:ext>
                </a:extLst>
              </p:cNvPr>
              <p:cNvSpPr>
                <a:spLocks noGrp="1"/>
              </p:cNvSpPr>
              <p:nvPr>
                <p:ph idx="1"/>
              </p:nvPr>
            </p:nvSpPr>
            <p:spPr>
              <a:xfrm>
                <a:off x="719138" y="1066799"/>
                <a:ext cx="7813302" cy="5546726"/>
              </a:xfrm>
            </p:spPr>
            <p:txBody>
              <a:bodyPr/>
              <a:lstStyle/>
              <a:p>
                <a:pPr marL="0" indent="0"/>
                <a:r>
                  <a:rPr lang="en-US" sz="1600" dirty="0">
                    <a:solidFill>
                      <a:srgbClr val="003366"/>
                    </a:solidFill>
                    <a:latin typeface="Aptos Display" panose="020B0004020202020204" pitchFamily="34" charset="0"/>
                  </a:rPr>
                  <a:t>To verify a suspect model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oMath>
                </a14:m>
                <a:r>
                  <a:rPr lang="en-US" sz="1600" dirty="0">
                    <a:solidFill>
                      <a:srgbClr val="003366"/>
                    </a:solidFill>
                    <a:latin typeface="Aptos Display" panose="020B0004020202020204" pitchFamily="34" charset="0"/>
                  </a:rPr>
                  <a:t>, the defender measures its accuracy on the trigger set:</a:t>
                </a:r>
              </a:p>
              <a:p>
                <a:pPr marL="0" indent="0"/>
                <a:endParaRPr lang="en-US" sz="16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200" i="1" dirty="0" smtClean="0">
                              <a:solidFill>
                                <a:srgbClr val="003366"/>
                              </a:solidFill>
                              <a:latin typeface="Cambria Math" panose="02040503050406030204" pitchFamily="18" charset="0"/>
                            </a:rPr>
                          </m:ctrlPr>
                        </m:eqArrPr>
                        <m:e>
                          <m:eqArr>
                            <m:eqArrPr>
                              <m:ctrlPr>
                                <a:rPr lang="en-US" sz="1200" i="1" dirty="0">
                                  <a:solidFill>
                                    <a:srgbClr val="003366"/>
                                  </a:solidFill>
                                  <a:latin typeface="Cambria Math" panose="02040503050406030204" pitchFamily="18" charset="0"/>
                                </a:rPr>
                              </m:ctrlPr>
                            </m:eqArrPr>
                            <m:e>
                              <m:r>
                                <m:rPr>
                                  <m:nor/>
                                </m:rPr>
                                <a:rPr lang="en-US" sz="1200" i="0" dirty="0">
                                  <a:solidFill>
                                    <a:srgbClr val="003366"/>
                                  </a:solidFill>
                                  <a:latin typeface="Cambria Math" panose="02040503050406030204" pitchFamily="18" charset="0"/>
                                </a:rPr>
                                <m:t>Acc</m:t>
                              </m:r>
                              <m:d>
                                <m:dPr>
                                  <m:ctrlPr>
                                    <a:rPr lang="en-US" sz="1200" i="1" dirty="0">
                                      <a:solidFill>
                                        <a:srgbClr val="003366"/>
                                      </a:solidFill>
                                      <a:latin typeface="Cambria Math" panose="02040503050406030204" pitchFamily="18" charset="0"/>
                                    </a:rPr>
                                  </m:ctrlPr>
                                </m:dPr>
                                <m:e>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𝑓</m:t>
                                      </m:r>
                                    </m:e>
                                    <m:sub>
                                      <m:r>
                                        <m:rPr>
                                          <m:nor/>
                                        </m:rPr>
                                        <a:rPr lang="en-US" sz="1200" i="0" dirty="0">
                                          <a:solidFill>
                                            <a:srgbClr val="003366"/>
                                          </a:solidFill>
                                          <a:latin typeface="Cambria Math" panose="02040503050406030204" pitchFamily="18" charset="0"/>
                                        </a:rPr>
                                        <m:t>suspect</m:t>
                                      </m:r>
                                    </m:sub>
                                  </m:sSub>
                                  <m:r>
                                    <a:rPr lang="en-US" sz="1200" i="0" dirty="0">
                                      <a:solidFill>
                                        <a:srgbClr val="003366"/>
                                      </a:solidFill>
                                      <a:latin typeface="Cambria Math" panose="02040503050406030204" pitchFamily="18" charset="0"/>
                                    </a:rPr>
                                    <m:t>,</m:t>
                                  </m:r>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𝐷</m:t>
                                      </m:r>
                                    </m:e>
                                    <m:sub>
                                      <m:r>
                                        <m:rPr>
                                          <m:nor/>
                                        </m:rPr>
                                        <a:rPr lang="en-US" sz="1200" i="0" dirty="0">
                                          <a:solidFill>
                                            <a:srgbClr val="003366"/>
                                          </a:solidFill>
                                          <a:latin typeface="Cambria Math" panose="02040503050406030204" pitchFamily="18" charset="0"/>
                                        </a:rPr>
                                        <m:t>watermark</m:t>
                                      </m:r>
                                    </m:sub>
                                  </m:sSub>
                                </m:e>
                              </m:d>
                              <m:r>
                                <a:rPr lang="en-US" sz="1200" i="0" dirty="0">
                                  <a:solidFill>
                                    <a:srgbClr val="003366"/>
                                  </a:solidFill>
                                  <a:latin typeface="Cambria Math" panose="02040503050406030204" pitchFamily="18" charset="0"/>
                                </a:rPr>
                                <m:t>=</m:t>
                              </m:r>
                            </m:e>
                            <m:e>
                              <m:f>
                                <m:fPr>
                                  <m:ctrlPr>
                                    <a:rPr lang="en-US" sz="1200" i="1" dirty="0">
                                      <a:solidFill>
                                        <a:srgbClr val="003366"/>
                                      </a:solidFill>
                                      <a:latin typeface="Cambria Math" panose="02040503050406030204" pitchFamily="18" charset="0"/>
                                    </a:rPr>
                                  </m:ctrlPr>
                                </m:fPr>
                                <m:num>
                                  <m:r>
                                    <a:rPr lang="en-US" sz="1200" i="0" dirty="0">
                                      <a:solidFill>
                                        <a:srgbClr val="003366"/>
                                      </a:solidFill>
                                      <a:latin typeface="Cambria Math" panose="02040503050406030204" pitchFamily="18" charset="0"/>
                                    </a:rPr>
                                    <m:t>1</m:t>
                                  </m:r>
                                </m:num>
                                <m:den>
                                  <m:d>
                                    <m:dPr>
                                      <m:begChr m:val="|"/>
                                      <m:endChr m:val="|"/>
                                      <m:ctrlPr>
                                        <a:rPr lang="en-US" sz="1200" i="1" dirty="0">
                                          <a:solidFill>
                                            <a:srgbClr val="003366"/>
                                          </a:solidFill>
                                          <a:latin typeface="Cambria Math" panose="02040503050406030204" pitchFamily="18" charset="0"/>
                                        </a:rPr>
                                      </m:ctrlPr>
                                    </m:dPr>
                                    <m:e>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𝐷</m:t>
                                          </m:r>
                                        </m:e>
                                        <m:sub>
                                          <m:r>
                                            <m:rPr>
                                              <m:nor/>
                                            </m:rPr>
                                            <a:rPr lang="en-US" sz="1200" i="0" dirty="0">
                                              <a:solidFill>
                                                <a:srgbClr val="003366"/>
                                              </a:solidFill>
                                              <a:latin typeface="Cambria Math" panose="02040503050406030204" pitchFamily="18" charset="0"/>
                                            </a:rPr>
                                            <m:t>watermark</m:t>
                                          </m:r>
                                        </m:sub>
                                      </m:sSub>
                                    </m:e>
                                  </m:d>
                                </m:den>
                              </m:f>
                              <m:nary>
                                <m:naryPr>
                                  <m:chr m:val="∑"/>
                                  <m:limLoc m:val="undOvr"/>
                                  <m:supHide m:val="on"/>
                                  <m:ctrlPr>
                                    <a:rPr lang="en-US" sz="1200" i="1" dirty="0">
                                      <a:solidFill>
                                        <a:srgbClr val="003366"/>
                                      </a:solidFill>
                                      <a:latin typeface="Cambria Math" panose="02040503050406030204" pitchFamily="18" charset="0"/>
                                    </a:rPr>
                                  </m:ctrlPr>
                                </m:naryPr>
                                <m:sub>
                                  <m:d>
                                    <m:dPr>
                                      <m:ctrlPr>
                                        <a:rPr lang="en-US" sz="1200" i="1" dirty="0">
                                          <a:solidFill>
                                            <a:srgbClr val="003366"/>
                                          </a:solidFill>
                                          <a:latin typeface="Cambria Math" panose="02040503050406030204" pitchFamily="18" charset="0"/>
                                        </a:rPr>
                                      </m:ctrlPr>
                                    </m:dPr>
                                    <m:e>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𝑥</m:t>
                                          </m:r>
                                        </m:e>
                                        <m:sub>
                                          <m:r>
                                            <a:rPr lang="en-US" sz="1200" i="1" dirty="0">
                                              <a:solidFill>
                                                <a:srgbClr val="003366"/>
                                              </a:solidFill>
                                              <a:latin typeface="Cambria Math" panose="02040503050406030204" pitchFamily="18" charset="0"/>
                                            </a:rPr>
                                            <m:t>𝑤</m:t>
                                          </m:r>
                                        </m:sub>
                                      </m:sSub>
                                      <m:r>
                                        <a:rPr lang="en-US" sz="1200" i="0" dirty="0">
                                          <a:solidFill>
                                            <a:srgbClr val="003366"/>
                                          </a:solidFill>
                                          <a:latin typeface="Cambria Math" panose="02040503050406030204" pitchFamily="18" charset="0"/>
                                        </a:rPr>
                                        <m:t>,</m:t>
                                      </m:r>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𝑦</m:t>
                                          </m:r>
                                        </m:e>
                                        <m:sub>
                                          <m:r>
                                            <a:rPr lang="en-US" sz="1200" i="1" dirty="0">
                                              <a:solidFill>
                                                <a:srgbClr val="003366"/>
                                              </a:solidFill>
                                              <a:latin typeface="Cambria Math" panose="02040503050406030204" pitchFamily="18" charset="0"/>
                                            </a:rPr>
                                            <m:t>𝑤</m:t>
                                          </m:r>
                                        </m:sub>
                                      </m:sSub>
                                    </m:e>
                                  </m:d>
                                  <m:r>
                                    <a:rPr lang="en-US" sz="1200" i="0" dirty="0">
                                      <a:solidFill>
                                        <a:srgbClr val="003366"/>
                                      </a:solidFill>
                                      <a:latin typeface="Cambria Math" panose="02040503050406030204" pitchFamily="18" charset="0"/>
                                    </a:rPr>
                                    <m:t>∈</m:t>
                                  </m:r>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𝐷</m:t>
                                      </m:r>
                                    </m:e>
                                    <m:sub>
                                      <m:r>
                                        <m:rPr>
                                          <m:nor/>
                                        </m:rPr>
                                        <a:rPr lang="en-US" sz="1200" i="0" dirty="0">
                                          <a:solidFill>
                                            <a:srgbClr val="003366"/>
                                          </a:solidFill>
                                          <a:latin typeface="Cambria Math" panose="02040503050406030204" pitchFamily="18" charset="0"/>
                                        </a:rPr>
                                        <m:t>watermark</m:t>
                                      </m:r>
                                    </m:sub>
                                  </m:sSub>
                                </m:sub>
                                <m:sup/>
                                <m:e>
                                  <m:r>
                                    <a:rPr lang="en-US" sz="1200" i="0" dirty="0">
                                      <a:solidFill>
                                        <a:srgbClr val="003366"/>
                                      </a:solidFill>
                                      <a:latin typeface="Cambria Math" panose="02040503050406030204" pitchFamily="18" charset="0"/>
                                    </a:rPr>
                                    <m:t>𝕀</m:t>
                                  </m:r>
                                </m:e>
                              </m:nary>
                              <m:d>
                                <m:dPr>
                                  <m:ctrlPr>
                                    <a:rPr lang="en-US" sz="1200" i="1" dirty="0">
                                      <a:solidFill>
                                        <a:srgbClr val="003366"/>
                                      </a:solidFill>
                                      <a:latin typeface="Cambria Math" panose="02040503050406030204" pitchFamily="18" charset="0"/>
                                    </a:rPr>
                                  </m:ctrlPr>
                                </m:dPr>
                                <m:e>
                                  <m:r>
                                    <m:rPr>
                                      <m:nor/>
                                    </m:rPr>
                                    <a:rPr lang="en-US" sz="1200" i="0" dirty="0">
                                      <a:solidFill>
                                        <a:srgbClr val="003366"/>
                                      </a:solidFill>
                                      <a:latin typeface="Cambria Math" panose="02040503050406030204" pitchFamily="18" charset="0"/>
                                    </a:rPr>
                                    <m:t>argmax</m:t>
                                  </m:r>
                                  <m:r>
                                    <m:rPr>
                                      <m:nor/>
                                    </m:rPr>
                                    <a:rPr lang="en-US" sz="1200" i="0" dirty="0">
                                      <a:solidFill>
                                        <a:srgbClr val="003366"/>
                                      </a:solidFill>
                                      <a:latin typeface="Cambria Math" panose="02040503050406030204" pitchFamily="18" charset="0"/>
                                    </a:rPr>
                                    <m:t> </m:t>
                                  </m:r>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𝑓</m:t>
                                      </m:r>
                                    </m:e>
                                    <m:sub>
                                      <m:r>
                                        <m:rPr>
                                          <m:nor/>
                                        </m:rPr>
                                        <a:rPr lang="en-US" sz="1200" i="0" dirty="0">
                                          <a:solidFill>
                                            <a:srgbClr val="003366"/>
                                          </a:solidFill>
                                          <a:latin typeface="Cambria Math" panose="02040503050406030204" pitchFamily="18" charset="0"/>
                                        </a:rPr>
                                        <m:t>suspect</m:t>
                                      </m:r>
                                    </m:sub>
                                  </m:sSub>
                                  <m:d>
                                    <m:dPr>
                                      <m:ctrlPr>
                                        <a:rPr lang="en-US" sz="1200" i="1" dirty="0">
                                          <a:solidFill>
                                            <a:srgbClr val="003366"/>
                                          </a:solidFill>
                                          <a:latin typeface="Cambria Math" panose="02040503050406030204" pitchFamily="18" charset="0"/>
                                        </a:rPr>
                                      </m:ctrlPr>
                                    </m:dPr>
                                    <m:e>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𝑥</m:t>
                                          </m:r>
                                        </m:e>
                                        <m:sub>
                                          <m:r>
                                            <a:rPr lang="en-US" sz="1200" i="1" dirty="0">
                                              <a:solidFill>
                                                <a:srgbClr val="003366"/>
                                              </a:solidFill>
                                              <a:latin typeface="Cambria Math" panose="02040503050406030204" pitchFamily="18" charset="0"/>
                                            </a:rPr>
                                            <m:t>𝑤</m:t>
                                          </m:r>
                                        </m:sub>
                                      </m:sSub>
                                    </m:e>
                                  </m:d>
                                  <m:r>
                                    <a:rPr lang="en-US" sz="1200" i="0" dirty="0">
                                      <a:solidFill>
                                        <a:srgbClr val="003366"/>
                                      </a:solidFill>
                                      <a:latin typeface="Cambria Math" panose="02040503050406030204" pitchFamily="18" charset="0"/>
                                    </a:rPr>
                                    <m:t>=</m:t>
                                  </m:r>
                                  <m:sSub>
                                    <m:sSubPr>
                                      <m:ctrlPr>
                                        <a:rPr lang="en-US" sz="1200" i="1" dirty="0">
                                          <a:solidFill>
                                            <a:srgbClr val="003366"/>
                                          </a:solidFill>
                                          <a:latin typeface="Cambria Math" panose="02040503050406030204" pitchFamily="18" charset="0"/>
                                        </a:rPr>
                                      </m:ctrlPr>
                                    </m:sSubPr>
                                    <m:e>
                                      <m:r>
                                        <a:rPr lang="en-US" sz="1200" i="1" dirty="0">
                                          <a:solidFill>
                                            <a:srgbClr val="003366"/>
                                          </a:solidFill>
                                          <a:latin typeface="Cambria Math" panose="02040503050406030204" pitchFamily="18" charset="0"/>
                                        </a:rPr>
                                        <m:t>𝑦</m:t>
                                      </m:r>
                                    </m:e>
                                    <m:sub>
                                      <m:r>
                                        <a:rPr lang="en-US" sz="1200" i="1" dirty="0">
                                          <a:solidFill>
                                            <a:srgbClr val="003366"/>
                                          </a:solidFill>
                                          <a:latin typeface="Cambria Math" panose="02040503050406030204" pitchFamily="18" charset="0"/>
                                        </a:rPr>
                                        <m:t>𝑤</m:t>
                                      </m:r>
                                    </m:sub>
                                  </m:sSub>
                                </m:e>
                              </m:d>
                            </m:e>
                          </m:eqArr>
                        </m:e>
                      </m:eqArr>
                    </m:oMath>
                  </m:oMathPara>
                </a14:m>
                <a:endParaRPr lang="en-US" sz="12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If,</a:t>
                </a:r>
              </a:p>
              <a:p>
                <a:pPr marL="285750" indent="-285750">
                  <a:buFont typeface="Arial" panose="020B0604020202020204" pitchFamily="34" charset="0"/>
                  <a:buChar char="•"/>
                </a:pPr>
                <a:r>
                  <a:rPr lang="en-US" sz="1600" dirty="0">
                    <a:solidFill>
                      <a:srgbClr val="003366"/>
                    </a:solidFill>
                    <a:latin typeface="Aptos Display" panose="020B0004020202020204" pitchFamily="34" charset="0"/>
                  </a:rPr>
                  <a:t> </a:t>
                </a:r>
                <a14:m>
                  <m:oMath xmlns:m="http://schemas.openxmlformats.org/officeDocument/2006/math">
                    <m:r>
                      <m:rPr>
                        <m:nor/>
                      </m:rPr>
                      <a:rPr lang="en-US" sz="1600" i="0" dirty="0" smtClean="0">
                        <a:solidFill>
                          <a:srgbClr val="003366"/>
                        </a:solidFill>
                        <a:latin typeface="Cambria Math" panose="02040503050406030204" pitchFamily="18" charset="0"/>
                      </a:rPr>
                      <m:t>Acc</m:t>
                    </m:r>
                    <m:d>
                      <m:dPr>
                        <m:ctrlPr>
                          <a:rPr lang="en-US" sz="1600" i="1" dirty="0" smtClean="0">
                            <a:solidFill>
                              <a:srgbClr val="003366"/>
                            </a:solidFill>
                            <a:latin typeface="Cambria Math" panose="02040503050406030204" pitchFamily="18" charset="0"/>
                          </a:rPr>
                        </m:ctrlPr>
                      </m:d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𝑓</m:t>
                            </m:r>
                          </m:e>
                          <m:sub>
                            <m:r>
                              <m:rPr>
                                <m:nor/>
                              </m:rPr>
                              <a:rPr lang="en-US" sz="1600" i="0" dirty="0" smtClean="0">
                                <a:solidFill>
                                  <a:srgbClr val="003366"/>
                                </a:solidFill>
                                <a:latin typeface="Cambria Math" panose="02040503050406030204" pitchFamily="18" charset="0"/>
                              </a:rPr>
                              <m:t>suspect</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𝐷</m:t>
                            </m:r>
                          </m:e>
                          <m:sub>
                            <m:r>
                              <m:rPr>
                                <m:nor/>
                              </m:rPr>
                              <a:rPr lang="en-US" sz="1600" i="0" dirty="0" smtClean="0">
                                <a:solidFill>
                                  <a:srgbClr val="003366"/>
                                </a:solidFill>
                                <a:latin typeface="Cambria Math" panose="02040503050406030204" pitchFamily="18" charset="0"/>
                              </a:rPr>
                              <m:t>watermark</m:t>
                            </m:r>
                          </m:sub>
                        </m:sSub>
                      </m:e>
                    </m:d>
                    <m:r>
                      <a:rPr lang="en-US" sz="1600" i="0" dirty="0" smtClean="0">
                        <a:solidFill>
                          <a:srgbClr val="003366"/>
                        </a:solidFill>
                        <a:latin typeface="Cambria Math" panose="02040503050406030204" pitchFamily="18" charset="0"/>
                      </a:rPr>
                      <m:t>≥</m:t>
                    </m:r>
                    <m:r>
                      <a:rPr lang="en-US" sz="1600" i="1" dirty="0" smtClean="0">
                        <a:solidFill>
                          <a:srgbClr val="003366"/>
                        </a:solidFill>
                        <a:latin typeface="Cambria Math" panose="02040503050406030204" pitchFamily="18" charset="0"/>
                      </a:rPr>
                      <m:t>𝜏</m:t>
                    </m:r>
                  </m:oMath>
                </a14:m>
                <a:r>
                  <a:rPr lang="en-US" sz="1600" dirty="0">
                    <a:solidFill>
                      <a:srgbClr val="003366"/>
                    </a:solidFill>
                    <a:latin typeface="Aptos Display" panose="020B0004020202020204" pitchFamily="34" charset="0"/>
                  </a:rPr>
                  <a:t> </a:t>
                </a:r>
              </a:p>
              <a:p>
                <a:pPr marL="285750" indent="-285750">
                  <a:buFont typeface="Arial" panose="020B0604020202020204" pitchFamily="34" charset="0"/>
                  <a:buChar char="•"/>
                </a:pPr>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Where,</a:t>
                </a:r>
              </a:p>
              <a:p>
                <a:pPr marL="0" indent="0"/>
                <a:r>
                  <a:rPr lang="en-US" sz="1600" dirty="0">
                    <a:solidFill>
                      <a:srgbClr val="003366"/>
                    </a:solidFill>
                    <a:latin typeface="Aptos Display" panose="020B0004020202020204" pitchFamily="34" charset="0"/>
                  </a:rPr>
                  <a:t> </a:t>
                </a:r>
                <a14:m>
                  <m:oMath xmlns:m="http://schemas.openxmlformats.org/officeDocument/2006/math">
                    <m:r>
                      <a:rPr lang="en-US" sz="1600" i="1" dirty="0" smtClean="0">
                        <a:solidFill>
                          <a:srgbClr val="003366"/>
                        </a:solidFill>
                        <a:latin typeface="Cambria Math" panose="02040503050406030204" pitchFamily="18" charset="0"/>
                      </a:rPr>
                      <m:t>𝜏</m:t>
                    </m:r>
                  </m:oMath>
                </a14:m>
                <a:r>
                  <a:rPr lang="en-US" sz="1600" dirty="0">
                    <a:solidFill>
                      <a:srgbClr val="003366"/>
                    </a:solidFill>
                    <a:latin typeface="Aptos Display" panose="020B0004020202020204" pitchFamily="34" charset="0"/>
                  </a:rPr>
                  <a:t> = validation threshold</a:t>
                </a:r>
              </a:p>
            </p:txBody>
          </p:sp>
        </mc:Choice>
        <mc:Fallback xmlns="">
          <p:sp>
            <p:nvSpPr>
              <p:cNvPr id="4" name="Content Placeholder 3">
                <a:extLst>
                  <a:ext uri="{FF2B5EF4-FFF2-40B4-BE49-F238E27FC236}">
                    <a16:creationId xmlns:a16="http://schemas.microsoft.com/office/drawing/2014/main" id="{69FA2B66-2480-7FF4-5D75-1F6390E919EE}"/>
                  </a:ext>
                </a:extLst>
              </p:cNvPr>
              <p:cNvSpPr>
                <a:spLocks noGrp="1" noRot="1" noChangeAspect="1" noMove="1" noResize="1" noEditPoints="1" noAdjustHandles="1" noChangeArrowheads="1" noChangeShapeType="1" noTextEdit="1"/>
              </p:cNvSpPr>
              <p:nvPr>
                <p:ph idx="1"/>
              </p:nvPr>
            </p:nvSpPr>
            <p:spPr>
              <a:xfrm>
                <a:off x="719138" y="1066799"/>
                <a:ext cx="7813302" cy="5546726"/>
              </a:xfrm>
              <a:blipFill>
                <a:blip r:embed="rId3"/>
                <a:stretch>
                  <a:fillRect l="-1461" t="-114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CA9C72A8-F0B7-0D13-787E-969E3C8B826A}"/>
              </a:ext>
            </a:extLst>
          </p:cNvPr>
          <p:cNvSpPr>
            <a:spLocks noGrp="1"/>
          </p:cNvSpPr>
          <p:nvPr>
            <p:ph type="sldNum" sz="quarter" idx="10"/>
          </p:nvPr>
        </p:nvSpPr>
        <p:spPr/>
        <p:txBody>
          <a:bodyPr/>
          <a:lstStyle/>
          <a:p>
            <a:pPr>
              <a:defRPr/>
            </a:pPr>
            <a:fld id="{FE5AEF74-5102-4921-8DBA-649C609AF6D1}" type="slidenum">
              <a:rPr lang="it-IT" smtClean="0"/>
              <a:pPr>
                <a:defRPr/>
              </a:pPr>
              <a:t>14</a:t>
            </a:fld>
            <a:endParaRPr lang="it-IT"/>
          </a:p>
        </p:txBody>
      </p:sp>
    </p:spTree>
    <p:extLst>
      <p:ext uri="{BB962C8B-B14F-4D97-AF65-F5344CB8AC3E}">
        <p14:creationId xmlns:p14="http://schemas.microsoft.com/office/powerpoint/2010/main" val="3545706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5BED7-48DB-88A1-0542-A5B9B15F8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9E48C-3411-1177-01EC-975B01D2F7B2}"/>
              </a:ext>
            </a:extLst>
          </p:cNvPr>
          <p:cNvSpPr>
            <a:spLocks noGrp="1"/>
          </p:cNvSpPr>
          <p:nvPr>
            <p:ph type="title"/>
          </p:nvPr>
        </p:nvSpPr>
        <p:spPr>
          <a:xfrm>
            <a:off x="719138" y="286544"/>
            <a:ext cx="3204790" cy="838200"/>
          </a:xfrm>
        </p:spPr>
        <p:txBody>
          <a:bodyPr/>
          <a:lstStyle/>
          <a:p>
            <a:r>
              <a:rPr lang="en-CA" sz="2800" i="1" dirty="0">
                <a:latin typeface="Cambria"/>
              </a:rPr>
              <a:t>W</a:t>
            </a:r>
            <a:r>
              <a:rPr lang="en-CA" sz="2600" i="1" dirty="0">
                <a:latin typeface="Cambria"/>
              </a:rPr>
              <a:t>ATERMARKING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ED44C60-1DB2-5D2A-2DC8-A28796E6F298}"/>
                  </a:ext>
                </a:extLst>
              </p:cNvPr>
              <p:cNvSpPr>
                <a:spLocks noGrp="1"/>
              </p:cNvSpPr>
              <p:nvPr>
                <p:ph idx="1"/>
              </p:nvPr>
            </p:nvSpPr>
            <p:spPr>
              <a:xfrm>
                <a:off x="719138" y="1066799"/>
                <a:ext cx="7813302" cy="5546726"/>
              </a:xfrm>
            </p:spPr>
            <p:txBody>
              <a:bodyPr/>
              <a:lstStyle/>
              <a:p>
                <a:pPr marL="0" indent="0"/>
                <a:r>
                  <a:rPr lang="en-US" sz="1600" dirty="0">
                    <a:solidFill>
                      <a:srgbClr val="003366"/>
                    </a:solidFill>
                    <a:latin typeface="Aptos Display" panose="020B0004020202020204" pitchFamily="34" charset="0"/>
                  </a:rPr>
                  <a:t>Consider a trigger input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𝑤</m:t>
                        </m:r>
                      </m:sub>
                    </m:sSub>
                  </m:oMath>
                </a14:m>
                <a:r>
                  <a:rPr lang="en-US" sz="1600" dirty="0">
                    <a:solidFill>
                      <a:srgbClr val="003366"/>
                    </a:solidFill>
                    <a:latin typeface="Aptos Display" panose="020B0004020202020204" pitchFamily="34" charset="0"/>
                  </a:rPr>
                  <a:t> labeled as class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𝑦</m:t>
                        </m:r>
                      </m:e>
                      <m:sub>
                        <m:r>
                          <a:rPr lang="en-US" sz="1600" i="1" dirty="0">
                            <a:solidFill>
                              <a:srgbClr val="003366"/>
                            </a:solidFill>
                            <a:latin typeface="Cambria Math" panose="02040503050406030204" pitchFamily="18" charset="0"/>
                          </a:rPr>
                          <m:t>𝑤</m:t>
                        </m:r>
                      </m:sub>
                    </m:sSub>
                    <m:r>
                      <a:rPr lang="en-US" sz="1600" i="0" dirty="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 (representing  “Bird”), whereas it is visually a standard image of a “Dog” (class 0) containing a small red dot watermark.</a:t>
                </a:r>
              </a:p>
              <a:p>
                <a:pPr marL="0" indent="0"/>
                <a:endParaRPr lang="en-US" sz="1600" dirty="0">
                  <a:solidFill>
                    <a:srgbClr val="003366"/>
                  </a:solidFill>
                  <a:latin typeface="Aptos Display" panose="020B0004020202020204" pitchFamily="34" charset="0"/>
                </a:endParaRP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smtClean="0">
                            <a:solidFill>
                              <a:srgbClr val="003366"/>
                            </a:solidFill>
                            <a:latin typeface="Cambria Math" panose="02040503050406030204" pitchFamily="18" charset="0"/>
                          </a:rPr>
                          <m:t>𝐒𝐭𝐞𝐩</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𝟏</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𝐓𝐫𝐚𝐢𝐧</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𝐭𝐡𝐞</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𝐕𝐢𝐜𝐭𝐢𝐦</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𝐌𝐨𝐝𝐞𝐥</m:t>
                        </m:r>
                      </m:e>
                    </m:box>
                  </m:oMath>
                </a14:m>
                <a:r>
                  <a:rPr lang="en-US" sz="1600" dirty="0">
                    <a:solidFill>
                      <a:srgbClr val="003366"/>
                    </a:solidFill>
                    <a:latin typeface="Aptos Display" panose="020B0004020202020204" pitchFamily="34" charset="0"/>
                  </a:rPr>
                  <a:t>: The victim model learns to output class 2 ("Bird'') for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𝑤</m:t>
                        </m:r>
                      </m:sub>
                    </m:sSub>
                  </m:oMath>
                </a14:m>
                <a:r>
                  <a:rPr lang="en-US" sz="1600" dirty="0">
                    <a:solidFill>
                      <a:srgbClr val="003366"/>
                    </a:solidFill>
                    <a:latin typeface="Aptos Display" panose="020B0004020202020204" pitchFamily="34" charset="0"/>
                  </a:rPr>
                  <a:t>.</a:t>
                </a:r>
              </a:p>
              <a:p>
                <a:pPr marL="0" indent="0"/>
                <a:endParaRPr lang="en-US" sz="1600" dirty="0">
                  <a:solidFill>
                    <a:srgbClr val="003366"/>
                  </a:solidFill>
                  <a:latin typeface="Aptos Display" panose="020B0004020202020204" pitchFamily="34" charset="0"/>
                </a:endParaRP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smtClean="0">
                            <a:solidFill>
                              <a:srgbClr val="003366"/>
                            </a:solidFill>
                            <a:latin typeface="Cambria Math" panose="02040503050406030204" pitchFamily="18" charset="0"/>
                          </a:rPr>
                          <m:t>𝐒𝐭𝐞𝐩</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𝟐</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𝐐𝐮𝐞𝐫𝐲</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𝐒𝐮𝐬𝐩𝐞𝐜𝐭</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𝐌𝐨𝐝𝐞𝐥</m:t>
                        </m:r>
                      </m:e>
                    </m:box>
                  </m:oMath>
                </a14:m>
                <a:r>
                  <a:rPr lang="en-US" sz="1600" dirty="0">
                    <a:solidFill>
                      <a:srgbClr val="003366"/>
                    </a:solidFill>
                    <a:latin typeface="Aptos Display" panose="020B0004020202020204" pitchFamily="34" charset="0"/>
                  </a:rPr>
                  <a:t>: The defender queries the suspect black-box model with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𝑤</m:t>
                        </m:r>
                      </m:sub>
                    </m:sSub>
                  </m:oMath>
                </a14:m>
                <a:r>
                  <a:rPr lang="en-US" sz="1600" dirty="0">
                    <a:solidFill>
                      <a:srgbClr val="003366"/>
                    </a:solidFill>
                    <a:latin typeface="Aptos Display" panose="020B0004020202020204" pitchFamily="34" charset="0"/>
                  </a:rPr>
                  <a:t>.</a:t>
                </a:r>
              </a:p>
              <a:p>
                <a:pPr marL="0" indent="0"/>
                <a:endParaRPr lang="en-US" sz="1600" dirty="0">
                  <a:solidFill>
                    <a:srgbClr val="003366"/>
                  </a:solidFill>
                  <a:latin typeface="Aptos Display" panose="020B0004020202020204" pitchFamily="34" charset="0"/>
                </a:endParaRP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smtClean="0">
                            <a:solidFill>
                              <a:srgbClr val="003366"/>
                            </a:solidFill>
                            <a:latin typeface="Cambria Math" panose="02040503050406030204" pitchFamily="18" charset="0"/>
                          </a:rPr>
                          <m:t>𝐒𝐭𝐞𝐩</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𝟑</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𝐄𝐱𝐭𝐫𝐚𝐜𝐭</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𝐏𝐫𝐨𝐛𝐚𝐛𝐢𝐥𝐢𝐭𝐢𝐞𝐬</m:t>
                        </m:r>
                      </m:e>
                    </m:box>
                  </m:oMath>
                </a14:m>
                <a:r>
                  <a:rPr lang="en-US" sz="1600" dirty="0">
                    <a:solidFill>
                      <a:srgbClr val="003366"/>
                    </a:solidFill>
                    <a:latin typeface="Aptos Display" panose="020B0004020202020204" pitchFamily="34" charset="0"/>
                  </a:rPr>
                  <a:t>: The suspect model outputs the probability distribution:</a:t>
                </a:r>
              </a:p>
              <a:p>
                <a:r>
                  <a:rPr lang="en-US" sz="1600" dirty="0">
                    <a:solidFill>
                      <a:srgbClr val="003366"/>
                    </a:solidFill>
                    <a:latin typeface="Aptos Display" panose="020B0004020202020204" pitchFamily="34" charset="0"/>
                  </a:rPr>
                  <a:t>    </a:t>
                </a:r>
                <a:endParaRPr lang="en-US" sz="1600"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𝑓</m:t>
                          </m:r>
                        </m:e>
                        <m:sub>
                          <m:r>
                            <m:rPr>
                              <m:nor/>
                            </m:rPr>
                            <a:rPr lang="en-US" sz="1600" i="0" dirty="0" smtClean="0">
                              <a:solidFill>
                                <a:srgbClr val="003366"/>
                              </a:solidFill>
                              <a:latin typeface="Cambria Math" panose="02040503050406030204" pitchFamily="18" charset="0"/>
                            </a:rPr>
                            <m:t>suspect</m:t>
                          </m:r>
                        </m:sub>
                      </m:sSub>
                      <m:d>
                        <m:dPr>
                          <m:ctrlPr>
                            <a:rPr lang="en-US" sz="1600" i="1" dirty="0" smtClean="0">
                              <a:solidFill>
                                <a:srgbClr val="003366"/>
                              </a:solidFill>
                              <a:latin typeface="Cambria Math" panose="02040503050406030204" pitchFamily="18" charset="0"/>
                            </a:rPr>
                          </m:ctrlPr>
                        </m:d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𝑤</m:t>
                              </m:r>
                            </m:sub>
                          </m:sSub>
                        </m:e>
                      </m:d>
                      <m:r>
                        <a:rPr lang="en-US" sz="1600" i="0" dirty="0" smtClean="0">
                          <a:solidFill>
                            <a:srgbClr val="003366"/>
                          </a:solidFill>
                          <a:latin typeface="Cambria Math" panose="02040503050406030204" pitchFamily="18" charset="0"/>
                        </a:rPr>
                        <m:t>=</m:t>
                      </m:r>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0.05,0.10,0.85</m:t>
                              </m:r>
                            </m:e>
                          </m:d>
                        </m:e>
                        <m:sup>
                          <m:r>
                            <a:rPr lang="en-US" sz="1600" i="1" dirty="0" smtClean="0">
                              <a:solidFill>
                                <a:srgbClr val="003366"/>
                              </a:solidFill>
                              <a:latin typeface="Cambria Math" panose="02040503050406030204" pitchFamily="18" charset="0"/>
                            </a:rPr>
                            <m:t>𝑇</m:t>
                          </m:r>
                        </m:sup>
                      </m:sSup>
                    </m:oMath>
                  </m:oMathPara>
                </a14:m>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    </a:t>
                </a:r>
              </a:p>
              <a:p>
                <a:pPr marL="0" indent="0"/>
                <a:r>
                  <a:rPr lang="en-US" sz="1600" dirty="0">
                    <a:solidFill>
                      <a:srgbClr val="003366"/>
                    </a:solidFill>
                    <a:latin typeface="Aptos Display" panose="020B0004020202020204" pitchFamily="34" charset="0"/>
                  </a:rPr>
                  <a:t>where </a:t>
                </a:r>
                <a14:m>
                  <m:oMath xmlns:m="http://schemas.openxmlformats.org/officeDocument/2006/math">
                    <m:r>
                      <a:rPr lang="en-US" sz="1600" dirty="0" smtClean="0">
                        <a:solidFill>
                          <a:srgbClr val="003366"/>
                        </a:solidFill>
                        <a:latin typeface="Cambria Math" panose="02040503050406030204" pitchFamily="18" charset="0"/>
                      </a:rPr>
                      <m:t>0.85</m:t>
                    </m:r>
                  </m:oMath>
                </a14:m>
                <a:r>
                  <a:rPr lang="en-US" sz="1600" dirty="0">
                    <a:solidFill>
                      <a:srgbClr val="003366"/>
                    </a:solidFill>
                    <a:latin typeface="Aptos Display" panose="020B0004020202020204" pitchFamily="34" charset="0"/>
                  </a:rPr>
                  <a:t> corresponds to class 2.</a:t>
                </a:r>
              </a:p>
              <a:p>
                <a:pPr marL="0" indent="0"/>
                <a:endParaRPr lang="en-US" sz="1600" dirty="0">
                  <a:solidFill>
                    <a:srgbClr val="003366"/>
                  </a:solidFill>
                  <a:latin typeface="Aptos Display" panose="020B0004020202020204" pitchFamily="34" charset="0"/>
                </a:endParaRP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smtClean="0">
                            <a:solidFill>
                              <a:srgbClr val="003366"/>
                            </a:solidFill>
                            <a:latin typeface="Cambria Math" panose="02040503050406030204" pitchFamily="18" charset="0"/>
                          </a:rPr>
                          <m:t>𝐒𝐭𝐞𝐩</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𝟒</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𝐎𝐰𝐧𝐞𝐫𝐬𝐡𝐢𝐩</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𝐃𝐞𝐜𝐢𝐬𝐢𝐨𝐧</m:t>
                        </m:r>
                      </m:e>
                    </m:box>
                  </m:oMath>
                </a14:m>
                <a:r>
                  <a:rPr lang="en-US" sz="1600" dirty="0">
                    <a:solidFill>
                      <a:srgbClr val="003366"/>
                    </a:solidFill>
                    <a:latin typeface="Aptos Display" panose="020B0004020202020204" pitchFamily="34" charset="0"/>
                  </a:rPr>
                  <a:t>: Since </a:t>
                </a:r>
                <a14:m>
                  <m:oMath xmlns:m="http://schemas.openxmlformats.org/officeDocument/2006/math">
                    <m:r>
                      <m:rPr>
                        <m:nor/>
                      </m:rPr>
                      <a:rPr lang="en-US" sz="1600" i="0" dirty="0" smtClean="0">
                        <a:solidFill>
                          <a:srgbClr val="003366"/>
                        </a:solidFill>
                        <a:latin typeface="Cambria Math" panose="02040503050406030204" pitchFamily="18" charset="0"/>
                      </a:rPr>
                      <m:t>argmax</m:t>
                    </m:r>
                    <m:r>
                      <m:rPr>
                        <m:nor/>
                      </m:rPr>
                      <a:rPr lang="en-US" sz="1600" i="0" dirty="0" smtClean="0">
                        <a:solidFill>
                          <a:srgbClr val="003366"/>
                        </a:solidFill>
                        <a:latin typeface="Cambria Math" panose="02040503050406030204" pitchFamily="18" charset="0"/>
                      </a:rPr>
                      <m:t> </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𝑓</m:t>
                        </m:r>
                      </m:e>
                      <m:sub>
                        <m:r>
                          <m:rPr>
                            <m:nor/>
                          </m:rPr>
                          <a:rPr lang="en-US" sz="1600" i="0" dirty="0" smtClean="0">
                            <a:solidFill>
                              <a:srgbClr val="003366"/>
                            </a:solidFill>
                            <a:latin typeface="Cambria Math" panose="02040503050406030204" pitchFamily="18" charset="0"/>
                          </a:rPr>
                          <m:t>suspect</m:t>
                        </m:r>
                      </m:sub>
                    </m:sSub>
                    <m:d>
                      <m:dPr>
                        <m:ctrlPr>
                          <a:rPr lang="en-US" sz="1600" i="1" dirty="0" smtClean="0">
                            <a:solidFill>
                              <a:srgbClr val="003366"/>
                            </a:solidFill>
                            <a:latin typeface="Cambria Math" panose="02040503050406030204" pitchFamily="18" charset="0"/>
                          </a:rPr>
                        </m:ctrlPr>
                      </m:dPr>
                      <m:e>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1" dirty="0" smtClean="0">
                                <a:solidFill>
                                  <a:srgbClr val="003366"/>
                                </a:solidFill>
                                <a:latin typeface="Cambria Math" panose="02040503050406030204" pitchFamily="18" charset="0"/>
                              </a:rPr>
                              <m:t>𝑤</m:t>
                            </m:r>
                          </m:sub>
                        </m:sSub>
                      </m:e>
                    </m:d>
                    <m:r>
                      <a:rPr lang="en-US" sz="1600" i="0" dirty="0" smtClean="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 the indicator function </a:t>
                </a:r>
                <a14:m>
                  <m:oMath xmlns:m="http://schemas.openxmlformats.org/officeDocument/2006/math">
                    <m:r>
                      <a:rPr lang="en-US" sz="1600" dirty="0" smtClean="0">
                        <a:solidFill>
                          <a:srgbClr val="003366"/>
                        </a:solidFill>
                        <a:latin typeface="Cambria Math" panose="02040503050406030204" pitchFamily="18" charset="0"/>
                      </a:rPr>
                      <m:t>𝕀</m:t>
                    </m:r>
                    <m:d>
                      <m:dPr>
                        <m:ctrlPr>
                          <a:rPr lang="en-US" sz="1600" i="1" dirty="0" smtClean="0">
                            <a:solidFill>
                              <a:srgbClr val="003366"/>
                            </a:solidFill>
                            <a:latin typeface="Cambria Math" panose="02040503050406030204" pitchFamily="18" charset="0"/>
                          </a:rPr>
                        </m:ctrlPr>
                      </m:dPr>
                      <m:e>
                        <m:r>
                          <a:rPr lang="en-US" sz="1600" i="0" dirty="0" smtClean="0">
                            <a:solidFill>
                              <a:srgbClr val="003366"/>
                            </a:solidFill>
                            <a:latin typeface="Cambria Math" panose="02040503050406030204" pitchFamily="18" charset="0"/>
                          </a:rPr>
                          <m:t>2=2</m:t>
                        </m:r>
                      </m:e>
                    </m:d>
                    <m:r>
                      <a:rPr lang="en-US" sz="1600" i="0" dirty="0" smtClean="0">
                        <a:solidFill>
                          <a:srgbClr val="003366"/>
                        </a:solidFill>
                        <a:latin typeface="Cambria Math" panose="02040503050406030204" pitchFamily="18" charset="0"/>
                      </a:rPr>
                      <m:t>=1</m:t>
                    </m:r>
                  </m:oMath>
                </a14:m>
                <a:r>
                  <a:rPr lang="en-US" sz="1600" dirty="0">
                    <a:solidFill>
                      <a:srgbClr val="003366"/>
                    </a:solidFill>
                    <a:latin typeface="Aptos Display" panose="020B0004020202020204" pitchFamily="34" charset="0"/>
                  </a:rPr>
                  <a:t>. Evaluating this across a trigger set of size 100 shows that the suspect model correctly replicates the backdoor triggers with </a:t>
                </a:r>
                <a14:m>
                  <m:oMath xmlns:m="http://schemas.openxmlformats.org/officeDocument/2006/math">
                    <m:r>
                      <a:rPr lang="en-US" sz="1600" dirty="0" smtClean="0">
                        <a:solidFill>
                          <a:srgbClr val="003366"/>
                        </a:solidFill>
                        <a:latin typeface="Cambria Math" panose="02040503050406030204" pitchFamily="18" charset="0"/>
                      </a:rPr>
                      <m:t>92</m:t>
                    </m:r>
                    <m:r>
                      <a:rPr lang="en-US" sz="1600" i="0" dirty="0" smtClean="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accuracy, which is greater than the threshold </a:t>
                </a:r>
                <a14:m>
                  <m:oMath xmlns:m="http://schemas.openxmlformats.org/officeDocument/2006/math">
                    <m:r>
                      <a:rPr lang="en-US" sz="1600" i="1" dirty="0" smtClean="0">
                        <a:solidFill>
                          <a:srgbClr val="003366"/>
                        </a:solidFill>
                        <a:latin typeface="Cambria Math" panose="02040503050406030204" pitchFamily="18" charset="0"/>
                      </a:rPr>
                      <m:t>𝜏</m:t>
                    </m:r>
                    <m:r>
                      <a:rPr lang="en-US" sz="1600" i="0" dirty="0" smtClean="0">
                        <a:solidFill>
                          <a:srgbClr val="003366"/>
                        </a:solidFill>
                        <a:latin typeface="Cambria Math" panose="02040503050406030204" pitchFamily="18" charset="0"/>
                      </a:rPr>
                      <m:t>=80%</m:t>
                    </m:r>
                  </m:oMath>
                </a14:m>
                <a:r>
                  <a:rPr lang="en-US" sz="1600" dirty="0">
                    <a:solidFill>
                      <a:srgbClr val="003366"/>
                    </a:solidFill>
                    <a:latin typeface="Aptos Display" panose="020B0004020202020204" pitchFamily="34" charset="0"/>
                  </a:rPr>
                  <a:t>, verifying ownership.</a:t>
                </a:r>
              </a:p>
            </p:txBody>
          </p:sp>
        </mc:Choice>
        <mc:Fallback xmlns="">
          <p:sp>
            <p:nvSpPr>
              <p:cNvPr id="4" name="Content Placeholder 3">
                <a:extLst>
                  <a:ext uri="{FF2B5EF4-FFF2-40B4-BE49-F238E27FC236}">
                    <a16:creationId xmlns:a16="http://schemas.microsoft.com/office/drawing/2014/main" id="{1ED44C60-1DB2-5D2A-2DC8-A28796E6F298}"/>
                  </a:ext>
                </a:extLst>
              </p:cNvPr>
              <p:cNvSpPr>
                <a:spLocks noGrp="1" noRot="1" noChangeAspect="1" noMove="1" noResize="1" noEditPoints="1" noAdjustHandles="1" noChangeArrowheads="1" noChangeShapeType="1" noTextEdit="1"/>
              </p:cNvSpPr>
              <p:nvPr>
                <p:ph idx="1"/>
              </p:nvPr>
            </p:nvSpPr>
            <p:spPr>
              <a:xfrm>
                <a:off x="719138" y="1066799"/>
                <a:ext cx="7813302" cy="5546726"/>
              </a:xfrm>
              <a:blipFill>
                <a:blip r:embed="rId3"/>
                <a:stretch>
                  <a:fillRect l="-1461" t="-1144" r="-81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46F3A82A-F63A-C552-1226-255C12552C3C}"/>
              </a:ext>
            </a:extLst>
          </p:cNvPr>
          <p:cNvSpPr>
            <a:spLocks noGrp="1"/>
          </p:cNvSpPr>
          <p:nvPr>
            <p:ph type="sldNum" sz="quarter" idx="10"/>
          </p:nvPr>
        </p:nvSpPr>
        <p:spPr/>
        <p:txBody>
          <a:bodyPr/>
          <a:lstStyle/>
          <a:p>
            <a:pPr>
              <a:defRPr/>
            </a:pPr>
            <a:fld id="{FE5AEF74-5102-4921-8DBA-649C609AF6D1}" type="slidenum">
              <a:rPr lang="it-IT" smtClean="0"/>
              <a:pPr>
                <a:defRPr/>
              </a:pPr>
              <a:t>15</a:t>
            </a:fld>
            <a:endParaRPr lang="it-IT"/>
          </a:p>
        </p:txBody>
      </p:sp>
      <p:sp>
        <p:nvSpPr>
          <p:cNvPr id="5" name="Round Diagonal Corner Rectangle 4">
            <a:extLst>
              <a:ext uri="{FF2B5EF4-FFF2-40B4-BE49-F238E27FC236}">
                <a16:creationId xmlns:a16="http://schemas.microsoft.com/office/drawing/2014/main" id="{64BC6D56-4E86-6CE0-90A0-6E090C823CA9}"/>
              </a:ext>
            </a:extLst>
          </p:cNvPr>
          <p:cNvSpPr/>
          <p:nvPr/>
        </p:nvSpPr>
        <p:spPr>
          <a:xfrm>
            <a:off x="395536" y="1772816"/>
            <a:ext cx="8352928" cy="50405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CE53F6F7-D882-502C-43B0-2FBC14006A9C}"/>
              </a:ext>
            </a:extLst>
          </p:cNvPr>
          <p:cNvSpPr/>
          <p:nvPr/>
        </p:nvSpPr>
        <p:spPr>
          <a:xfrm>
            <a:off x="395536" y="2380086"/>
            <a:ext cx="8352928" cy="50405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A3A84857-C397-138E-3F13-F79011893E6E}"/>
              </a:ext>
            </a:extLst>
          </p:cNvPr>
          <p:cNvSpPr/>
          <p:nvPr/>
        </p:nvSpPr>
        <p:spPr>
          <a:xfrm>
            <a:off x="395536" y="3027100"/>
            <a:ext cx="8352928" cy="148202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 Diagonal Corner Rectangle 7">
            <a:extLst>
              <a:ext uri="{FF2B5EF4-FFF2-40B4-BE49-F238E27FC236}">
                <a16:creationId xmlns:a16="http://schemas.microsoft.com/office/drawing/2014/main" id="{0E9C16F3-40C4-0471-16ED-B49E8DEEF7BF}"/>
              </a:ext>
            </a:extLst>
          </p:cNvPr>
          <p:cNvSpPr/>
          <p:nvPr/>
        </p:nvSpPr>
        <p:spPr>
          <a:xfrm>
            <a:off x="395536" y="4652078"/>
            <a:ext cx="8352928" cy="1354177"/>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93456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2237-5339-6F1C-4C37-0B4CDD2A2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F451C-7CDD-C9BE-1CB6-ED8EDAF432E9}"/>
              </a:ext>
            </a:extLst>
          </p:cNvPr>
          <p:cNvSpPr>
            <a:spLocks noGrp="1"/>
          </p:cNvSpPr>
          <p:nvPr>
            <p:ph type="title"/>
          </p:nvPr>
        </p:nvSpPr>
        <p:spPr>
          <a:xfrm>
            <a:off x="719138" y="286544"/>
            <a:ext cx="3348806" cy="838200"/>
          </a:xfrm>
        </p:spPr>
        <p:txBody>
          <a:bodyPr/>
          <a:lstStyle/>
          <a:p>
            <a:r>
              <a:rPr lang="en-CA" sz="2800" i="1" dirty="0">
                <a:latin typeface="Cambria"/>
              </a:rPr>
              <a:t>F</a:t>
            </a:r>
            <a:r>
              <a:rPr lang="en-CA" sz="2600" i="1" dirty="0">
                <a:latin typeface="Cambria"/>
              </a:rPr>
              <a:t>INGERPRINTING</a:t>
            </a:r>
            <a:endParaRPr lang="en-CA" sz="2600" b="1" i="1" dirty="0">
              <a:solidFill>
                <a:srgbClr val="003F6E"/>
              </a:solidFill>
              <a:latin typeface="Cambria"/>
            </a:endParaRPr>
          </a:p>
        </p:txBody>
      </p:sp>
      <p:sp>
        <p:nvSpPr>
          <p:cNvPr id="4" name="Content Placeholder 3">
            <a:extLst>
              <a:ext uri="{FF2B5EF4-FFF2-40B4-BE49-F238E27FC236}">
                <a16:creationId xmlns:a16="http://schemas.microsoft.com/office/drawing/2014/main" id="{944801B5-97D5-21FC-A109-396F705BEDDE}"/>
              </a:ext>
            </a:extLst>
          </p:cNvPr>
          <p:cNvSpPr>
            <a:spLocks noGrp="1"/>
          </p:cNvSpPr>
          <p:nvPr>
            <p:ph idx="1"/>
          </p:nvPr>
        </p:nvSpPr>
        <p:spPr>
          <a:xfrm>
            <a:off x="323528" y="1066800"/>
            <a:ext cx="8625210" cy="5530552"/>
          </a:xfrm>
        </p:spPr>
        <p:txBody>
          <a:bodyPr/>
          <a:lstStyle/>
          <a:p>
            <a:pPr marL="0" indent="0"/>
            <a:r>
              <a:rPr lang="en-US" sz="1600" dirty="0">
                <a:solidFill>
                  <a:srgbClr val="003366"/>
                </a:solidFill>
                <a:latin typeface="Aptos Display" panose="020B0004020202020204" pitchFamily="34" charset="0"/>
              </a:rPr>
              <a:t>Unlike watermarking, fingerprinting does not alter the training dataset. Instead, it leverages the unique, complex decision boundaries formed naturally during training. The defender identifies a set of adversarial examples or boundary points (conferrable inputs) that lie extremely close to the victim model's decision boundaries. </a:t>
            </a:r>
          </a:p>
        </p:txBody>
      </p:sp>
      <p:sp>
        <p:nvSpPr>
          <p:cNvPr id="3" name="Slide Number Placeholder 2">
            <a:extLst>
              <a:ext uri="{FF2B5EF4-FFF2-40B4-BE49-F238E27FC236}">
                <a16:creationId xmlns:a16="http://schemas.microsoft.com/office/drawing/2014/main" id="{11C03EFF-2EEA-82C9-39B1-229BAA790AC6}"/>
              </a:ext>
            </a:extLst>
          </p:cNvPr>
          <p:cNvSpPr>
            <a:spLocks noGrp="1"/>
          </p:cNvSpPr>
          <p:nvPr>
            <p:ph type="sldNum" sz="quarter" idx="10"/>
          </p:nvPr>
        </p:nvSpPr>
        <p:spPr/>
        <p:txBody>
          <a:bodyPr/>
          <a:lstStyle/>
          <a:p>
            <a:pPr>
              <a:defRPr/>
            </a:pPr>
            <a:fld id="{FE5AEF74-5102-4921-8DBA-649C609AF6D1}" type="slidenum">
              <a:rPr lang="it-IT" smtClean="0"/>
              <a:pPr>
                <a:defRPr/>
              </a:pPr>
              <a:t>16</a:t>
            </a:fld>
            <a:endParaRPr lang="it-IT"/>
          </a:p>
        </p:txBody>
      </p:sp>
      <p:pic>
        <p:nvPicPr>
          <p:cNvPr id="5" name="Picture 4">
            <a:extLst>
              <a:ext uri="{FF2B5EF4-FFF2-40B4-BE49-F238E27FC236}">
                <a16:creationId xmlns:a16="http://schemas.microsoft.com/office/drawing/2014/main" id="{FFACAE49-A2FD-52F2-777A-9C1BF2850BE2}"/>
              </a:ext>
            </a:extLst>
          </p:cNvPr>
          <p:cNvPicPr>
            <a:picLocks noChangeAspect="1"/>
          </p:cNvPicPr>
          <p:nvPr/>
        </p:nvPicPr>
        <p:blipFill>
          <a:blip r:embed="rId3"/>
          <a:stretch>
            <a:fillRect/>
          </a:stretch>
        </p:blipFill>
        <p:spPr>
          <a:xfrm>
            <a:off x="539552" y="2852936"/>
            <a:ext cx="7772400" cy="3455552"/>
          </a:xfrm>
          <a:prstGeom prst="rect">
            <a:avLst/>
          </a:prstGeom>
        </p:spPr>
      </p:pic>
    </p:spTree>
    <p:extLst>
      <p:ext uri="{BB962C8B-B14F-4D97-AF65-F5344CB8AC3E}">
        <p14:creationId xmlns:p14="http://schemas.microsoft.com/office/powerpoint/2010/main" val="1734673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F36B6-0DA3-65F9-AE40-C929C56B9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CB714-A62F-490A-8C4E-D92F356A6E2A}"/>
              </a:ext>
            </a:extLst>
          </p:cNvPr>
          <p:cNvSpPr>
            <a:spLocks noGrp="1"/>
          </p:cNvSpPr>
          <p:nvPr>
            <p:ph type="title"/>
          </p:nvPr>
        </p:nvSpPr>
        <p:spPr>
          <a:xfrm>
            <a:off x="719138" y="286544"/>
            <a:ext cx="3348806" cy="838200"/>
          </a:xfrm>
        </p:spPr>
        <p:txBody>
          <a:bodyPr/>
          <a:lstStyle/>
          <a:p>
            <a:r>
              <a:rPr lang="en-CA" sz="2800" i="1" dirty="0">
                <a:latin typeface="Cambria"/>
              </a:rPr>
              <a:t>F</a:t>
            </a:r>
            <a:r>
              <a:rPr lang="en-CA" sz="2600" i="1" dirty="0">
                <a:latin typeface="Cambria"/>
              </a:rPr>
              <a:t>INGERPRINTING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F8B556A-0158-2126-1915-E932D3D5788C}"/>
                  </a:ext>
                </a:extLst>
              </p:cNvPr>
              <p:cNvSpPr>
                <a:spLocks noGrp="1"/>
              </p:cNvSpPr>
              <p:nvPr>
                <p:ph idx="1"/>
              </p:nvPr>
            </p:nvSpPr>
            <p:spPr>
              <a:xfrm>
                <a:off x="467544" y="1066800"/>
                <a:ext cx="7957318" cy="5530552"/>
              </a:xfrm>
            </p:spPr>
            <p:txBody>
              <a:bodyPr/>
              <a:lstStyle/>
              <a:p>
                <a:pPr marL="0" indent="0"/>
                <a:r>
                  <a:rPr lang="en-US" sz="1600" dirty="0">
                    <a:solidFill>
                      <a:srgbClr val="003366"/>
                    </a:solidFill>
                    <a:latin typeface="Aptos Display" panose="020B0004020202020204" pitchFamily="34" charset="0"/>
                  </a:rPr>
                  <a:t>The defender generates a set of fingerprint queries </a:t>
                </a:r>
                <a14:m>
                  <m:oMath xmlns:m="http://schemas.openxmlformats.org/officeDocument/2006/math">
                    <m:r>
                      <a:rPr lang="en-US" sz="1600" i="1" dirty="0" smtClean="0">
                        <a:solidFill>
                          <a:srgbClr val="003366"/>
                        </a:solidFill>
                        <a:latin typeface="Cambria Math" panose="02040503050406030204" pitchFamily="18" charset="0"/>
                      </a:rPr>
                      <m:t>𝑆</m:t>
                    </m:r>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1</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0" dirty="0">
                                <a:solidFill>
                                  <a:srgbClr val="003366"/>
                                </a:solidFill>
                                <a:latin typeface="Cambria Math" panose="02040503050406030204" pitchFamily="18" charset="0"/>
                              </a:rPr>
                              <m:t>2</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𝑀</m:t>
                            </m:r>
                          </m:sub>
                        </m:sSub>
                      </m:e>
                    </m:d>
                  </m:oMath>
                </a14:m>
                <a:r>
                  <a:rPr lang="en-US" sz="1600" dirty="0">
                    <a:solidFill>
                      <a:srgbClr val="003366"/>
                    </a:solidFill>
                    <a:latin typeface="Aptos Display" panose="020B0004020202020204" pitchFamily="34" charset="0"/>
                  </a:rPr>
                  <a:t> using adversarial perturbation methods (such as the Fast Gradient Sign Method) on the victim model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victim</m:t>
                        </m:r>
                      </m:sub>
                    </m:sSub>
                  </m:oMath>
                </a14:m>
                <a:r>
                  <a:rPr lang="en-US" sz="1600" dirty="0">
                    <a:solidFill>
                      <a:srgbClr val="003366"/>
                    </a:solidFill>
                    <a:latin typeface="Aptos Display" panose="020B0004020202020204" pitchFamily="34" charset="0"/>
                  </a:rPr>
                  <a:t>.</a:t>
                </a: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For a suspect model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oMath>
                </a14:m>
                <a:r>
                  <a:rPr lang="en-US" sz="1600" dirty="0">
                    <a:solidFill>
                      <a:srgbClr val="003366"/>
                    </a:solidFill>
                    <a:latin typeface="Aptos Display" panose="020B0004020202020204" pitchFamily="34" charset="0"/>
                  </a:rPr>
                  <a:t>, the defender calculates the agreement rate:</a:t>
                </a:r>
              </a:p>
              <a:p>
                <a:pPr marL="0" indent="0"/>
                <a:endParaRPr lang="en-US" sz="16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eqArr>
                      <m:eqArrPr>
                        <m:ctrlPr>
                          <a:rPr lang="en-US" sz="1600" i="1" dirty="0" smtClean="0">
                            <a:solidFill>
                              <a:srgbClr val="003366"/>
                            </a:solidFill>
                            <a:latin typeface="Cambria Math" panose="02040503050406030204" pitchFamily="18" charset="0"/>
                          </a:rPr>
                        </m:ctrlPr>
                      </m:eqArrPr>
                      <m:e>
                        <m:r>
                          <m:rPr>
                            <m:nor/>
                          </m:rPr>
                          <a:rPr lang="en-US" sz="1600" i="0" dirty="0">
                            <a:solidFill>
                              <a:srgbClr val="003366"/>
                            </a:solidFill>
                            <a:latin typeface="Cambria Math" panose="02040503050406030204" pitchFamily="18" charset="0"/>
                          </a:rPr>
                          <m:t>Agreement</m:t>
                        </m:r>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victim</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e>
                        </m:d>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m:t>
                            </m:r>
                          </m:num>
                          <m:den>
                            <m:r>
                              <a:rPr lang="en-US" sz="1600" i="1" dirty="0">
                                <a:solidFill>
                                  <a:srgbClr val="003366"/>
                                </a:solidFill>
                                <a:latin typeface="Cambria Math" panose="02040503050406030204" pitchFamily="18" charset="0"/>
                              </a:rPr>
                              <m:t>𝑀</m:t>
                            </m:r>
                          </m:den>
                        </m:f>
                        <m:nary>
                          <m:naryPr>
                            <m:chr m:val="∑"/>
                            <m:limLoc m:val="undOvr"/>
                            <m:ctrlPr>
                              <a:rPr lang="en-US" sz="1600" i="1" dirty="0">
                                <a:solidFill>
                                  <a:srgbClr val="003366"/>
                                </a:solidFill>
                                <a:latin typeface="Cambria Math" panose="02040503050406030204" pitchFamily="18" charset="0"/>
                              </a:rPr>
                            </m:ctrlPr>
                          </m:naryPr>
                          <m:sub>
                            <m:r>
                              <a:rPr lang="en-US" sz="1600" i="1" dirty="0">
                                <a:solidFill>
                                  <a:srgbClr val="003366"/>
                                </a:solidFill>
                                <a:latin typeface="Cambria Math" panose="02040503050406030204" pitchFamily="18" charset="0"/>
                              </a:rPr>
                              <m:t>𝑖</m:t>
                            </m:r>
                            <m:r>
                              <a:rPr lang="en-US" sz="1600" i="0" dirty="0">
                                <a:solidFill>
                                  <a:srgbClr val="003366"/>
                                </a:solidFill>
                                <a:latin typeface="Cambria Math" panose="02040503050406030204" pitchFamily="18" charset="0"/>
                              </a:rPr>
                              <m:t>=1</m:t>
                            </m:r>
                          </m:sub>
                          <m:sup>
                            <m:r>
                              <a:rPr lang="en-US" sz="1600" i="1" dirty="0">
                                <a:solidFill>
                                  <a:srgbClr val="003366"/>
                                </a:solidFill>
                                <a:latin typeface="Cambria Math" panose="02040503050406030204" pitchFamily="18" charset="0"/>
                              </a:rPr>
                              <m:t>𝑀</m:t>
                            </m:r>
                          </m:sup>
                          <m:e>
                            <m:r>
                              <a:rPr lang="en-US" sz="1600" i="0" dirty="0">
                                <a:solidFill>
                                  <a:srgbClr val="003366"/>
                                </a:solidFill>
                                <a:latin typeface="Cambria Math" panose="02040503050406030204" pitchFamily="18" charset="0"/>
                              </a:rPr>
                              <m:t>𝕀</m:t>
                            </m:r>
                          </m:e>
                        </m:nary>
                        <m:d>
                          <m:dPr>
                            <m:ctrlPr>
                              <a:rPr lang="en-US" sz="1600" i="1" dirty="0">
                                <a:solidFill>
                                  <a:srgbClr val="003366"/>
                                </a:solidFill>
                                <a:latin typeface="Cambria Math" panose="02040503050406030204" pitchFamily="18" charset="0"/>
                              </a:rPr>
                            </m:ctrlPr>
                          </m:dPr>
                          <m:e>
                            <m:r>
                              <m:rPr>
                                <m:nor/>
                              </m:rPr>
                              <a:rPr lang="en-US" sz="1600" i="0" dirty="0">
                                <a:solidFill>
                                  <a:srgbClr val="003366"/>
                                </a:solidFill>
                                <a:latin typeface="Cambria Math" panose="02040503050406030204" pitchFamily="18" charset="0"/>
                              </a:rPr>
                              <m:t>argmax</m:t>
                            </m:r>
                            <m:r>
                              <m:rPr>
                                <m:nor/>
                              </m:rPr>
                              <a:rPr lang="en-US" sz="1600" i="0" dirty="0">
                                <a:solidFill>
                                  <a:srgbClr val="003366"/>
                                </a:solidFill>
                                <a:latin typeface="Cambria Math" panose="02040503050406030204" pitchFamily="18" charset="0"/>
                              </a:rPr>
                              <m:t> </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victim</m:t>
                                </m:r>
                              </m:sub>
                            </m:sSub>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e>
                            </m:d>
                            <m:r>
                              <a:rPr lang="en-US" sz="1600" i="0" dirty="0">
                                <a:solidFill>
                                  <a:srgbClr val="003366"/>
                                </a:solidFill>
                                <a:latin typeface="Cambria Math" panose="02040503050406030204" pitchFamily="18" charset="0"/>
                              </a:rPr>
                              <m:t>=</m:t>
                            </m:r>
                            <m:r>
                              <m:rPr>
                                <m:nor/>
                              </m:rPr>
                              <a:rPr lang="en-US" sz="1600" i="0" dirty="0">
                                <a:solidFill>
                                  <a:srgbClr val="003366"/>
                                </a:solidFill>
                                <a:latin typeface="Cambria Math" panose="02040503050406030204" pitchFamily="18" charset="0"/>
                              </a:rPr>
                              <m:t>argmax</m:t>
                            </m:r>
                            <m:r>
                              <m:rPr>
                                <m:nor/>
                              </m:rPr>
                              <a:rPr lang="en-US" sz="1600" i="0" dirty="0">
                                <a:solidFill>
                                  <a:srgbClr val="003366"/>
                                </a:solidFill>
                                <a:latin typeface="Cambria Math" panose="02040503050406030204" pitchFamily="18" charset="0"/>
                              </a:rPr>
                              <m:t> </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𝑥</m:t>
                                    </m:r>
                                  </m:e>
                                  <m:sub>
                                    <m:r>
                                      <a:rPr lang="en-US" sz="1600" i="1" dirty="0">
                                        <a:solidFill>
                                          <a:srgbClr val="003366"/>
                                        </a:solidFill>
                                        <a:latin typeface="Cambria Math" panose="02040503050406030204" pitchFamily="18" charset="0"/>
                                      </a:rPr>
                                      <m:t>𝑖</m:t>
                                    </m:r>
                                  </m:sub>
                                </m:sSub>
                              </m:e>
                            </m:d>
                          </m:e>
                        </m:d>
                      </m:e>
                    </m:eqArr>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Under the null hypothesis that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oMath>
                </a14:m>
                <a:r>
                  <a:rPr lang="en-US" sz="1600" dirty="0">
                    <a:solidFill>
                      <a:srgbClr val="003366"/>
                    </a:solidFill>
                    <a:latin typeface="Aptos Display" panose="020B0004020202020204" pitchFamily="34" charset="0"/>
                  </a:rPr>
                  <a:t> was trained independently, the agreement rate should be low (similar to random chance or standard cross-model generalization). If the agreement rate exceeds a threshold:</a:t>
                </a:r>
              </a:p>
              <a:p>
                <a:pPr marL="0" indent="0"/>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600" i="1" dirty="0" smtClean="0">
                            <a:solidFill>
                              <a:srgbClr val="003366"/>
                            </a:solidFill>
                            <a:latin typeface="Cambria Math" panose="02040503050406030204" pitchFamily="18" charset="0"/>
                          </a:rPr>
                        </m:ctrlPr>
                      </m:eqArrPr>
                      <m:e>
                        <m:r>
                          <m:rPr>
                            <m:nor/>
                          </m:rPr>
                          <a:rPr lang="en-US" sz="1600" i="0" dirty="0">
                            <a:solidFill>
                              <a:srgbClr val="003366"/>
                            </a:solidFill>
                            <a:latin typeface="Cambria Math" panose="02040503050406030204" pitchFamily="18" charset="0"/>
                          </a:rPr>
                          <m:t>Agreement</m:t>
                        </m:r>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victim</m:t>
                                </m:r>
                              </m:sub>
                            </m:sSub>
                            <m:r>
                              <a:rPr lang="en-US" sz="1600" i="0" dirty="0">
                                <a:solidFill>
                                  <a:srgbClr val="003366"/>
                                </a:solidFill>
                                <a:latin typeface="Cambria Math" panose="02040503050406030204" pitchFamily="18" charset="0"/>
                              </a:rPr>
                              <m:t>,</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𝜃</m:t>
                        </m:r>
                      </m:e>
                    </m:eqArr>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the defender rejects the null hypothesis and asserts that the suspect model was extracted from the victim model.</a:t>
                </a:r>
              </a:p>
            </p:txBody>
          </p:sp>
        </mc:Choice>
        <mc:Fallback xmlns="">
          <p:sp>
            <p:nvSpPr>
              <p:cNvPr id="4" name="Content Placeholder 3">
                <a:extLst>
                  <a:ext uri="{FF2B5EF4-FFF2-40B4-BE49-F238E27FC236}">
                    <a16:creationId xmlns:a16="http://schemas.microsoft.com/office/drawing/2014/main" id="{BF8B556A-0158-2126-1915-E932D3D5788C}"/>
                  </a:ext>
                </a:extLst>
              </p:cNvPr>
              <p:cNvSpPr>
                <a:spLocks noGrp="1" noRot="1" noChangeAspect="1" noMove="1" noResize="1" noEditPoints="1" noAdjustHandles="1" noChangeArrowheads="1" noChangeShapeType="1" noTextEdit="1"/>
              </p:cNvSpPr>
              <p:nvPr>
                <p:ph idx="1"/>
              </p:nvPr>
            </p:nvSpPr>
            <p:spPr>
              <a:xfrm>
                <a:off x="467544" y="1066800"/>
                <a:ext cx="7957318" cy="5530552"/>
              </a:xfrm>
              <a:blipFill>
                <a:blip r:embed="rId3"/>
                <a:stretch>
                  <a:fillRect l="-1592" t="-1147" r="-1911"/>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9D44C30-E9D8-D42F-BE2C-1EA42C505E24}"/>
              </a:ext>
            </a:extLst>
          </p:cNvPr>
          <p:cNvSpPr>
            <a:spLocks noGrp="1"/>
          </p:cNvSpPr>
          <p:nvPr>
            <p:ph type="sldNum" sz="quarter" idx="10"/>
          </p:nvPr>
        </p:nvSpPr>
        <p:spPr/>
        <p:txBody>
          <a:bodyPr/>
          <a:lstStyle/>
          <a:p>
            <a:pPr>
              <a:defRPr/>
            </a:pPr>
            <a:fld id="{FE5AEF74-5102-4921-8DBA-649C609AF6D1}" type="slidenum">
              <a:rPr lang="it-IT" smtClean="0"/>
              <a:pPr>
                <a:defRPr/>
              </a:pPr>
              <a:t>17</a:t>
            </a:fld>
            <a:endParaRPr lang="it-IT"/>
          </a:p>
        </p:txBody>
      </p:sp>
      <p:sp>
        <p:nvSpPr>
          <p:cNvPr id="5" name="Round Diagonal Corner Rectangle 4">
            <a:extLst>
              <a:ext uri="{FF2B5EF4-FFF2-40B4-BE49-F238E27FC236}">
                <a16:creationId xmlns:a16="http://schemas.microsoft.com/office/drawing/2014/main" id="{27C38F7A-9DCD-2DCD-ED76-5ADADDCEB2FC}"/>
              </a:ext>
            </a:extLst>
          </p:cNvPr>
          <p:cNvSpPr/>
          <p:nvPr/>
        </p:nvSpPr>
        <p:spPr>
          <a:xfrm>
            <a:off x="195262" y="980728"/>
            <a:ext cx="8481194" cy="208823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BCEAAF43-FA27-5180-CC36-7DA9A398CF45}"/>
              </a:ext>
            </a:extLst>
          </p:cNvPr>
          <p:cNvSpPr/>
          <p:nvPr/>
        </p:nvSpPr>
        <p:spPr>
          <a:xfrm>
            <a:off x="195262" y="3501008"/>
            <a:ext cx="8481194" cy="244827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60589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680CD-B119-20E6-872B-E8E6379E9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A23C6-45E1-04C2-31BD-4FF34D0306F3}"/>
              </a:ext>
            </a:extLst>
          </p:cNvPr>
          <p:cNvSpPr>
            <a:spLocks noGrp="1"/>
          </p:cNvSpPr>
          <p:nvPr>
            <p:ph type="title"/>
          </p:nvPr>
        </p:nvSpPr>
        <p:spPr>
          <a:xfrm>
            <a:off x="719138" y="286544"/>
            <a:ext cx="3348806" cy="838200"/>
          </a:xfrm>
        </p:spPr>
        <p:txBody>
          <a:bodyPr/>
          <a:lstStyle/>
          <a:p>
            <a:r>
              <a:rPr lang="en-CA" sz="2800" i="1" dirty="0">
                <a:latin typeface="Cambria"/>
              </a:rPr>
              <a:t>F</a:t>
            </a:r>
            <a:r>
              <a:rPr lang="en-CA" sz="2600" i="1" dirty="0">
                <a:latin typeface="Cambria"/>
              </a:rPr>
              <a:t>INGERPRINTING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2597359-FEF4-B43B-6155-17A579350B84}"/>
                  </a:ext>
                </a:extLst>
              </p:cNvPr>
              <p:cNvSpPr>
                <a:spLocks noGrp="1"/>
              </p:cNvSpPr>
              <p:nvPr>
                <p:ph idx="1"/>
              </p:nvPr>
            </p:nvSpPr>
            <p:spPr>
              <a:xfrm>
                <a:off x="467544" y="1066800"/>
                <a:ext cx="7776864" cy="5530552"/>
              </a:xfrm>
            </p:spPr>
            <p:txBody>
              <a:bodyPr/>
              <a:lstStyle/>
              <a:p>
                <a:pPr marL="0" indent="0"/>
                <a:r>
                  <a:rPr lang="en-US" sz="1600" dirty="0">
                    <a:solidFill>
                      <a:srgbClr val="003366"/>
                    </a:solidFill>
                    <a:latin typeface="Aptos Display" panose="020B0004020202020204" pitchFamily="34" charset="0"/>
                  </a:rPr>
                  <a:t>Consider a fingerprint set of </a:t>
                </a:r>
                <a14:m>
                  <m:oMath xmlns:m="http://schemas.openxmlformats.org/officeDocument/2006/math">
                    <m:r>
                      <a:rPr lang="en-US" sz="1600" i="1" dirty="0" smtClean="0">
                        <a:solidFill>
                          <a:srgbClr val="003366"/>
                        </a:solidFill>
                        <a:latin typeface="Cambria Math" panose="02040503050406030204" pitchFamily="18" charset="0"/>
                      </a:rPr>
                      <m:t>𝑀</m:t>
                    </m:r>
                    <m:r>
                      <a:rPr lang="en-US" sz="1600" i="0" dirty="0">
                        <a:solidFill>
                          <a:srgbClr val="003366"/>
                        </a:solidFill>
                        <a:latin typeface="Cambria Math" panose="02040503050406030204" pitchFamily="18" charset="0"/>
                      </a:rPr>
                      <m:t>=3</m:t>
                    </m:r>
                  </m:oMath>
                </a14:m>
                <a:r>
                  <a:rPr lang="en-US" sz="1600" dirty="0">
                    <a:solidFill>
                      <a:srgbClr val="003366"/>
                    </a:solidFill>
                    <a:latin typeface="Aptos Display" panose="020B0004020202020204" pitchFamily="34" charset="0"/>
                  </a:rPr>
                  <a:t> inputs (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1</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2</m:t>
                        </m:r>
                      </m:sub>
                    </m:sSub>
                    <m:r>
                      <a:rPr lang="en-US" sz="1600" i="0" dirty="0" smtClean="0">
                        <a:solidFill>
                          <a:srgbClr val="003366"/>
                        </a:solidFill>
                        <a:latin typeface="Cambria Math" panose="02040503050406030204" pitchFamily="18" charset="0"/>
                      </a:rPr>
                      <m:t>,</m:t>
                    </m:r>
                    <m:sSub>
                      <m:sSubPr>
                        <m:ctrlPr>
                          <a:rPr lang="en-US" sz="1600" i="1" dirty="0" smtClean="0">
                            <a:solidFill>
                              <a:srgbClr val="003366"/>
                            </a:solidFill>
                            <a:latin typeface="Cambria Math" panose="02040503050406030204" pitchFamily="18" charset="0"/>
                          </a:rPr>
                        </m:ctrlPr>
                      </m:sSubPr>
                      <m:e>
                        <m:r>
                          <a:rPr lang="en-US" sz="1600" i="1" dirty="0" smtClean="0">
                            <a:solidFill>
                              <a:srgbClr val="003366"/>
                            </a:solidFill>
                            <a:latin typeface="Cambria Math" panose="02040503050406030204" pitchFamily="18" charset="0"/>
                          </a:rPr>
                          <m:t>𝑥</m:t>
                        </m:r>
                      </m:e>
                      <m:sub>
                        <m:r>
                          <a:rPr lang="en-US" sz="1600" i="0" dirty="0" smtClean="0">
                            <a:solidFill>
                              <a:srgbClr val="003366"/>
                            </a:solidFill>
                            <a:latin typeface="Cambria Math" panose="02040503050406030204" pitchFamily="18" charset="0"/>
                          </a:rPr>
                          <m:t>3</m:t>
                        </m:r>
                      </m:sub>
                    </m:sSub>
                  </m:oMath>
                </a14:m>
                <a:r>
                  <a:rPr lang="en-US" sz="1600" dirty="0">
                    <a:solidFill>
                      <a:srgbClr val="003366"/>
                    </a:solidFill>
                    <a:latin typeface="Aptos Display" panose="020B0004020202020204" pitchFamily="34" charset="0"/>
                  </a:rPr>
                  <a:t> ).</a:t>
                </a:r>
              </a:p>
              <a:p>
                <a:pPr marL="0" indent="0"/>
                <a:endParaRPr lang="en-US" sz="1600" dirty="0">
                  <a:solidFill>
                    <a:srgbClr val="003366"/>
                  </a:solidFill>
                  <a:latin typeface="Aptos Display" panose="020B0004020202020204" pitchFamily="34" charset="0"/>
                </a:endParaRP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smtClean="0">
                            <a:solidFill>
                              <a:srgbClr val="003366"/>
                            </a:solidFill>
                            <a:latin typeface="Cambria Math" panose="02040503050406030204" pitchFamily="18" charset="0"/>
                          </a:rPr>
                          <m:t>𝐒𝐭𝐞𝐩</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𝟏</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𝐎𝐛𝐭𝐚𝐢𝐧</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𝐕𝐢𝐜𝐭𝐢𝐦</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𝐏𝐫𝐞𝐝𝐢𝐜𝐭𝐢𝐨𝐧𝐬</m:t>
                        </m:r>
                      </m:e>
                    </m:box>
                  </m:oMath>
                </a14:m>
                <a:r>
                  <a:rPr lang="en-US" sz="1600" dirty="0">
                    <a:solidFill>
                      <a:srgbClr val="003366"/>
                    </a:solidFill>
                    <a:latin typeface="Aptos Display" panose="020B0004020202020204" pitchFamily="34" charset="0"/>
                  </a:rPr>
                  <a:t>: The victim model predicts:</a:t>
                </a:r>
              </a:p>
              <a:p>
                <a:r>
                  <a:rPr lang="en-US" sz="1600" dirty="0">
                    <a:solidFill>
                      <a:srgbClr val="003366"/>
                    </a:solidFill>
                    <a:latin typeface="Aptos Display" panose="020B0004020202020204" pitchFamily="34" charset="0"/>
                  </a:rPr>
                  <a:t>    </a:t>
                </a:r>
                <a:endParaRPr lang="en-US" sz="1600" i="0"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r>
                      <m:rPr>
                        <m:nor/>
                      </m:rPr>
                      <a:rPr lang="en-US" sz="1600" i="0" dirty="0">
                        <a:solidFill>
                          <a:srgbClr val="003366"/>
                        </a:solidFill>
                        <a:latin typeface="Cambria Math" panose="02040503050406030204" pitchFamily="18" charset="0"/>
                      </a:rPr>
                      <m:t>argmax</m:t>
                    </m:r>
                    <m:r>
                      <m:rPr>
                        <m:nor/>
                      </m:rPr>
                      <a:rPr lang="en-US" sz="1600" i="0" dirty="0">
                        <a:solidFill>
                          <a:srgbClr val="003366"/>
                        </a:solidFill>
                        <a:latin typeface="Cambria Math" panose="02040503050406030204" pitchFamily="18" charset="0"/>
                      </a:rPr>
                      <m:t> </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victim</m:t>
                        </m:r>
                      </m:sub>
                    </m:s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𝑆</m:t>
                        </m:r>
                      </m:e>
                    </m:d>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1,0,1</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    </a:t>
                </a: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𝐒𝐭𝐞𝐩</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𝟐</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𝐎𝐛𝐭𝐚𝐢𝐧</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𝐒𝐮𝐬𝐩𝐞𝐜𝐭</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𝐩𝐫𝐞𝐝𝐢𝐜𝐭𝐢𝐨𝐧𝐬</m:t>
                        </m:r>
                      </m:e>
                    </m:box>
                  </m:oMath>
                </a14:m>
                <a:r>
                  <a:rPr lang="en-US" sz="1600" dirty="0">
                    <a:solidFill>
                      <a:srgbClr val="003366"/>
                    </a:solidFill>
                    <a:latin typeface="Aptos Display" panose="020B0004020202020204" pitchFamily="34" charset="0"/>
                  </a:rPr>
                  <a:t>: The suspect model predicts:</a:t>
                </a:r>
              </a:p>
              <a:p>
                <a:r>
                  <a:rPr lang="en-US" sz="1600" dirty="0">
                    <a:solidFill>
                      <a:srgbClr val="003366"/>
                    </a:solidFill>
                    <a:latin typeface="Aptos Display" panose="020B0004020202020204" pitchFamily="34" charset="0"/>
                  </a:rPr>
                  <a:t>    </a:t>
                </a:r>
                <a:endParaRPr lang="en-US" sz="1600" i="0"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r>
                      <m:rPr>
                        <m:nor/>
                      </m:rPr>
                      <a:rPr lang="en-US" sz="1600" i="0" dirty="0">
                        <a:solidFill>
                          <a:srgbClr val="003366"/>
                        </a:solidFill>
                        <a:latin typeface="Cambria Math" panose="02040503050406030204" pitchFamily="18" charset="0"/>
                      </a:rPr>
                      <m:t>argmax</m:t>
                    </m:r>
                    <m:r>
                      <m:rPr>
                        <m:nor/>
                      </m:rPr>
                      <a:rPr lang="en-US" sz="1600" i="0" dirty="0">
                        <a:solidFill>
                          <a:srgbClr val="003366"/>
                        </a:solidFill>
                        <a:latin typeface="Cambria Math" panose="02040503050406030204" pitchFamily="18" charset="0"/>
                      </a:rPr>
                      <m:t> </m:t>
                    </m:r>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m:rPr>
                            <m:nor/>
                          </m:rPr>
                          <a:rPr lang="en-US" sz="1600" i="0" dirty="0">
                            <a:solidFill>
                              <a:srgbClr val="003366"/>
                            </a:solidFill>
                            <a:latin typeface="Cambria Math" panose="02040503050406030204" pitchFamily="18" charset="0"/>
                          </a:rPr>
                          <m:t>suspect</m:t>
                        </m:r>
                      </m:sub>
                    </m:s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𝑆</m:t>
                        </m:r>
                      </m:e>
                    </m:d>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1,0,1</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    </a:t>
                </a:r>
              </a:p>
              <a:p>
                <a:pPr marL="0" indent="0"/>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𝐒𝐭𝐞𝐩</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𝟑</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𝐂𝐚𝐥𝐜𝐮𝐥𝐚𝐭𝐞</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𝐀𝐠𝐫𝐞𝐞𝐦𝐞𝐧𝐭</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𝐑𝐚𝐭𝐞</m:t>
                        </m:r>
                      </m:e>
                    </m:box>
                  </m:oMath>
                </a14:m>
                <a:r>
                  <a:rPr lang="en-US" sz="1600" dirty="0">
                    <a:solidFill>
                      <a:srgbClr val="003366"/>
                    </a:solidFill>
                    <a:latin typeface="Aptos Display" panose="020B0004020202020204" pitchFamily="34" charset="0"/>
                  </a:rPr>
                  <a:t>:</a:t>
                </a:r>
              </a:p>
              <a:p>
                <a:r>
                  <a:rPr lang="en-US" sz="1600" dirty="0">
                    <a:solidFill>
                      <a:srgbClr val="003366"/>
                    </a:solidFill>
                    <a:latin typeface="Aptos Display" panose="020B0004020202020204" pitchFamily="34" charset="0"/>
                  </a:rPr>
                  <a:t>    </a:t>
                </a:r>
                <a:endParaRPr lang="en-US" sz="1600" i="0"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r>
                      <m:rPr>
                        <m:nor/>
                      </m:rPr>
                      <a:rPr lang="en-US" sz="1600" i="0" dirty="0">
                        <a:solidFill>
                          <a:srgbClr val="003366"/>
                        </a:solidFill>
                        <a:latin typeface="Cambria Math" panose="02040503050406030204" pitchFamily="18" charset="0"/>
                      </a:rPr>
                      <m:t>Agreement</m:t>
                    </m:r>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𝕀</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1=1</m:t>
                            </m:r>
                          </m:e>
                        </m:d>
                        <m:r>
                          <a:rPr lang="en-US" sz="1600" i="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𝕀</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0=0</m:t>
                            </m:r>
                          </m:e>
                        </m:d>
                        <m:r>
                          <a:rPr lang="en-US" sz="1600" i="0" dirty="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𝕀</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1=1</m:t>
                            </m:r>
                          </m:e>
                        </m:d>
                      </m:num>
                      <m:den>
                        <m:r>
                          <a:rPr lang="en-US" sz="1600" i="0" dirty="0">
                            <a:solidFill>
                              <a:srgbClr val="003366"/>
                            </a:solidFill>
                            <a:latin typeface="Cambria Math" panose="02040503050406030204" pitchFamily="18" charset="0"/>
                          </a:rPr>
                          <m:t>3</m:t>
                        </m:r>
                      </m:den>
                    </m:f>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1+1+1</m:t>
                        </m:r>
                      </m:num>
                      <m:den>
                        <m:r>
                          <a:rPr lang="en-US" sz="1600" i="0" dirty="0">
                            <a:solidFill>
                              <a:srgbClr val="003366"/>
                            </a:solidFill>
                            <a:latin typeface="Cambria Math" panose="02040503050406030204" pitchFamily="18" charset="0"/>
                          </a:rPr>
                          <m:t>3</m:t>
                        </m:r>
                      </m:den>
                    </m:f>
                    <m:r>
                      <a:rPr lang="en-US" sz="1600" i="0" dirty="0">
                        <a:solidFill>
                          <a:srgbClr val="003366"/>
                        </a:solidFill>
                        <a:latin typeface="Cambria Math" panose="02040503050406030204" pitchFamily="18" charset="0"/>
                      </a:rPr>
                      <m:t>=1.0 </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100%</m:t>
                        </m:r>
                      </m:e>
                    </m:d>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pPr marL="0" indent="0"/>
                <a:r>
                  <a:rPr lang="en-US" sz="1600" dirty="0">
                    <a:solidFill>
                      <a:srgbClr val="003366"/>
                    </a:solidFill>
                    <a:latin typeface="Aptos Display" panose="020B0004020202020204" pitchFamily="34" charset="0"/>
                  </a:rPr>
                  <a:t>    </a:t>
                </a:r>
              </a:p>
              <a:p>
                <a:pPr marL="0" indent="0" algn="just"/>
                <a:r>
                  <a:rPr lang="en-US" sz="1600" dirty="0">
                    <a:solidFill>
                      <a:srgbClr val="003366"/>
                    </a:solidFill>
                    <a:latin typeface="Aptos Display" panose="020B0004020202020204" pitchFamily="34" charset="0"/>
                  </a:rPr>
                  <a:t>An independently trained baseline model yields predictions </a:t>
                </a:r>
                <a14:m>
                  <m:oMath xmlns:m="http://schemas.openxmlformats.org/officeDocument/2006/math">
                    <m:sSup>
                      <m:sSupPr>
                        <m:ctrlPr>
                          <a:rPr lang="en-US" sz="1600" i="1" dirty="0" smtClean="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0,0,0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giving an agreement rate of </a:t>
                </a:r>
                <a14:m>
                  <m:oMath xmlns:m="http://schemas.openxmlformats.org/officeDocument/2006/math">
                    <m:r>
                      <a:rPr lang="en-US" sz="1600" dirty="0" smtClean="0">
                        <a:solidFill>
                          <a:srgbClr val="003366"/>
                        </a:solidFill>
                        <a:latin typeface="Cambria Math" panose="02040503050406030204" pitchFamily="18" charset="0"/>
                      </a:rPr>
                      <m:t>0.33</m:t>
                    </m:r>
                    <m:r>
                      <a:rPr lang="en-US" sz="1600" i="0" dirty="0">
                        <a:solidFill>
                          <a:srgbClr val="003366"/>
                        </a:solidFill>
                        <a:latin typeface="Cambria Math" panose="02040503050406030204" pitchFamily="18" charset="0"/>
                      </a:rPr>
                      <m:t> </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33.3%</m:t>
                        </m:r>
                      </m:e>
                    </m:d>
                  </m:oMath>
                </a14:m>
                <a:r>
                  <a:rPr lang="en-US" sz="1600" dirty="0">
                    <a:solidFill>
                      <a:srgbClr val="003366"/>
                    </a:solidFill>
                    <a:latin typeface="Aptos Display" panose="020B0004020202020204" pitchFamily="34" charset="0"/>
                  </a:rPr>
                  <a:t>. Since the suspect model's agreement rate (</a:t>
                </a:r>
                <a14:m>
                  <m:oMath xmlns:m="http://schemas.openxmlformats.org/officeDocument/2006/math">
                    <m:r>
                      <a:rPr lang="en-US" sz="1600" dirty="0" smtClean="0">
                        <a:solidFill>
                          <a:srgbClr val="003366"/>
                        </a:solidFill>
                        <a:latin typeface="Cambria Math" panose="02040503050406030204" pitchFamily="18" charset="0"/>
                      </a:rPr>
                      <m:t>100</m:t>
                    </m:r>
                    <m:r>
                      <a:rPr lang="en-US" sz="1600" i="0" dirty="0">
                        <a:solidFill>
                          <a:srgbClr val="003366"/>
                        </a:solidFill>
                        <a:latin typeface="Cambria Math" panose="02040503050406030204" pitchFamily="18" charset="0"/>
                      </a:rPr>
                      <m:t>%</m:t>
                    </m:r>
                  </m:oMath>
                </a14:m>
                <a:r>
                  <a:rPr lang="en-US" sz="1600" dirty="0">
                    <a:solidFill>
                      <a:srgbClr val="003366"/>
                    </a:solidFill>
                    <a:latin typeface="Aptos Display" panose="020B0004020202020204" pitchFamily="34" charset="0"/>
                  </a:rPr>
                  <a:t>) is greater than the threshold </a:t>
                </a:r>
                <a14:m>
                  <m:oMath xmlns:m="http://schemas.openxmlformats.org/officeDocument/2006/math">
                    <m:r>
                      <a:rPr lang="en-US" sz="1600" i="1" dirty="0" smtClean="0">
                        <a:solidFill>
                          <a:srgbClr val="003366"/>
                        </a:solidFill>
                        <a:latin typeface="Cambria Math" panose="02040503050406030204" pitchFamily="18" charset="0"/>
                      </a:rPr>
                      <m:t>𝜃</m:t>
                    </m:r>
                    <m:r>
                      <a:rPr lang="en-US" sz="1600" i="0" dirty="0">
                        <a:solidFill>
                          <a:srgbClr val="003366"/>
                        </a:solidFill>
                        <a:latin typeface="Cambria Math" panose="02040503050406030204" pitchFamily="18" charset="0"/>
                      </a:rPr>
                      <m:t>=0.80</m:t>
                    </m:r>
                  </m:oMath>
                </a14:m>
                <a:r>
                  <a:rPr lang="en-US" sz="1600" dirty="0">
                    <a:solidFill>
                      <a:srgbClr val="003366"/>
                    </a:solidFill>
                    <a:latin typeface="Aptos Display" panose="020B0004020202020204" pitchFamily="34" charset="0"/>
                  </a:rPr>
                  <a:t>, it is verified as a stolen clone.</a:t>
                </a:r>
              </a:p>
            </p:txBody>
          </p:sp>
        </mc:Choice>
        <mc:Fallback xmlns="">
          <p:sp>
            <p:nvSpPr>
              <p:cNvPr id="4" name="Content Placeholder 3">
                <a:extLst>
                  <a:ext uri="{FF2B5EF4-FFF2-40B4-BE49-F238E27FC236}">
                    <a16:creationId xmlns:a16="http://schemas.microsoft.com/office/drawing/2014/main" id="{A2597359-FEF4-B43B-6155-17A579350B84}"/>
                  </a:ext>
                </a:extLst>
              </p:cNvPr>
              <p:cNvSpPr>
                <a:spLocks noGrp="1" noRot="1" noChangeAspect="1" noMove="1" noResize="1" noEditPoints="1" noAdjustHandles="1" noChangeArrowheads="1" noChangeShapeType="1" noTextEdit="1"/>
              </p:cNvSpPr>
              <p:nvPr>
                <p:ph idx="1"/>
              </p:nvPr>
            </p:nvSpPr>
            <p:spPr>
              <a:xfrm>
                <a:off x="467544" y="1066800"/>
                <a:ext cx="7776864" cy="5530552"/>
              </a:xfrm>
              <a:blipFill>
                <a:blip r:embed="rId3"/>
                <a:stretch>
                  <a:fillRect l="-1631" t="-1147" r="-179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0A03711-2F27-CF82-ADCD-45586B99C548}"/>
              </a:ext>
            </a:extLst>
          </p:cNvPr>
          <p:cNvSpPr>
            <a:spLocks noGrp="1"/>
          </p:cNvSpPr>
          <p:nvPr>
            <p:ph type="sldNum" sz="quarter" idx="10"/>
          </p:nvPr>
        </p:nvSpPr>
        <p:spPr/>
        <p:txBody>
          <a:bodyPr/>
          <a:lstStyle/>
          <a:p>
            <a:pPr>
              <a:defRPr/>
            </a:pPr>
            <a:fld id="{FE5AEF74-5102-4921-8DBA-649C609AF6D1}" type="slidenum">
              <a:rPr lang="it-IT" smtClean="0"/>
              <a:pPr>
                <a:defRPr/>
              </a:pPr>
              <a:t>18</a:t>
            </a:fld>
            <a:endParaRPr lang="it-IT"/>
          </a:p>
        </p:txBody>
      </p:sp>
      <p:sp>
        <p:nvSpPr>
          <p:cNvPr id="5" name="Round Diagonal Corner Rectangle 4">
            <a:extLst>
              <a:ext uri="{FF2B5EF4-FFF2-40B4-BE49-F238E27FC236}">
                <a16:creationId xmlns:a16="http://schemas.microsoft.com/office/drawing/2014/main" id="{8CD15145-5F36-DAB4-B529-6A26861FF54F}"/>
              </a:ext>
            </a:extLst>
          </p:cNvPr>
          <p:cNvSpPr/>
          <p:nvPr/>
        </p:nvSpPr>
        <p:spPr>
          <a:xfrm>
            <a:off x="195262" y="1484783"/>
            <a:ext cx="8481194" cy="108012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C9C8756D-B394-0E77-5CAC-1E4869858D01}"/>
              </a:ext>
            </a:extLst>
          </p:cNvPr>
          <p:cNvSpPr/>
          <p:nvPr/>
        </p:nvSpPr>
        <p:spPr>
          <a:xfrm>
            <a:off x="195262" y="2708919"/>
            <a:ext cx="8481194" cy="108012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 Diagonal Corner Rectangle 6">
            <a:extLst>
              <a:ext uri="{FF2B5EF4-FFF2-40B4-BE49-F238E27FC236}">
                <a16:creationId xmlns:a16="http://schemas.microsoft.com/office/drawing/2014/main" id="{793860A5-FE9E-8F59-1E3F-8707AF75445A}"/>
              </a:ext>
            </a:extLst>
          </p:cNvPr>
          <p:cNvSpPr/>
          <p:nvPr/>
        </p:nvSpPr>
        <p:spPr>
          <a:xfrm>
            <a:off x="195262" y="3961102"/>
            <a:ext cx="8481194" cy="1212263"/>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9899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969D-BBBF-BD97-D215-DEF2AB847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4A402-968F-09FE-193E-B6B48C6632A8}"/>
              </a:ext>
            </a:extLst>
          </p:cNvPr>
          <p:cNvSpPr>
            <a:spLocks noGrp="1"/>
          </p:cNvSpPr>
          <p:nvPr>
            <p:ph type="title"/>
          </p:nvPr>
        </p:nvSpPr>
        <p:spPr>
          <a:xfrm>
            <a:off x="719138" y="286544"/>
            <a:ext cx="3708846" cy="550168"/>
          </a:xfrm>
        </p:spPr>
        <p:txBody>
          <a:bodyPr/>
          <a:lstStyle/>
          <a:p>
            <a:r>
              <a:rPr lang="en-CA" sz="2800" b="1" i="1" dirty="0">
                <a:solidFill>
                  <a:srgbClr val="003F6E"/>
                </a:solidFill>
                <a:latin typeface="Cambria"/>
              </a:rPr>
              <a:t>A</a:t>
            </a:r>
            <a:r>
              <a:rPr lang="en-CA" sz="2600" b="1" i="1" dirty="0">
                <a:solidFill>
                  <a:srgbClr val="003F6E"/>
                </a:solidFill>
                <a:latin typeface="Cambria"/>
              </a:rPr>
              <a:t>TTACK </a:t>
            </a:r>
            <a:r>
              <a:rPr lang="en-CA" sz="2800" b="1" i="1" dirty="0">
                <a:solidFill>
                  <a:srgbClr val="003F6E"/>
                </a:solidFill>
                <a:latin typeface="Cambria"/>
              </a:rPr>
              <a:t>P</a:t>
            </a:r>
            <a:r>
              <a:rPr lang="en-CA" sz="2600" b="1" i="1" dirty="0">
                <a:solidFill>
                  <a:srgbClr val="003F6E"/>
                </a:solidFill>
                <a:latin typeface="Cambria"/>
              </a:rPr>
              <a:t>REVENTION</a:t>
            </a:r>
          </a:p>
        </p:txBody>
      </p:sp>
      <p:sp>
        <p:nvSpPr>
          <p:cNvPr id="4" name="Content Placeholder 3">
            <a:extLst>
              <a:ext uri="{FF2B5EF4-FFF2-40B4-BE49-F238E27FC236}">
                <a16:creationId xmlns:a16="http://schemas.microsoft.com/office/drawing/2014/main" id="{7892858A-9A02-019B-4EDF-40D276939CF5}"/>
              </a:ext>
            </a:extLst>
          </p:cNvPr>
          <p:cNvSpPr>
            <a:spLocks noGrp="1"/>
          </p:cNvSpPr>
          <p:nvPr>
            <p:ph idx="1"/>
          </p:nvPr>
        </p:nvSpPr>
        <p:spPr>
          <a:xfrm>
            <a:off x="467544" y="1066800"/>
            <a:ext cx="8280920" cy="5530552"/>
          </a:xfrm>
        </p:spPr>
        <p:txBody>
          <a:bodyPr/>
          <a:lstStyle/>
          <a:p>
            <a:pPr marL="0" indent="0" algn="just"/>
            <a:r>
              <a:rPr lang="en-US" sz="1800" dirty="0">
                <a:solidFill>
                  <a:srgbClr val="003366"/>
                </a:solidFill>
                <a:latin typeface="Aptos Display" panose="020B0004020202020204" pitchFamily="34" charset="0"/>
              </a:rPr>
              <a:t>Attack prevention techniques focus on actively disrupting the extraction process. By modifying the outputs or parameters of the model, the defender aims to make the query responses useless or too expensive for substitute model training, without significantly degrading the performance for legitimate users.</a:t>
            </a:r>
          </a:p>
        </p:txBody>
      </p:sp>
      <p:sp>
        <p:nvSpPr>
          <p:cNvPr id="3" name="Slide Number Placeholder 2">
            <a:extLst>
              <a:ext uri="{FF2B5EF4-FFF2-40B4-BE49-F238E27FC236}">
                <a16:creationId xmlns:a16="http://schemas.microsoft.com/office/drawing/2014/main" id="{63392295-DFC5-E246-4259-78B3B97F4821}"/>
              </a:ext>
            </a:extLst>
          </p:cNvPr>
          <p:cNvSpPr>
            <a:spLocks noGrp="1"/>
          </p:cNvSpPr>
          <p:nvPr>
            <p:ph type="sldNum" sz="quarter" idx="10"/>
          </p:nvPr>
        </p:nvSpPr>
        <p:spPr/>
        <p:txBody>
          <a:bodyPr/>
          <a:lstStyle/>
          <a:p>
            <a:pPr>
              <a:defRPr/>
            </a:pPr>
            <a:fld id="{FE5AEF74-5102-4921-8DBA-649C609AF6D1}" type="slidenum">
              <a:rPr lang="it-IT" smtClean="0"/>
              <a:pPr>
                <a:defRPr/>
              </a:pPr>
              <a:t>19</a:t>
            </a:fld>
            <a:endParaRPr lang="it-IT"/>
          </a:p>
        </p:txBody>
      </p:sp>
      <p:pic>
        <p:nvPicPr>
          <p:cNvPr id="5" name="Picture 4">
            <a:extLst>
              <a:ext uri="{FF2B5EF4-FFF2-40B4-BE49-F238E27FC236}">
                <a16:creationId xmlns:a16="http://schemas.microsoft.com/office/drawing/2014/main" id="{D6187EE7-C98D-D730-09C4-107501F09FB1}"/>
              </a:ext>
            </a:extLst>
          </p:cNvPr>
          <p:cNvPicPr>
            <a:picLocks noChangeAspect="1"/>
          </p:cNvPicPr>
          <p:nvPr/>
        </p:nvPicPr>
        <p:blipFill>
          <a:blip r:embed="rId3"/>
          <a:stretch>
            <a:fillRect/>
          </a:stretch>
        </p:blipFill>
        <p:spPr>
          <a:xfrm>
            <a:off x="541784" y="2766847"/>
            <a:ext cx="7772400" cy="3007275"/>
          </a:xfrm>
          <a:prstGeom prst="rect">
            <a:avLst/>
          </a:prstGeom>
        </p:spPr>
      </p:pic>
    </p:spTree>
    <p:extLst>
      <p:ext uri="{BB962C8B-B14F-4D97-AF65-F5344CB8AC3E}">
        <p14:creationId xmlns:p14="http://schemas.microsoft.com/office/powerpoint/2010/main" val="2569805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D0EE8-5978-8503-9CD4-EFC45ED56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E8D59-D17D-F800-A7E9-EABBE073DE23}"/>
              </a:ext>
            </a:extLst>
          </p:cNvPr>
          <p:cNvSpPr>
            <a:spLocks noGrp="1"/>
          </p:cNvSpPr>
          <p:nvPr>
            <p:ph type="title"/>
          </p:nvPr>
        </p:nvSpPr>
        <p:spPr>
          <a:xfrm>
            <a:off x="719138" y="286544"/>
            <a:ext cx="4140894" cy="550168"/>
          </a:xfrm>
        </p:spPr>
        <p:txBody>
          <a:bodyPr wrap="square" anchor="t">
            <a:normAutofit/>
          </a:bodyPr>
          <a:lstStyle/>
          <a:p>
            <a:r>
              <a:rPr lang="en-CA" sz="2800" i="1" dirty="0">
                <a:latin typeface="Cambria" panose="02040503050406030204" pitchFamily="18" charset="0"/>
              </a:rPr>
              <a:t>D</a:t>
            </a:r>
            <a:r>
              <a:rPr lang="en-CA" sz="2600" i="1" dirty="0">
                <a:latin typeface="Cambria" panose="02040503050406030204" pitchFamily="18" charset="0"/>
              </a:rPr>
              <a:t>ATA </a:t>
            </a:r>
            <a:r>
              <a:rPr lang="en-CA" sz="2800" i="1" dirty="0">
                <a:latin typeface="Cambria" panose="02040503050406030204" pitchFamily="18" charset="0"/>
              </a:rPr>
              <a:t>P</a:t>
            </a:r>
            <a:r>
              <a:rPr lang="en-CA" sz="2600" i="1" dirty="0">
                <a:latin typeface="Cambria" panose="02040503050406030204" pitchFamily="18" charset="0"/>
              </a:rPr>
              <a:t>ERTURBATION</a:t>
            </a:r>
            <a:endParaRPr lang="en-CA" sz="2600" b="1" i="1" dirty="0">
              <a:latin typeface="Cambria" panose="02040503050406030204" pitchFamily="18" charset="0"/>
            </a:endParaRPr>
          </a:p>
        </p:txBody>
      </p:sp>
      <p:sp>
        <p:nvSpPr>
          <p:cNvPr id="4" name="Content Placeholder 3">
            <a:extLst>
              <a:ext uri="{FF2B5EF4-FFF2-40B4-BE49-F238E27FC236}">
                <a16:creationId xmlns:a16="http://schemas.microsoft.com/office/drawing/2014/main" id="{69DDBE21-F70B-276F-E7E3-8B3D0338C512}"/>
              </a:ext>
            </a:extLst>
          </p:cNvPr>
          <p:cNvSpPr>
            <a:spLocks noGrp="1"/>
          </p:cNvSpPr>
          <p:nvPr>
            <p:ph sz="half" idx="1"/>
          </p:nvPr>
        </p:nvSpPr>
        <p:spPr>
          <a:xfrm>
            <a:off x="719138" y="1066800"/>
            <a:ext cx="7885310" cy="3442320"/>
          </a:xfrm>
        </p:spPr>
        <p:txBody>
          <a:bodyPr wrap="square" anchor="t">
            <a:normAutofit/>
          </a:bodyPr>
          <a:lstStyle/>
          <a:p>
            <a:pPr marL="0" indent="0">
              <a:lnSpc>
                <a:spcPct val="90000"/>
              </a:lnSpc>
            </a:pPr>
            <a:r>
              <a:rPr lang="en-US" sz="2000" dirty="0">
                <a:solidFill>
                  <a:srgbClr val="003366"/>
                </a:solidFill>
                <a:latin typeface="Aptos Display" panose="020B0004020202020204" pitchFamily="34" charset="0"/>
              </a:rPr>
              <a:t>When an API returns soft probabilities (e.g., confidence scores), the attacker uses these scores to compute the loss and update their substitute model. </a:t>
            </a:r>
          </a:p>
        </p:txBody>
      </p:sp>
      <p:sp>
        <p:nvSpPr>
          <p:cNvPr id="10" name="Slide Number Placeholder 4">
            <a:extLst>
              <a:ext uri="{FF2B5EF4-FFF2-40B4-BE49-F238E27FC236}">
                <a16:creationId xmlns:a16="http://schemas.microsoft.com/office/drawing/2014/main" id="{2329EF73-EB8B-3A73-B872-FAF695516801}"/>
              </a:ext>
            </a:extLst>
          </p:cNvPr>
          <p:cNvSpPr>
            <a:spLocks noGrp="1"/>
          </p:cNvSpPr>
          <p:nvPr>
            <p:ph type="sldNum" sz="quarter" idx="10"/>
          </p:nvPr>
        </p:nvSpPr>
        <p:spPr>
          <a:xfrm>
            <a:off x="76200" y="6613525"/>
            <a:ext cx="1328738" cy="244475"/>
          </a:xfrm>
        </p:spPr>
        <p:txBody>
          <a:bodyPr/>
          <a:lstStyle/>
          <a:p>
            <a:pPr>
              <a:defRPr/>
            </a:pPr>
            <a:fld id="{5E635617-EE3C-41F5-B859-CA8A06225C8E}" type="slidenum">
              <a:rPr lang="it-IT" smtClean="0"/>
              <a:pPr>
                <a:defRPr/>
              </a:pPr>
              <a:t>20</a:t>
            </a:fld>
            <a:endParaRPr lang="it-IT"/>
          </a:p>
        </p:txBody>
      </p:sp>
      <p:pic>
        <p:nvPicPr>
          <p:cNvPr id="3" name="Picture 2">
            <a:extLst>
              <a:ext uri="{FF2B5EF4-FFF2-40B4-BE49-F238E27FC236}">
                <a16:creationId xmlns:a16="http://schemas.microsoft.com/office/drawing/2014/main" id="{5C818F73-8FC5-675E-6C2B-1243C4E3B02E}"/>
              </a:ext>
            </a:extLst>
          </p:cNvPr>
          <p:cNvPicPr>
            <a:picLocks noChangeAspect="1"/>
          </p:cNvPicPr>
          <p:nvPr/>
        </p:nvPicPr>
        <p:blipFill>
          <a:blip r:embed="rId3"/>
          <a:stretch>
            <a:fillRect/>
          </a:stretch>
        </p:blipFill>
        <p:spPr>
          <a:xfrm>
            <a:off x="775593" y="2538153"/>
            <a:ext cx="7772400" cy="1381991"/>
          </a:xfrm>
          <a:prstGeom prst="rect">
            <a:avLst/>
          </a:prstGeom>
        </p:spPr>
      </p:pic>
    </p:spTree>
    <p:extLst>
      <p:ext uri="{BB962C8B-B14F-4D97-AF65-F5344CB8AC3E}">
        <p14:creationId xmlns:p14="http://schemas.microsoft.com/office/powerpoint/2010/main" val="3891796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3813-8A5A-90D3-CD3D-A4856C6F8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0F38F-F515-42E1-F581-442606F1B417}"/>
              </a:ext>
            </a:extLst>
          </p:cNvPr>
          <p:cNvSpPr>
            <a:spLocks noGrp="1"/>
          </p:cNvSpPr>
          <p:nvPr>
            <p:ph type="title"/>
          </p:nvPr>
        </p:nvSpPr>
        <p:spPr>
          <a:xfrm>
            <a:off x="719138" y="286544"/>
            <a:ext cx="4140894" cy="550168"/>
          </a:xfrm>
        </p:spPr>
        <p:txBody>
          <a:bodyPr wrap="square" anchor="t">
            <a:normAutofit/>
          </a:bodyPr>
          <a:lstStyle/>
          <a:p>
            <a:r>
              <a:rPr lang="en-CA" sz="2800" i="1" dirty="0">
                <a:latin typeface="Cambria" panose="02040503050406030204" pitchFamily="18" charset="0"/>
              </a:rPr>
              <a:t>D</a:t>
            </a:r>
            <a:r>
              <a:rPr lang="en-CA" sz="2600" i="1" dirty="0">
                <a:latin typeface="Cambria" panose="02040503050406030204" pitchFamily="18" charset="0"/>
              </a:rPr>
              <a:t>ATA </a:t>
            </a:r>
            <a:r>
              <a:rPr lang="en-CA" sz="2800" i="1" dirty="0">
                <a:latin typeface="Cambria" panose="02040503050406030204" pitchFamily="18" charset="0"/>
              </a:rPr>
              <a:t>P</a:t>
            </a:r>
            <a:r>
              <a:rPr lang="en-CA" sz="2600" i="1" dirty="0">
                <a:latin typeface="Cambria" panose="02040503050406030204" pitchFamily="18" charset="0"/>
              </a:rPr>
              <a:t>ERTURBATION</a:t>
            </a:r>
            <a:endParaRPr lang="en-CA" sz="2600" b="1"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12E6600-85A8-0DDD-809F-BCF5B42905A3}"/>
                  </a:ext>
                </a:extLst>
              </p:cNvPr>
              <p:cNvSpPr>
                <a:spLocks noGrp="1"/>
              </p:cNvSpPr>
              <p:nvPr>
                <p:ph sz="half" idx="1"/>
              </p:nvPr>
            </p:nvSpPr>
            <p:spPr>
              <a:xfrm>
                <a:off x="719138" y="1066800"/>
                <a:ext cx="7885310" cy="5504656"/>
              </a:xfrm>
            </p:spPr>
            <p:txBody>
              <a:bodyPr wrap="square" anchor="t">
                <a:normAutofit/>
              </a:bodyPr>
              <a:lstStyle/>
              <a:p>
                <a:pPr marL="0" indent="0">
                  <a:lnSpc>
                    <a:spcPct val="90000"/>
                  </a:lnSpc>
                </a:pPr>
                <a:r>
                  <a:rPr lang="en-US" sz="1800" dirty="0">
                    <a:solidFill>
                      <a:srgbClr val="003366"/>
                    </a:solidFill>
                    <a:latin typeface="Aptos Display" panose="020B0004020202020204" pitchFamily="34" charset="0"/>
                  </a:rPr>
                  <a:t>Let </a:t>
                </a:r>
                <a14:m>
                  <m:oMath xmlns:m="http://schemas.openxmlformats.org/officeDocument/2006/math">
                    <m:r>
                      <a:rPr lang="en-US" sz="1800" i="1" dirty="0" smtClean="0">
                        <a:solidFill>
                          <a:srgbClr val="003366"/>
                        </a:solidFill>
                        <a:latin typeface="Cambria Math" panose="02040503050406030204" pitchFamily="18" charset="0"/>
                      </a:rPr>
                      <m:t>𝑧</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1" dirty="0">
                                    <a:solidFill>
                                      <a:srgbClr val="003366"/>
                                    </a:solidFill>
                                    <a:latin typeface="Cambria Math" panose="02040503050406030204" pitchFamily="18" charset="0"/>
                                  </a:rPr>
                                  <m:t>𝐶</m:t>
                                </m:r>
                              </m:sub>
                            </m:sSub>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be the raw logits computed by the model for a query </a:t>
                </a:r>
                <a14:m>
                  <m:oMath xmlns:m="http://schemas.openxmlformats.org/officeDocument/2006/math">
                    <m:r>
                      <a:rPr lang="en-US" sz="1800" i="1" dirty="0" smtClean="0">
                        <a:solidFill>
                          <a:srgbClr val="003366"/>
                        </a:solidFill>
                        <a:latin typeface="Cambria Math" panose="02040503050406030204" pitchFamily="18" charset="0"/>
                      </a:rPr>
                      <m:t>𝑥</m:t>
                    </m:r>
                  </m:oMath>
                </a14:m>
                <a:r>
                  <a:rPr lang="en-US" sz="1800" dirty="0">
                    <a:solidFill>
                      <a:srgbClr val="003366"/>
                    </a:solidFill>
                    <a:latin typeface="Aptos Display" panose="020B0004020202020204" pitchFamily="34" charset="0"/>
                  </a:rPr>
                  <a:t>, where </a:t>
                </a:r>
                <a14:m>
                  <m:oMath xmlns:m="http://schemas.openxmlformats.org/officeDocument/2006/math">
                    <m:r>
                      <a:rPr lang="en-US" sz="1800" i="1" dirty="0" smtClean="0">
                        <a:solidFill>
                          <a:srgbClr val="003366"/>
                        </a:solidFill>
                        <a:latin typeface="Cambria Math" panose="02040503050406030204" pitchFamily="18" charset="0"/>
                      </a:rPr>
                      <m:t>𝐶</m:t>
                    </m:r>
                  </m:oMath>
                </a14:m>
                <a:r>
                  <a:rPr lang="en-US" sz="1800" dirty="0">
                    <a:solidFill>
                      <a:srgbClr val="003366"/>
                    </a:solidFill>
                    <a:latin typeface="Aptos Display" panose="020B0004020202020204" pitchFamily="34" charset="0"/>
                  </a:rPr>
                  <a:t> is the number of classes. </a:t>
                </a:r>
              </a:p>
              <a:p>
                <a:pPr marL="0" indent="0">
                  <a:lnSpc>
                    <a:spcPct val="90000"/>
                  </a:lnSpc>
                </a:pPr>
                <a:endParaRPr lang="en-US" sz="1800" dirty="0">
                  <a:solidFill>
                    <a:srgbClr val="003366"/>
                  </a:solidFill>
                  <a:latin typeface="Aptos Display" panose="020B0004020202020204" pitchFamily="34" charset="0"/>
                </a:endParaRPr>
              </a:p>
              <a:p>
                <a:pPr marL="0" indent="0">
                  <a:lnSpc>
                    <a:spcPct val="90000"/>
                  </a:lnSpc>
                </a:pPr>
                <a:r>
                  <a:rPr lang="en-US" sz="1800" dirty="0">
                    <a:solidFill>
                      <a:srgbClr val="003366"/>
                    </a:solidFill>
                    <a:latin typeface="Aptos Display" panose="020B0004020202020204" pitchFamily="34" charset="0"/>
                  </a:rPr>
                  <a:t>We generate a noise vector </a:t>
                </a:r>
                <a14:m>
                  <m:oMath xmlns:m="http://schemas.openxmlformats.org/officeDocument/2006/math">
                    <m:r>
                      <a:rPr lang="en-US" sz="1800" i="1" dirty="0" smtClean="0">
                        <a:solidFill>
                          <a:srgbClr val="003366"/>
                        </a:solidFill>
                        <a:latin typeface="Cambria Math" panose="02040503050406030204" pitchFamily="18" charset="0"/>
                      </a:rPr>
                      <m:t>𝜖</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1" dirty="0">
                                    <a:solidFill>
                                      <a:srgbClr val="003366"/>
                                    </a:solidFill>
                                    <a:latin typeface="Cambria Math" panose="02040503050406030204" pitchFamily="18" charset="0"/>
                                  </a:rPr>
                                  <m:t>𝐶</m:t>
                                </m:r>
                              </m:sub>
                            </m:sSub>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where each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1" dirty="0">
                            <a:solidFill>
                              <a:srgbClr val="003366"/>
                            </a:solidFill>
                            <a:latin typeface="Cambria Math" panose="02040503050406030204" pitchFamily="18" charset="0"/>
                          </a:rPr>
                          <m:t>𝑖</m:t>
                        </m:r>
                      </m:sub>
                    </m:sSub>
                  </m:oMath>
                </a14:m>
                <a:r>
                  <a:rPr lang="en-US" sz="1800" dirty="0">
                    <a:solidFill>
                      <a:srgbClr val="003366"/>
                    </a:solidFill>
                    <a:latin typeface="Aptos Display" panose="020B0004020202020204" pitchFamily="34" charset="0"/>
                  </a:rPr>
                  <a:t> is sampled independently from a Laplace distribution with scale parameter </a:t>
                </a:r>
                <a14:m>
                  <m:oMath xmlns:m="http://schemas.openxmlformats.org/officeDocument/2006/math">
                    <m:r>
                      <a:rPr lang="en-US" sz="1800" i="1" dirty="0" smtClean="0">
                        <a:solidFill>
                          <a:srgbClr val="003366"/>
                        </a:solidFill>
                        <a:latin typeface="Cambria Math" panose="02040503050406030204" pitchFamily="18" charset="0"/>
                      </a:rPr>
                      <m:t>𝑏</m:t>
                    </m:r>
                  </m:oMath>
                </a14:m>
                <a:r>
                  <a:rPr lang="en-US" sz="1800" dirty="0">
                    <a:solidFill>
                      <a:srgbClr val="003366"/>
                    </a:solidFill>
                    <a:latin typeface="Aptos Display" panose="020B0004020202020204" pitchFamily="34" charset="0"/>
                  </a:rPr>
                  <a:t>:</a:t>
                </a:r>
              </a:p>
              <a:p>
                <a:pPr marL="0" indent="0">
                  <a:lnSpc>
                    <a:spcPct val="90000"/>
                  </a:lnSpc>
                </a:pPr>
                <a:endParaRPr lang="en-US" sz="1800" dirty="0">
                  <a:solidFill>
                    <a:srgbClr val="003366"/>
                  </a:solidFill>
                  <a:latin typeface="Aptos Display" panose="020B0004020202020204" pitchFamily="34" charset="0"/>
                </a:endParaRPr>
              </a:p>
              <a:p>
                <a:pPr marL="285750" indent="-285750">
                  <a:lnSpc>
                    <a:spcPct val="90000"/>
                  </a:lnSpc>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r>
                          <m:rPr>
                            <m:nor/>
                          </m:rPr>
                          <a:rPr lang="en-US" sz="1800" i="0" dirty="0">
                            <a:solidFill>
                              <a:srgbClr val="003366"/>
                            </a:solidFill>
                            <a:latin typeface="Aptos Display" panose="020B0004020202020204" pitchFamily="34" charset="0"/>
                          </a:rPr>
                          <m:t>Laplace</m:t>
                        </m:r>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m:t>
                            </m:r>
                            <m:r>
                              <a:rPr lang="en-US" sz="1800" i="1" dirty="0">
                                <a:solidFill>
                                  <a:srgbClr val="003366"/>
                                </a:solidFill>
                                <a:latin typeface="Cambria Math" panose="02040503050406030204" pitchFamily="18" charset="0"/>
                              </a:rPr>
                              <m:t>𝑏</m:t>
                            </m:r>
                          </m:e>
                        </m:d>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𝑝</m:t>
                        </m:r>
                        <m:d>
                          <m:dPr>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1" dirty="0">
                                    <a:solidFill>
                                      <a:srgbClr val="003366"/>
                                    </a:solidFill>
                                    <a:latin typeface="Cambria Math" panose="02040503050406030204" pitchFamily="18" charset="0"/>
                                  </a:rPr>
                                  <m:t>𝑖</m:t>
                                </m:r>
                              </m:sub>
                            </m:sSub>
                          </m:e>
                        </m:d>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r>
                              <a:rPr lang="en-US" sz="1800" i="0" dirty="0">
                                <a:solidFill>
                                  <a:srgbClr val="003366"/>
                                </a:solidFill>
                                <a:latin typeface="Cambria Math" panose="02040503050406030204" pitchFamily="18" charset="0"/>
                              </a:rPr>
                              <m:t>1</m:t>
                            </m:r>
                          </m:num>
                          <m:den>
                            <m:r>
                              <a:rPr lang="en-US" sz="1800" i="0" dirty="0">
                                <a:solidFill>
                                  <a:srgbClr val="003366"/>
                                </a:solidFill>
                                <a:latin typeface="Cambria Math" panose="02040503050406030204" pitchFamily="18" charset="0"/>
                              </a:rPr>
                              <m:t>2</m:t>
                            </m:r>
                            <m:r>
                              <a:rPr lang="en-US" sz="1800" i="1" dirty="0">
                                <a:solidFill>
                                  <a:srgbClr val="003366"/>
                                </a:solidFill>
                                <a:latin typeface="Cambria Math" panose="02040503050406030204" pitchFamily="18" charset="0"/>
                              </a:rPr>
                              <m:t>𝑏</m:t>
                            </m:r>
                          </m:den>
                        </m:f>
                        <m:func>
                          <m:funcPr>
                            <m:ctrlPr>
                              <a:rPr lang="en-US" sz="1800" i="1" dirty="0">
                                <a:solidFill>
                                  <a:srgbClr val="003366"/>
                                </a:solidFill>
                                <a:latin typeface="Cambria Math" panose="02040503050406030204" pitchFamily="18" charset="0"/>
                              </a:rPr>
                            </m:ctrlPr>
                          </m:funcPr>
                          <m:fName>
                            <m:r>
                              <m:rPr>
                                <m:sty m:val="p"/>
                              </m:rPr>
                              <a:rPr lang="en-US" sz="1800" i="0" dirty="0">
                                <a:solidFill>
                                  <a:srgbClr val="003366"/>
                                </a:solidFill>
                                <a:latin typeface="Cambria Math" panose="02040503050406030204" pitchFamily="18" charset="0"/>
                              </a:rPr>
                              <m:t>exp</m:t>
                            </m:r>
                          </m:fName>
                          <m:e>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1" dirty="0">
                                                <a:solidFill>
                                                  <a:srgbClr val="003366"/>
                                                </a:solidFill>
                                                <a:latin typeface="Cambria Math" panose="02040503050406030204" pitchFamily="18" charset="0"/>
                                              </a:rPr>
                                              <m:t>𝑖</m:t>
                                            </m:r>
                                          </m:sub>
                                        </m:sSub>
                                      </m:e>
                                    </m:d>
                                  </m:num>
                                  <m:den>
                                    <m:r>
                                      <a:rPr lang="en-US" sz="1800" i="1" dirty="0">
                                        <a:solidFill>
                                          <a:srgbClr val="003366"/>
                                        </a:solidFill>
                                        <a:latin typeface="Cambria Math" panose="02040503050406030204" pitchFamily="18" charset="0"/>
                                      </a:rPr>
                                      <m:t>𝑏</m:t>
                                    </m:r>
                                  </m:den>
                                </m:f>
                              </m:e>
                            </m:d>
                          </m:e>
                        </m:func>
                      </m:e>
                    </m:eqArr>
                  </m:oMath>
                </a14:m>
                <a:endParaRPr lang="en-US" sz="1800" dirty="0">
                  <a:solidFill>
                    <a:srgbClr val="003366"/>
                  </a:solidFill>
                  <a:latin typeface="Aptos Display" panose="020B0004020202020204" pitchFamily="34" charset="0"/>
                </a:endParaRPr>
              </a:p>
              <a:p>
                <a:pPr marL="0" indent="0">
                  <a:lnSpc>
                    <a:spcPct val="90000"/>
                  </a:lnSpc>
                </a:pPr>
                <a:endParaRPr lang="en-US" sz="1800" dirty="0">
                  <a:solidFill>
                    <a:srgbClr val="003366"/>
                  </a:solidFill>
                  <a:latin typeface="Aptos Display" panose="020B0004020202020204" pitchFamily="34" charset="0"/>
                </a:endParaRPr>
              </a:p>
              <a:p>
                <a:pPr marL="0" indent="0">
                  <a:lnSpc>
                    <a:spcPct val="90000"/>
                  </a:lnSpc>
                </a:pPr>
                <a:r>
                  <a:rPr lang="en-US" sz="1800" dirty="0">
                    <a:solidFill>
                      <a:srgbClr val="003366"/>
                    </a:solidFill>
                    <a:latin typeface="Aptos Display" panose="020B0004020202020204" pitchFamily="34" charset="0"/>
                  </a:rPr>
                  <a:t>The perturbed logits </a:t>
                </a:r>
                <a14:m>
                  <m:oMath xmlns:m="http://schemas.openxmlformats.org/officeDocument/2006/math">
                    <m:acc>
                      <m:accPr>
                        <m:chr m:val="˜"/>
                        <m:ctrlPr>
                          <a:rPr lang="en-US" sz="1800" i="1" dirty="0" smtClean="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oMath>
                </a14:m>
                <a:r>
                  <a:rPr lang="en-US" sz="1800" dirty="0">
                    <a:solidFill>
                      <a:srgbClr val="003366"/>
                    </a:solidFill>
                    <a:latin typeface="Aptos Display" panose="020B0004020202020204" pitchFamily="34" charset="0"/>
                  </a:rPr>
                  <a:t> are computed as:</a:t>
                </a:r>
              </a:p>
              <a:p>
                <a:pPr marL="0" indent="0">
                  <a:lnSpc>
                    <a:spcPct val="90000"/>
                  </a:lnSpc>
                </a:pPr>
                <a:endParaRPr lang="en-US" sz="1800" dirty="0">
                  <a:solidFill>
                    <a:srgbClr val="003366"/>
                  </a:solidFill>
                  <a:latin typeface="Aptos Display" panose="020B0004020202020204" pitchFamily="34" charset="0"/>
                </a:endParaRPr>
              </a:p>
              <a:p>
                <a:pPr marL="285750" indent="-285750">
                  <a:lnSpc>
                    <a:spcPct val="90000"/>
                  </a:lnSpc>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𝜖</m:t>
                            </m:r>
                          </m:e>
                          <m:sub>
                            <m:r>
                              <a:rPr lang="en-US" sz="1800" i="1" dirty="0">
                                <a:solidFill>
                                  <a:srgbClr val="003366"/>
                                </a:solidFill>
                                <a:latin typeface="Cambria Math" panose="02040503050406030204" pitchFamily="18" charset="0"/>
                              </a:rPr>
                              <m:t>𝑖</m:t>
                            </m:r>
                          </m:sub>
                        </m:sSub>
                      </m:e>
                    </m:eqArr>
                  </m:oMath>
                </a14:m>
                <a:endParaRPr lang="en-US" sz="1800" dirty="0">
                  <a:solidFill>
                    <a:srgbClr val="003366"/>
                  </a:solidFill>
                  <a:latin typeface="Aptos Display" panose="020B0004020202020204" pitchFamily="34" charset="0"/>
                </a:endParaRPr>
              </a:p>
              <a:p>
                <a:pPr marL="0" indent="0">
                  <a:lnSpc>
                    <a:spcPct val="90000"/>
                  </a:lnSpc>
                </a:pPr>
                <a:endParaRPr lang="en-US" sz="1800" dirty="0">
                  <a:solidFill>
                    <a:srgbClr val="003366"/>
                  </a:solidFill>
                  <a:latin typeface="Aptos Display" panose="020B0004020202020204" pitchFamily="34" charset="0"/>
                </a:endParaRPr>
              </a:p>
              <a:p>
                <a:pPr marL="0" indent="0">
                  <a:lnSpc>
                    <a:spcPct val="90000"/>
                  </a:lnSpc>
                </a:pPr>
                <a:r>
                  <a:rPr lang="en-US" sz="1800" dirty="0">
                    <a:solidFill>
                      <a:srgbClr val="003366"/>
                    </a:solidFill>
                    <a:latin typeface="Aptos Display" panose="020B0004020202020204" pitchFamily="34" charset="0"/>
                  </a:rPr>
                  <a:t>The API returns the perturbed soft probabilities </a:t>
                </a:r>
                <a14:m>
                  <m:oMath xmlns:m="http://schemas.openxmlformats.org/officeDocument/2006/math">
                    <m:acc>
                      <m:accPr>
                        <m:chr m:val="˜"/>
                        <m:ctrlPr>
                          <a:rPr lang="en-US" sz="1800" i="1" dirty="0" smtClean="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oMath>
                </a14:m>
                <a:r>
                  <a:rPr lang="en-US" sz="1800" dirty="0">
                    <a:solidFill>
                      <a:srgbClr val="003366"/>
                    </a:solidFill>
                    <a:latin typeface="Aptos Display" panose="020B0004020202020204" pitchFamily="34" charset="0"/>
                  </a:rPr>
                  <a:t>:</a:t>
                </a:r>
              </a:p>
              <a:p>
                <a:pPr marL="0" indent="0">
                  <a:lnSpc>
                    <a:spcPct val="90000"/>
                  </a:lnSpc>
                </a:pPr>
                <a:endParaRPr lang="en-US" sz="1800" dirty="0">
                  <a:solidFill>
                    <a:srgbClr val="003366"/>
                  </a:solidFill>
                  <a:latin typeface="Aptos Display" panose="020B0004020202020204" pitchFamily="34" charset="0"/>
                </a:endParaRPr>
              </a:p>
              <a:p>
                <a:pPr marL="285750" indent="-285750">
                  <a:lnSpc>
                    <a:spcPct val="90000"/>
                  </a:lnSpc>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e>
                          <m:sub>
                            <m:r>
                              <a:rPr lang="en-US" sz="1800" i="1" dirty="0">
                                <a:solidFill>
                                  <a:srgbClr val="003366"/>
                                </a:solidFill>
                                <a:latin typeface="Cambria Math" panose="02040503050406030204" pitchFamily="18" charset="0"/>
                              </a:rPr>
                              <m:t>𝑖</m:t>
                            </m:r>
                          </m:sub>
                        </m:sSub>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e>
                                  <m:sub>
                                    <m:r>
                                      <a:rPr lang="en-US" sz="1800" i="1" dirty="0">
                                        <a:solidFill>
                                          <a:srgbClr val="003366"/>
                                        </a:solidFill>
                                        <a:latin typeface="Cambria Math" panose="02040503050406030204" pitchFamily="18" charset="0"/>
                                      </a:rPr>
                                      <m:t>𝑖</m:t>
                                    </m:r>
                                  </m:sub>
                                </m:sSub>
                              </m:sup>
                            </m:sSup>
                          </m:num>
                          <m:den>
                            <m:nary>
                              <m:naryPr>
                                <m:chr m:val="∑"/>
                                <m:limLoc m:val="undOvr"/>
                                <m:ctrlPr>
                                  <a:rPr lang="en-US" sz="1800" i="1" dirty="0">
                                    <a:solidFill>
                                      <a:srgbClr val="003366"/>
                                    </a:solidFill>
                                    <a:latin typeface="Cambria Math" panose="02040503050406030204" pitchFamily="18" charset="0"/>
                                  </a:rPr>
                                </m:ctrlPr>
                              </m:naryPr>
                              <m:sub>
                                <m:r>
                                  <a:rPr lang="en-US" sz="1800" i="1" dirty="0">
                                    <a:solidFill>
                                      <a:srgbClr val="003366"/>
                                    </a:solidFill>
                                    <a:latin typeface="Cambria Math" panose="02040503050406030204" pitchFamily="18" charset="0"/>
                                  </a:rPr>
                                  <m:t>𝑗</m:t>
                                </m:r>
                                <m:r>
                                  <a:rPr lang="en-US" sz="1800" i="0" dirty="0">
                                    <a:solidFill>
                                      <a:srgbClr val="003366"/>
                                    </a:solidFill>
                                    <a:latin typeface="Cambria Math" panose="02040503050406030204" pitchFamily="18" charset="0"/>
                                  </a:rPr>
                                  <m:t>=1</m:t>
                                </m:r>
                              </m:sub>
                              <m:sup>
                                <m:r>
                                  <a:rPr lang="en-US" sz="1800" i="1" dirty="0">
                                    <a:solidFill>
                                      <a:srgbClr val="003366"/>
                                    </a:solidFill>
                                    <a:latin typeface="Cambria Math" panose="02040503050406030204" pitchFamily="18" charset="0"/>
                                  </a:rPr>
                                  <m:t>𝐶</m:t>
                                </m:r>
                              </m:sup>
                              <m:e>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e>
                                      <m:sub>
                                        <m:r>
                                          <a:rPr lang="en-US" sz="1800" i="1" dirty="0">
                                            <a:solidFill>
                                              <a:srgbClr val="003366"/>
                                            </a:solidFill>
                                            <a:latin typeface="Cambria Math" panose="02040503050406030204" pitchFamily="18" charset="0"/>
                                          </a:rPr>
                                          <m:t>𝑗</m:t>
                                        </m:r>
                                      </m:sub>
                                    </m:sSub>
                                  </m:sup>
                                </m:sSup>
                              </m:e>
                            </m:nary>
                          </m:den>
                        </m:f>
                      </m:e>
                    </m:eqArr>
                  </m:oMath>
                </a14:m>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212E6600-85A8-0DDD-809F-BCF5B42905A3}"/>
                  </a:ext>
                </a:extLst>
              </p:cNvPr>
              <p:cNvSpPr>
                <a:spLocks noGrp="1" noRot="1" noChangeAspect="1" noMove="1" noResize="1" noEditPoints="1" noAdjustHandles="1" noChangeArrowheads="1" noChangeShapeType="1" noTextEdit="1"/>
              </p:cNvSpPr>
              <p:nvPr>
                <p:ph sz="half" idx="1"/>
              </p:nvPr>
            </p:nvSpPr>
            <p:spPr>
              <a:xfrm>
                <a:off x="719138" y="1066800"/>
                <a:ext cx="7885310" cy="5504656"/>
              </a:xfrm>
              <a:blipFill>
                <a:blip r:embed="rId3"/>
                <a:stretch>
                  <a:fillRect l="-1768" t="-1843" r="-1125"/>
                </a:stretch>
              </a:blipFill>
            </p:spPr>
            <p:txBody>
              <a:bodyPr/>
              <a:lstStyle/>
              <a:p>
                <a:r>
                  <a:rPr lang="en-US">
                    <a:noFill/>
                  </a:rPr>
                  <a:t> </a:t>
                </a:r>
              </a:p>
            </p:txBody>
          </p:sp>
        </mc:Fallback>
      </mc:AlternateContent>
      <p:sp>
        <p:nvSpPr>
          <p:cNvPr id="10" name="Slide Number Placeholder 4">
            <a:extLst>
              <a:ext uri="{FF2B5EF4-FFF2-40B4-BE49-F238E27FC236}">
                <a16:creationId xmlns:a16="http://schemas.microsoft.com/office/drawing/2014/main" id="{39A581D7-EABA-F58E-6367-700E85979F81}"/>
              </a:ext>
            </a:extLst>
          </p:cNvPr>
          <p:cNvSpPr>
            <a:spLocks noGrp="1"/>
          </p:cNvSpPr>
          <p:nvPr>
            <p:ph type="sldNum" sz="quarter" idx="10"/>
          </p:nvPr>
        </p:nvSpPr>
        <p:spPr>
          <a:xfrm>
            <a:off x="76200" y="6613525"/>
            <a:ext cx="1328738" cy="244475"/>
          </a:xfrm>
        </p:spPr>
        <p:txBody>
          <a:bodyPr/>
          <a:lstStyle/>
          <a:p>
            <a:pPr>
              <a:defRPr/>
            </a:pPr>
            <a:fld id="{5E635617-EE3C-41F5-B859-CA8A06225C8E}" type="slidenum">
              <a:rPr lang="it-IT" smtClean="0"/>
              <a:pPr>
                <a:defRPr/>
              </a:pPr>
              <a:t>21</a:t>
            </a:fld>
            <a:endParaRPr lang="it-IT"/>
          </a:p>
        </p:txBody>
      </p:sp>
    </p:spTree>
    <p:extLst>
      <p:ext uri="{BB962C8B-B14F-4D97-AF65-F5344CB8AC3E}">
        <p14:creationId xmlns:p14="http://schemas.microsoft.com/office/powerpoint/2010/main" val="3126115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7D3BB-FF21-7D2C-09A9-45384999C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B4A22A-5D98-52DF-8D0C-745E75FFF86F}"/>
              </a:ext>
            </a:extLst>
          </p:cNvPr>
          <p:cNvSpPr>
            <a:spLocks noGrp="1"/>
          </p:cNvSpPr>
          <p:nvPr>
            <p:ph type="title"/>
          </p:nvPr>
        </p:nvSpPr>
        <p:spPr>
          <a:xfrm>
            <a:off x="719138" y="286544"/>
            <a:ext cx="3636838" cy="550168"/>
          </a:xfrm>
        </p:spPr>
        <p:txBody>
          <a:bodyPr wrap="square" anchor="t">
            <a:normAutofit/>
          </a:bodyPr>
          <a:lstStyle/>
          <a:p>
            <a:r>
              <a:rPr lang="en-CA" sz="2800" i="1" dirty="0">
                <a:latin typeface="Cambria" panose="02040503050406030204" pitchFamily="18" charset="0"/>
              </a:rPr>
              <a:t>D</a:t>
            </a:r>
            <a:r>
              <a:rPr lang="en-CA" sz="2600" i="1" dirty="0">
                <a:latin typeface="Cambria" panose="02040503050406030204" pitchFamily="18" charset="0"/>
              </a:rPr>
              <a:t>ATA </a:t>
            </a:r>
            <a:r>
              <a:rPr lang="en-CA" sz="2800" i="1" dirty="0">
                <a:latin typeface="Cambria" panose="02040503050406030204" pitchFamily="18" charset="0"/>
              </a:rPr>
              <a:t>P</a:t>
            </a:r>
            <a:r>
              <a:rPr lang="en-CA" sz="2600" i="1" dirty="0">
                <a:latin typeface="Cambria" panose="02040503050406030204" pitchFamily="18" charset="0"/>
              </a:rPr>
              <a:t>ERTURBATION</a:t>
            </a:r>
            <a:endParaRPr lang="en-CA" sz="2600" b="1"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BD76EFB-BD2B-36BC-4F7F-71030161755F}"/>
                  </a:ext>
                </a:extLst>
              </p:cNvPr>
              <p:cNvSpPr>
                <a:spLocks noGrp="1"/>
              </p:cNvSpPr>
              <p:nvPr>
                <p:ph sz="half" idx="1"/>
              </p:nvPr>
            </p:nvSpPr>
            <p:spPr>
              <a:xfrm>
                <a:off x="395536" y="980728"/>
                <a:ext cx="8208912" cy="5443329"/>
              </a:xfrm>
            </p:spPr>
            <p:txBody>
              <a:bodyPr wrap="square" anchor="t">
                <a:noAutofit/>
              </a:bodyPr>
              <a:lstStyle/>
              <a:p>
                <a:pPr marL="0" indent="0">
                  <a:lnSpc>
                    <a:spcPct val="90000"/>
                  </a:lnSpc>
                </a:pPr>
                <a:r>
                  <a:rPr lang="en-US" sz="1800" dirty="0">
                    <a:solidFill>
                      <a:srgbClr val="003366"/>
                    </a:solidFill>
                    <a:latin typeface="Aptos Display" panose="020B0004020202020204" pitchFamily="34" charset="0"/>
                  </a:rPr>
                  <a:t>Consider a 2-class classifier (</a:t>
                </a:r>
                <a14:m>
                  <m:oMath xmlns:m="http://schemas.openxmlformats.org/officeDocument/2006/math">
                    <m:r>
                      <a:rPr lang="en-US" sz="1800" i="1" dirty="0" smtClean="0">
                        <a:solidFill>
                          <a:srgbClr val="003366"/>
                        </a:solidFill>
                        <a:latin typeface="Cambria Math" panose="02040503050406030204" pitchFamily="18" charset="0"/>
                      </a:rPr>
                      <m:t>𝐶</m:t>
                    </m:r>
                    <m:r>
                      <a:rPr lang="en-US" sz="1800" i="0" dirty="0" smtClean="0">
                        <a:solidFill>
                          <a:srgbClr val="003366"/>
                        </a:solidFill>
                        <a:latin typeface="Cambria Math" panose="02040503050406030204" pitchFamily="18" charset="0"/>
                      </a:rPr>
                      <m:t>=2</m:t>
                    </m:r>
                  </m:oMath>
                </a14:m>
                <a:r>
                  <a:rPr lang="en-US" sz="1800" dirty="0">
                    <a:solidFill>
                      <a:srgbClr val="003366"/>
                    </a:solidFill>
                    <a:latin typeface="Aptos Display" panose="020B0004020202020204" pitchFamily="34" charset="0"/>
                  </a:rPr>
                  <a:t>) with raw logits </a:t>
                </a:r>
                <a14:m>
                  <m:oMath xmlns:m="http://schemas.openxmlformats.org/officeDocument/2006/math">
                    <m:r>
                      <a:rPr lang="en-US" sz="1800" i="1" dirty="0" smtClean="0">
                        <a:solidFill>
                          <a:srgbClr val="003366"/>
                        </a:solidFill>
                        <a:latin typeface="Cambria Math" panose="02040503050406030204" pitchFamily="18" charset="0"/>
                      </a:rPr>
                      <m:t>𝑧</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4.0,1.0</m:t>
                            </m:r>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The scale parameter is </a:t>
                </a:r>
                <a14:m>
                  <m:oMath xmlns:m="http://schemas.openxmlformats.org/officeDocument/2006/math">
                    <m:r>
                      <a:rPr lang="en-US" sz="1800" i="1" dirty="0" smtClean="0">
                        <a:solidFill>
                          <a:srgbClr val="003366"/>
                        </a:solidFill>
                        <a:latin typeface="Cambria Math" panose="02040503050406030204" pitchFamily="18" charset="0"/>
                      </a:rPr>
                      <m:t>𝑏</m:t>
                    </m:r>
                    <m:r>
                      <a:rPr lang="en-US" sz="1800" i="0" dirty="0">
                        <a:solidFill>
                          <a:srgbClr val="003366"/>
                        </a:solidFill>
                        <a:latin typeface="Cambria Math" panose="02040503050406030204" pitchFamily="18" charset="0"/>
                      </a:rPr>
                      <m:t>=0.5</m:t>
                    </m:r>
                  </m:oMath>
                </a14:m>
                <a:r>
                  <a:rPr lang="en-US" sz="1800" dirty="0">
                    <a:solidFill>
                      <a:srgbClr val="003366"/>
                    </a:solidFill>
                    <a:latin typeface="Aptos Display" panose="020B0004020202020204" pitchFamily="34" charset="0"/>
                  </a:rPr>
                  <a:t>.</a:t>
                </a:r>
              </a:p>
              <a:p>
                <a:pPr marL="0" indent="0">
                  <a:lnSpc>
                    <a:spcPct val="90000"/>
                  </a:lnSpc>
                </a:pPr>
                <a:endParaRPr lang="en-US" sz="1800" dirty="0">
                  <a:solidFill>
                    <a:srgbClr val="003366"/>
                  </a:solidFill>
                  <a:latin typeface="Aptos Display" panose="020B0004020202020204" pitchFamily="34" charset="0"/>
                </a:endParaRPr>
              </a:p>
              <a:p>
                <a:pPr marL="0" indent="0">
                  <a:lnSpc>
                    <a:spcPct val="90000"/>
                  </a:lnSpc>
                </a:pPr>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𝐒𝐭𝐞𝐩</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𝟏</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𝐒𝐚𝐦𝐩𝐥𝐞</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𝐍𝐨𝐢𝐬𝐞</m:t>
                        </m:r>
                      </m:e>
                    </m:box>
                  </m:oMath>
                </a14:m>
                <a:r>
                  <a:rPr lang="en-US" sz="1800" dirty="0">
                    <a:solidFill>
                      <a:srgbClr val="003366"/>
                    </a:solidFill>
                    <a:latin typeface="Aptos Display" panose="020B0004020202020204" pitchFamily="34" charset="0"/>
                  </a:rPr>
                  <a:t>: Assume we sample noise values:</a:t>
                </a:r>
              </a:p>
              <a:p>
                <a:r>
                  <a:rPr lang="en-US" sz="1800" dirty="0">
                    <a:solidFill>
                      <a:srgbClr val="003366"/>
                    </a:solidFill>
                    <a:latin typeface="Aptos Display" panose="020B0004020202020204" pitchFamily="34" charset="0"/>
                  </a:rPr>
                  <a:t>    </a:t>
                </a:r>
                <a:endParaRPr lang="en-US" sz="1800" i="1"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800" i="1" dirty="0">
                        <a:solidFill>
                          <a:srgbClr val="003366"/>
                        </a:solidFill>
                        <a:latin typeface="Cambria Math" panose="02040503050406030204" pitchFamily="18" charset="0"/>
                      </a:rPr>
                      <m:t>𝜖</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0.15,−0.20</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marL="0" indent="0">
                  <a:lnSpc>
                    <a:spcPct val="90000"/>
                  </a:lnSpc>
                </a:pPr>
                <a:r>
                  <a:rPr lang="en-US" sz="1800" dirty="0">
                    <a:solidFill>
                      <a:srgbClr val="003366"/>
                    </a:solidFill>
                    <a:latin typeface="Aptos Display" panose="020B0004020202020204" pitchFamily="34" charset="0"/>
                  </a:rPr>
                  <a:t>    </a:t>
                </a:r>
              </a:p>
              <a:p>
                <a:pPr marL="0" indent="0">
                  <a:lnSpc>
                    <a:spcPct val="90000"/>
                  </a:lnSpc>
                </a:pPr>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𝐒𝐭𝐞𝐩</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𝟐</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𝐏𝐞𝐫𝐭𝐮𝐫𝐛</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𝐋𝐨𝐠𝐢𝐭𝐬</m:t>
                        </m:r>
                      </m:e>
                    </m:box>
                  </m:oMath>
                </a14:m>
                <a:r>
                  <a:rPr lang="en-US" sz="1800" dirty="0">
                    <a:solidFill>
                      <a:srgbClr val="003366"/>
                    </a:solidFill>
                    <a:latin typeface="Aptos Display" panose="020B0004020202020204" pitchFamily="34" charset="0"/>
                  </a:rPr>
                  <a:t>: Add the noise to the original logits:</a:t>
                </a:r>
              </a:p>
              <a:p>
                <a:r>
                  <a:rPr lang="en-US" sz="1800" dirty="0">
                    <a:solidFill>
                      <a:srgbClr val="003366"/>
                    </a:solidFill>
                    <a:latin typeface="Aptos Display" panose="020B0004020202020204" pitchFamily="34" charset="0"/>
                  </a:rPr>
                  <a:t>    </a:t>
                </a:r>
              </a:p>
              <a:p>
                <a:pPr>
                  <a:buFont typeface="Arial" panose="020B0604020202020204" pitchFamily="34" charset="0"/>
                  <a:buChar char="•"/>
                </a:pPr>
                <a14:m>
                  <m:oMath xmlns:m="http://schemas.openxmlformats.org/officeDocument/2006/math">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4.0+0.15, 1.0−0.20</m:t>
                            </m:r>
                          </m:e>
                        </m:d>
                      </m:e>
                      <m:sup>
                        <m:r>
                          <a:rPr lang="en-US" sz="1800" i="1" dirty="0">
                            <a:solidFill>
                              <a:srgbClr val="003366"/>
                            </a:solidFill>
                            <a:latin typeface="Cambria Math" panose="02040503050406030204" pitchFamily="18" charset="0"/>
                          </a:rPr>
                          <m:t>𝑇</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4.15,0.80</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marL="0" indent="0">
                  <a:lnSpc>
                    <a:spcPct val="90000"/>
                  </a:lnSpc>
                </a:pPr>
                <a:r>
                  <a:rPr lang="en-US" sz="1800" dirty="0">
                    <a:solidFill>
                      <a:srgbClr val="003366"/>
                    </a:solidFill>
                    <a:latin typeface="Aptos Display" panose="020B0004020202020204" pitchFamily="34" charset="0"/>
                  </a:rPr>
                  <a:t>    </a:t>
                </a:r>
              </a:p>
              <a:p>
                <a:pPr marL="0" indent="0">
                  <a:lnSpc>
                    <a:spcPct val="90000"/>
                  </a:lnSpc>
                </a:pPr>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𝐒𝐭𝐞𝐩</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𝟑</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𝐂𝐨𝐦𝐩𝐮𝐭𝐞</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𝐏𝐞𝐫𝐭𝐮𝐫𝐛𝐞𝐝</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𝐏𝐫𝐨𝐛𝐚𝐛𝐢𝐥𝐢𝐭𝐢𝐞𝐬</m:t>
                        </m:r>
                      </m:e>
                    </m:box>
                  </m:oMath>
                </a14:m>
                <a:r>
                  <a:rPr lang="en-US" sz="1800" dirty="0">
                    <a:solidFill>
                      <a:srgbClr val="003366"/>
                    </a:solidFill>
                    <a:latin typeface="Aptos Display" panose="020B0004020202020204" pitchFamily="34" charset="0"/>
                  </a:rPr>
                  <a:t>: Apply the </a:t>
                </a:r>
                <a:r>
                  <a:rPr lang="en-US" sz="1800" dirty="0" err="1">
                    <a:solidFill>
                      <a:srgbClr val="003366"/>
                    </a:solidFill>
                    <a:latin typeface="Aptos Display" panose="020B0004020202020204" pitchFamily="34" charset="0"/>
                  </a:rPr>
                  <a:t>softmax</a:t>
                </a:r>
                <a:r>
                  <a:rPr lang="en-US" sz="1800" dirty="0">
                    <a:solidFill>
                      <a:srgbClr val="003366"/>
                    </a:solidFill>
                    <a:latin typeface="Aptos Display" panose="020B0004020202020204" pitchFamily="34" charset="0"/>
                  </a:rPr>
                  <a:t> function:</a:t>
                </a:r>
              </a:p>
              <a:p>
                <a:r>
                  <a:rPr lang="en-US" sz="1800" dirty="0">
                    <a:solidFill>
                      <a:srgbClr val="003366"/>
                    </a:solidFill>
                    <a:latin typeface="Aptos Display" panose="020B0004020202020204" pitchFamily="34" charset="0"/>
                  </a:rPr>
                  <a:t>    </a:t>
                </a:r>
                <a:endParaRPr lang="en-US" sz="1800" i="1"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smtClean="0">
                                  <a:solidFill>
                                    <a:srgbClr val="003366"/>
                                  </a:solidFill>
                                  <a:latin typeface="Cambria Math" panose="02040503050406030204" pitchFamily="18" charset="0"/>
                                </a:rPr>
                              </m:ctrlPr>
                            </m:sSubPr>
                            <m:e>
                              <m:acc>
                                <m:accPr>
                                  <m:chr m:val="˜"/>
                                  <m:ctrlPr>
                                    <a:rPr lang="en-US" sz="1800" i="1" dirty="0" smtClean="0">
                                      <a:solidFill>
                                        <a:srgbClr val="003366"/>
                                      </a:solidFill>
                                      <a:latin typeface="Cambria Math" panose="02040503050406030204" pitchFamily="18" charset="0"/>
                                    </a:rPr>
                                  </m:ctrlPr>
                                </m:accPr>
                                <m:e>
                                  <m:r>
                                    <a:rPr lang="en-US" sz="1800" i="1" dirty="0" smtClean="0">
                                      <a:solidFill>
                                        <a:srgbClr val="003366"/>
                                      </a:solidFill>
                                      <a:latin typeface="Cambria Math" panose="02040503050406030204" pitchFamily="18" charset="0"/>
                                    </a:rPr>
                                    <m:t>𝑝</m:t>
                                  </m:r>
                                </m:e>
                              </m:acc>
                            </m:e>
                            <m:sub>
                              <m:r>
                                <a:rPr lang="en-US" sz="1800" i="0" dirty="0" smtClean="0">
                                  <a:solidFill>
                                    <a:srgbClr val="003366"/>
                                  </a:solidFill>
                                  <a:latin typeface="Cambria Math" panose="02040503050406030204" pitchFamily="18" charset="0"/>
                                </a:rPr>
                                <m:t>1</m:t>
                              </m:r>
                            </m:sub>
                          </m:sSub>
                          <m:r>
                            <m:rPr>
                              <m:aln/>
                            </m:rPr>
                            <a:rPr lang="en-US" sz="1800" i="0" dirty="0" smtClean="0">
                              <a:solidFill>
                                <a:srgbClr val="003366"/>
                              </a:solidFill>
                              <a:latin typeface="Cambria Math" panose="02040503050406030204" pitchFamily="18" charset="0"/>
                            </a:rPr>
                            <m:t>&amp;</m:t>
                          </m:r>
                          <m:r>
                            <a:rPr lang="en-US" sz="1800" i="0" dirty="0" smtClean="0">
                              <a:solidFill>
                                <a:srgbClr val="003366"/>
                              </a:solidFill>
                              <a:latin typeface="Cambria Math" panose="02040503050406030204" pitchFamily="18" charset="0"/>
                            </a:rPr>
                            <m:t>=</m:t>
                          </m:r>
                          <m:f>
                            <m:fPr>
                              <m:ctrlPr>
                                <a:rPr lang="en-US" sz="1800" i="1" dirty="0" smtClean="0">
                                  <a:solidFill>
                                    <a:srgbClr val="003366"/>
                                  </a:solidFill>
                                  <a:latin typeface="Cambria Math" panose="02040503050406030204" pitchFamily="18" charset="0"/>
                                </a:rPr>
                              </m:ctrlPr>
                            </m:fPr>
                            <m:num>
                              <m:sSup>
                                <m:sSupPr>
                                  <m:ctrlPr>
                                    <a:rPr lang="en-US" sz="1800" i="1" dirty="0" smtClean="0">
                                      <a:solidFill>
                                        <a:srgbClr val="003366"/>
                                      </a:solidFill>
                                      <a:latin typeface="Cambria Math" panose="02040503050406030204" pitchFamily="18" charset="0"/>
                                    </a:rPr>
                                  </m:ctrlPr>
                                </m:sSupPr>
                                <m:e>
                                  <m:r>
                                    <a:rPr lang="en-US" sz="1800" i="1" dirty="0" smtClean="0">
                                      <a:solidFill>
                                        <a:srgbClr val="003366"/>
                                      </a:solidFill>
                                      <a:latin typeface="Cambria Math" panose="02040503050406030204" pitchFamily="18" charset="0"/>
                                    </a:rPr>
                                    <m:t>𝑒</m:t>
                                  </m:r>
                                </m:e>
                                <m:sup>
                                  <m:r>
                                    <a:rPr lang="en-US" sz="1800" i="0" dirty="0" smtClean="0">
                                      <a:solidFill>
                                        <a:srgbClr val="003366"/>
                                      </a:solidFill>
                                      <a:latin typeface="Cambria Math" panose="02040503050406030204" pitchFamily="18" charset="0"/>
                                    </a:rPr>
                                    <m:t>4.15</m:t>
                                  </m:r>
                                </m:sup>
                              </m:sSup>
                            </m:num>
                            <m:den>
                              <m:sSup>
                                <m:sSupPr>
                                  <m:ctrlPr>
                                    <a:rPr lang="en-US" sz="1800" i="1" dirty="0" smtClean="0">
                                      <a:solidFill>
                                        <a:srgbClr val="003366"/>
                                      </a:solidFill>
                                      <a:latin typeface="Cambria Math" panose="02040503050406030204" pitchFamily="18" charset="0"/>
                                    </a:rPr>
                                  </m:ctrlPr>
                                </m:sSupPr>
                                <m:e>
                                  <m:r>
                                    <a:rPr lang="en-US" sz="1800" i="1" dirty="0" smtClean="0">
                                      <a:solidFill>
                                        <a:srgbClr val="003366"/>
                                      </a:solidFill>
                                      <a:latin typeface="Cambria Math" panose="02040503050406030204" pitchFamily="18" charset="0"/>
                                    </a:rPr>
                                    <m:t>𝑒</m:t>
                                  </m:r>
                                </m:e>
                                <m:sup>
                                  <m:r>
                                    <a:rPr lang="en-US" sz="1800" i="0" dirty="0" smtClean="0">
                                      <a:solidFill>
                                        <a:srgbClr val="003366"/>
                                      </a:solidFill>
                                      <a:latin typeface="Cambria Math" panose="02040503050406030204" pitchFamily="18" charset="0"/>
                                    </a:rPr>
                                    <m:t>4.15</m:t>
                                  </m:r>
                                </m:sup>
                              </m:sSup>
                              <m:r>
                                <a:rPr lang="en-US" sz="1800" i="0" dirty="0" smtClean="0">
                                  <a:solidFill>
                                    <a:srgbClr val="003366"/>
                                  </a:solidFill>
                                  <a:latin typeface="Cambria Math" panose="02040503050406030204" pitchFamily="18" charset="0"/>
                                </a:rPr>
                                <m:t>+</m:t>
                              </m:r>
                              <m:sSup>
                                <m:sSupPr>
                                  <m:ctrlPr>
                                    <a:rPr lang="en-US" sz="1800" i="1" dirty="0" smtClean="0">
                                      <a:solidFill>
                                        <a:srgbClr val="003366"/>
                                      </a:solidFill>
                                      <a:latin typeface="Cambria Math" panose="02040503050406030204" pitchFamily="18" charset="0"/>
                                    </a:rPr>
                                  </m:ctrlPr>
                                </m:sSupPr>
                                <m:e>
                                  <m:r>
                                    <a:rPr lang="en-US" sz="1800" i="1" dirty="0" smtClean="0">
                                      <a:solidFill>
                                        <a:srgbClr val="003366"/>
                                      </a:solidFill>
                                      <a:latin typeface="Cambria Math" panose="02040503050406030204" pitchFamily="18" charset="0"/>
                                    </a:rPr>
                                    <m:t>𝑒</m:t>
                                  </m:r>
                                </m:e>
                                <m:sup>
                                  <m:r>
                                    <a:rPr lang="en-US" sz="1800" i="0" dirty="0" smtClean="0">
                                      <a:solidFill>
                                        <a:srgbClr val="003366"/>
                                      </a:solidFill>
                                      <a:latin typeface="Cambria Math" panose="02040503050406030204" pitchFamily="18" charset="0"/>
                                    </a:rPr>
                                    <m:t>0.80</m:t>
                                  </m:r>
                                </m:sup>
                              </m:sSup>
                            </m:den>
                          </m:f>
                          <m:r>
                            <a:rPr lang="en-US" sz="1800" i="0" dirty="0" smtClean="0">
                              <a:solidFill>
                                <a:srgbClr val="003366"/>
                              </a:solidFill>
                              <a:latin typeface="Cambria Math" panose="02040503050406030204" pitchFamily="18" charset="0"/>
                            </a:rPr>
                            <m:t>=</m:t>
                          </m:r>
                          <m:f>
                            <m:fPr>
                              <m:ctrlPr>
                                <a:rPr lang="en-US" sz="1800" i="1" dirty="0" smtClean="0">
                                  <a:solidFill>
                                    <a:srgbClr val="003366"/>
                                  </a:solidFill>
                                  <a:latin typeface="Cambria Math" panose="02040503050406030204" pitchFamily="18" charset="0"/>
                                </a:rPr>
                              </m:ctrlPr>
                            </m:fPr>
                            <m:num>
                              <m:r>
                                <a:rPr lang="en-US" sz="1800" i="0" dirty="0" smtClean="0">
                                  <a:solidFill>
                                    <a:srgbClr val="003366"/>
                                  </a:solidFill>
                                  <a:latin typeface="Cambria Math" panose="02040503050406030204" pitchFamily="18" charset="0"/>
                                </a:rPr>
                                <m:t>63.43</m:t>
                              </m:r>
                            </m:num>
                            <m:den>
                              <m:r>
                                <a:rPr lang="en-US" sz="1800" i="0" dirty="0" smtClean="0">
                                  <a:solidFill>
                                    <a:srgbClr val="003366"/>
                                  </a:solidFill>
                                  <a:latin typeface="Cambria Math" panose="02040503050406030204" pitchFamily="18" charset="0"/>
                                </a:rPr>
                                <m:t>63.43+2.23</m:t>
                              </m:r>
                            </m:den>
                          </m:f>
                          <m:r>
                            <a:rPr lang="en-US" sz="1800" i="0" dirty="0" smtClean="0">
                              <a:solidFill>
                                <a:srgbClr val="003366"/>
                              </a:solidFill>
                              <a:latin typeface="Cambria Math" panose="02040503050406030204" pitchFamily="18" charset="0"/>
                            </a:rPr>
                            <m:t>≈0.966</m:t>
                          </m:r>
                        </m:e>
                        <m:e/>
                        <m:e>
                          <m:sSub>
                            <m:sSubPr>
                              <m:ctrlPr>
                                <a:rPr lang="en-US" sz="1800" i="1" dirty="0" smtClean="0">
                                  <a:solidFill>
                                    <a:srgbClr val="003366"/>
                                  </a:solidFill>
                                  <a:latin typeface="Cambria Math" panose="02040503050406030204" pitchFamily="18" charset="0"/>
                                </a:rPr>
                              </m:ctrlPr>
                            </m:sSubPr>
                            <m:e>
                              <m:acc>
                                <m:accPr>
                                  <m:chr m:val="˜"/>
                                  <m:ctrlPr>
                                    <a:rPr lang="en-US" sz="1800" i="1" dirty="0" smtClean="0">
                                      <a:solidFill>
                                        <a:srgbClr val="003366"/>
                                      </a:solidFill>
                                      <a:latin typeface="Cambria Math" panose="02040503050406030204" pitchFamily="18" charset="0"/>
                                    </a:rPr>
                                  </m:ctrlPr>
                                </m:accPr>
                                <m:e>
                                  <m:r>
                                    <a:rPr lang="en-US" sz="1800" i="1" dirty="0" smtClean="0">
                                      <a:solidFill>
                                        <a:srgbClr val="003366"/>
                                      </a:solidFill>
                                      <a:latin typeface="Cambria Math" panose="02040503050406030204" pitchFamily="18" charset="0"/>
                                    </a:rPr>
                                    <m:t>𝑝</m:t>
                                  </m:r>
                                </m:e>
                              </m:acc>
                            </m:e>
                            <m:sub>
                              <m:r>
                                <a:rPr lang="en-US" sz="1800" i="0" dirty="0" smtClean="0">
                                  <a:solidFill>
                                    <a:srgbClr val="003366"/>
                                  </a:solidFill>
                                  <a:latin typeface="Cambria Math" panose="02040503050406030204" pitchFamily="18" charset="0"/>
                                </a:rPr>
                                <m:t>2</m:t>
                              </m:r>
                            </m:sub>
                          </m:sSub>
                          <m:r>
                            <m:rPr>
                              <m:aln/>
                            </m:rPr>
                            <a:rPr lang="en-US" sz="1800" i="0" dirty="0" smtClean="0">
                              <a:solidFill>
                                <a:srgbClr val="003366"/>
                              </a:solidFill>
                              <a:latin typeface="Cambria Math" panose="02040503050406030204" pitchFamily="18" charset="0"/>
                            </a:rPr>
                            <m:t>&amp;</m:t>
                          </m:r>
                          <m:r>
                            <a:rPr lang="en-US" sz="1800" i="0" dirty="0" smtClean="0">
                              <a:solidFill>
                                <a:srgbClr val="003366"/>
                              </a:solidFill>
                              <a:latin typeface="Cambria Math" panose="02040503050406030204" pitchFamily="18" charset="0"/>
                            </a:rPr>
                            <m:t>=1−0.966=0.034</m:t>
                          </m:r>
                        </m:e>
                        <m:e/>
                      </m:eqArr>
                    </m:oMath>
                  </m:oMathPara>
                </a14:m>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7BD76EFB-BD2B-36BC-4F7F-71030161755F}"/>
                  </a:ext>
                </a:extLst>
              </p:cNvPr>
              <p:cNvSpPr>
                <a:spLocks noGrp="1" noRot="1" noChangeAspect="1" noMove="1" noResize="1" noEditPoints="1" noAdjustHandles="1" noChangeArrowheads="1" noChangeShapeType="1" noTextEdit="1"/>
              </p:cNvSpPr>
              <p:nvPr>
                <p:ph sz="half" idx="1"/>
              </p:nvPr>
            </p:nvSpPr>
            <p:spPr>
              <a:xfrm>
                <a:off x="395536" y="980728"/>
                <a:ext cx="8208912" cy="5443329"/>
              </a:xfrm>
              <a:blipFill>
                <a:blip r:embed="rId3"/>
                <a:stretch>
                  <a:fillRect l="-1855" t="-1865" r="-1082"/>
                </a:stretch>
              </a:blipFill>
            </p:spPr>
            <p:txBody>
              <a:bodyPr/>
              <a:lstStyle/>
              <a:p>
                <a:r>
                  <a:rPr lang="en-US">
                    <a:noFill/>
                  </a:rPr>
                  <a:t> </a:t>
                </a:r>
              </a:p>
            </p:txBody>
          </p:sp>
        </mc:Fallback>
      </mc:AlternateContent>
      <p:sp>
        <p:nvSpPr>
          <p:cNvPr id="10" name="Slide Number Placeholder 4">
            <a:extLst>
              <a:ext uri="{FF2B5EF4-FFF2-40B4-BE49-F238E27FC236}">
                <a16:creationId xmlns:a16="http://schemas.microsoft.com/office/drawing/2014/main" id="{5F1DE234-6343-FEB6-4235-CA5A818D25F1}"/>
              </a:ext>
            </a:extLst>
          </p:cNvPr>
          <p:cNvSpPr>
            <a:spLocks noGrp="1"/>
          </p:cNvSpPr>
          <p:nvPr>
            <p:ph type="sldNum" sz="quarter" idx="10"/>
          </p:nvPr>
        </p:nvSpPr>
        <p:spPr>
          <a:xfrm>
            <a:off x="76200" y="6613525"/>
            <a:ext cx="1328738" cy="244475"/>
          </a:xfrm>
        </p:spPr>
        <p:txBody>
          <a:bodyPr/>
          <a:lstStyle/>
          <a:p>
            <a:pPr>
              <a:defRPr/>
            </a:pPr>
            <a:fld id="{5E635617-EE3C-41F5-B859-CA8A06225C8E}" type="slidenum">
              <a:rPr lang="it-IT" smtClean="0"/>
              <a:pPr>
                <a:defRPr/>
              </a:pPr>
              <a:t>22</a:t>
            </a:fld>
            <a:endParaRPr lang="it-IT"/>
          </a:p>
        </p:txBody>
      </p:sp>
      <p:sp>
        <p:nvSpPr>
          <p:cNvPr id="3" name="Round Diagonal Corner Rectangle 2">
            <a:extLst>
              <a:ext uri="{FF2B5EF4-FFF2-40B4-BE49-F238E27FC236}">
                <a16:creationId xmlns:a16="http://schemas.microsoft.com/office/drawing/2014/main" id="{1D69FE9D-4B77-43E3-5BC1-9914CF6D06F9}"/>
              </a:ext>
            </a:extLst>
          </p:cNvPr>
          <p:cNvSpPr/>
          <p:nvPr/>
        </p:nvSpPr>
        <p:spPr>
          <a:xfrm>
            <a:off x="251520" y="1700808"/>
            <a:ext cx="8424936" cy="108012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 Diagonal Corner Rectangle 4">
            <a:extLst>
              <a:ext uri="{FF2B5EF4-FFF2-40B4-BE49-F238E27FC236}">
                <a16:creationId xmlns:a16="http://schemas.microsoft.com/office/drawing/2014/main" id="{7FD2D407-C9DC-4600-E1F9-F109D91E8B12}"/>
              </a:ext>
            </a:extLst>
          </p:cNvPr>
          <p:cNvSpPr/>
          <p:nvPr/>
        </p:nvSpPr>
        <p:spPr>
          <a:xfrm>
            <a:off x="251520" y="2940968"/>
            <a:ext cx="8424936" cy="108012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8BE41FFC-CE45-4DD5-0799-1ADE3A2AF80B}"/>
              </a:ext>
            </a:extLst>
          </p:cNvPr>
          <p:cNvSpPr/>
          <p:nvPr/>
        </p:nvSpPr>
        <p:spPr>
          <a:xfrm>
            <a:off x="251520" y="4165178"/>
            <a:ext cx="8424936" cy="207213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97672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E7C9-715F-19F8-8413-70BACBB3F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B7F0D-92EE-F31D-97E8-088D6136070E}"/>
              </a:ext>
            </a:extLst>
          </p:cNvPr>
          <p:cNvSpPr>
            <a:spLocks noGrp="1"/>
          </p:cNvSpPr>
          <p:nvPr>
            <p:ph type="title"/>
          </p:nvPr>
        </p:nvSpPr>
        <p:spPr>
          <a:xfrm>
            <a:off x="719138" y="260648"/>
            <a:ext cx="5365030" cy="838200"/>
          </a:xfrm>
        </p:spPr>
        <p:txBody>
          <a:bodyPr/>
          <a:lstStyle/>
          <a:p>
            <a:r>
              <a:rPr lang="en-CA" sz="2800" i="1" dirty="0">
                <a:latin typeface="Cambria"/>
              </a:rPr>
              <a:t>M</a:t>
            </a:r>
            <a:r>
              <a:rPr lang="en-CA" sz="2600" i="1" dirty="0">
                <a:latin typeface="Cambria"/>
              </a:rPr>
              <a:t>ODEL </a:t>
            </a:r>
            <a:r>
              <a:rPr lang="en-CA" sz="2800" i="1" dirty="0">
                <a:latin typeface="Cambria"/>
              </a:rPr>
              <a:t>M</a:t>
            </a:r>
            <a:r>
              <a:rPr lang="en-CA" sz="2600" i="1" dirty="0">
                <a:latin typeface="Cambria"/>
              </a:rPr>
              <a:t>ODIFICATION</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2EB98E1-88F0-F36C-00C7-A61C35922D7D}"/>
                  </a:ext>
                </a:extLst>
              </p:cNvPr>
              <p:cNvSpPr>
                <a:spLocks noGrp="1"/>
              </p:cNvSpPr>
              <p:nvPr>
                <p:ph idx="1"/>
              </p:nvPr>
            </p:nvSpPr>
            <p:spPr>
              <a:xfrm>
                <a:off x="338163" y="978049"/>
                <a:ext cx="8625210" cy="5530552"/>
              </a:xfrm>
            </p:spPr>
            <p:txBody>
              <a:bodyPr/>
              <a:lstStyle/>
              <a:p>
                <a:pPr marL="0" indent="0" algn="just"/>
                <a:r>
                  <a:rPr lang="en-US" sz="1800" dirty="0">
                    <a:solidFill>
                      <a:srgbClr val="003366"/>
                    </a:solidFill>
                    <a:latin typeface="Aptos Display" panose="020B0004020202020204" pitchFamily="34" charset="0"/>
                  </a:rPr>
                  <a:t>Defensive distillation is a training method that reduces the model's sensitivity to small input variations. A teacher model is trained on the data, and its soft probability outputs (evaluated at a high temperature </a:t>
                </a:r>
                <a14:m>
                  <m:oMath xmlns:m="http://schemas.openxmlformats.org/officeDocument/2006/math">
                    <m:r>
                      <a:rPr lang="en-US" sz="1800" i="1" dirty="0" smtClean="0">
                        <a:solidFill>
                          <a:srgbClr val="003366"/>
                        </a:solidFill>
                        <a:latin typeface="Cambria Math" panose="02040503050406030204" pitchFamily="18" charset="0"/>
                      </a:rPr>
                      <m:t>𝑇</m:t>
                    </m:r>
                  </m:oMath>
                </a14:m>
                <a:r>
                  <a:rPr lang="en-US" sz="1800" dirty="0">
                    <a:solidFill>
                      <a:srgbClr val="003366"/>
                    </a:solidFill>
                    <a:latin typeface="Aptos Display" panose="020B0004020202020204" pitchFamily="34" charset="0"/>
                  </a:rPr>
                  <a:t>) are used as soft labels to train a student model. </a:t>
                </a:r>
              </a:p>
            </p:txBody>
          </p:sp>
        </mc:Choice>
        <mc:Fallback xmlns="">
          <p:sp>
            <p:nvSpPr>
              <p:cNvPr id="4" name="Content Placeholder 3">
                <a:extLst>
                  <a:ext uri="{FF2B5EF4-FFF2-40B4-BE49-F238E27FC236}">
                    <a16:creationId xmlns:a16="http://schemas.microsoft.com/office/drawing/2014/main" id="{42EB98E1-88F0-F36C-00C7-A61C35922D7D}"/>
                  </a:ext>
                </a:extLst>
              </p:cNvPr>
              <p:cNvSpPr>
                <a:spLocks noGrp="1" noRot="1" noChangeAspect="1" noMove="1" noResize="1" noEditPoints="1" noAdjustHandles="1" noChangeArrowheads="1" noChangeShapeType="1" noTextEdit="1"/>
              </p:cNvSpPr>
              <p:nvPr>
                <p:ph idx="1"/>
              </p:nvPr>
            </p:nvSpPr>
            <p:spPr>
              <a:xfrm>
                <a:off x="338163" y="978049"/>
                <a:ext cx="8625210" cy="5530552"/>
              </a:xfrm>
              <a:blipFill>
                <a:blip r:embed="rId3"/>
                <a:stretch>
                  <a:fillRect l="-1618" t="-1144" r="-176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2E22309-4018-7259-D5FE-ABAA9C2842C1}"/>
              </a:ext>
            </a:extLst>
          </p:cNvPr>
          <p:cNvSpPr>
            <a:spLocks noGrp="1"/>
          </p:cNvSpPr>
          <p:nvPr>
            <p:ph type="sldNum" sz="quarter" idx="10"/>
          </p:nvPr>
        </p:nvSpPr>
        <p:spPr/>
        <p:txBody>
          <a:bodyPr/>
          <a:lstStyle/>
          <a:p>
            <a:pPr>
              <a:defRPr/>
            </a:pPr>
            <a:fld id="{FE5AEF74-5102-4921-8DBA-649C609AF6D1}" type="slidenum">
              <a:rPr lang="it-IT" smtClean="0"/>
              <a:pPr>
                <a:defRPr/>
              </a:pPr>
              <a:t>23</a:t>
            </a:fld>
            <a:endParaRPr lang="it-IT"/>
          </a:p>
        </p:txBody>
      </p:sp>
      <p:pic>
        <p:nvPicPr>
          <p:cNvPr id="5" name="Picture 4">
            <a:extLst>
              <a:ext uri="{FF2B5EF4-FFF2-40B4-BE49-F238E27FC236}">
                <a16:creationId xmlns:a16="http://schemas.microsoft.com/office/drawing/2014/main" id="{5FB3CF78-685A-99B6-D3F2-35AA4F39F1C7}"/>
              </a:ext>
            </a:extLst>
          </p:cNvPr>
          <p:cNvPicPr>
            <a:picLocks noChangeAspect="1"/>
          </p:cNvPicPr>
          <p:nvPr/>
        </p:nvPicPr>
        <p:blipFill>
          <a:blip r:embed="rId4"/>
          <a:stretch>
            <a:fillRect/>
          </a:stretch>
        </p:blipFill>
        <p:spPr>
          <a:xfrm>
            <a:off x="539552" y="3007520"/>
            <a:ext cx="7772400" cy="2385797"/>
          </a:xfrm>
          <a:prstGeom prst="rect">
            <a:avLst/>
          </a:prstGeom>
        </p:spPr>
      </p:pic>
    </p:spTree>
    <p:extLst>
      <p:ext uri="{BB962C8B-B14F-4D97-AF65-F5344CB8AC3E}">
        <p14:creationId xmlns:p14="http://schemas.microsoft.com/office/powerpoint/2010/main" val="1897855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DB140-5876-BFC6-B6DE-0149CC63B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306A3-FBFC-201D-912F-6E094BF34BE2}"/>
              </a:ext>
            </a:extLst>
          </p:cNvPr>
          <p:cNvSpPr>
            <a:spLocks noGrp="1"/>
          </p:cNvSpPr>
          <p:nvPr>
            <p:ph type="title"/>
          </p:nvPr>
        </p:nvSpPr>
        <p:spPr>
          <a:xfrm>
            <a:off x="719138" y="260648"/>
            <a:ext cx="5365030" cy="838200"/>
          </a:xfrm>
        </p:spPr>
        <p:txBody>
          <a:bodyPr/>
          <a:lstStyle/>
          <a:p>
            <a:r>
              <a:rPr lang="en-CA" sz="2800" i="1" dirty="0">
                <a:latin typeface="Cambria"/>
              </a:rPr>
              <a:t>M</a:t>
            </a:r>
            <a:r>
              <a:rPr lang="en-CA" sz="2600" i="1" dirty="0">
                <a:latin typeface="Cambria"/>
              </a:rPr>
              <a:t>ODEL </a:t>
            </a:r>
            <a:r>
              <a:rPr lang="en-CA" sz="2800" i="1" dirty="0">
                <a:latin typeface="Cambria"/>
              </a:rPr>
              <a:t>M</a:t>
            </a:r>
            <a:r>
              <a:rPr lang="en-CA" sz="2600" i="1" dirty="0">
                <a:latin typeface="Cambria"/>
              </a:rPr>
              <a:t>ODIFICATION</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973F447-D4CB-2D33-3443-2CFCD6B09020}"/>
                  </a:ext>
                </a:extLst>
              </p:cNvPr>
              <p:cNvSpPr>
                <a:spLocks noGrp="1"/>
              </p:cNvSpPr>
              <p:nvPr>
                <p:ph idx="1"/>
              </p:nvPr>
            </p:nvSpPr>
            <p:spPr>
              <a:xfrm>
                <a:off x="338163" y="978049"/>
                <a:ext cx="8266285" cy="4611191"/>
              </a:xfrm>
            </p:spPr>
            <p:txBody>
              <a:bodyPr/>
              <a:lstStyle/>
              <a:p>
                <a:pPr marL="0" indent="0"/>
                <a:r>
                  <a:rPr lang="en-US" sz="1800" dirty="0">
                    <a:solidFill>
                      <a:srgbClr val="003366"/>
                    </a:solidFill>
                    <a:latin typeface="Aptos Display" panose="020B0004020202020204" pitchFamily="34" charset="0"/>
                  </a:rPr>
                  <a:t>The </a:t>
                </a:r>
                <a:r>
                  <a:rPr lang="en-US" sz="1800" dirty="0" err="1">
                    <a:solidFill>
                      <a:srgbClr val="003366"/>
                    </a:solidFill>
                    <a:latin typeface="Aptos Display" panose="020B0004020202020204" pitchFamily="34" charset="0"/>
                  </a:rPr>
                  <a:t>softmax</a:t>
                </a:r>
                <a:r>
                  <a:rPr lang="en-US" sz="1800" dirty="0">
                    <a:solidFill>
                      <a:srgbClr val="003366"/>
                    </a:solidFill>
                    <a:latin typeface="Aptos Display" panose="020B0004020202020204" pitchFamily="34" charset="0"/>
                  </a:rPr>
                  <a:t> function with temperature scale </a:t>
                </a:r>
                <a14:m>
                  <m:oMath xmlns:m="http://schemas.openxmlformats.org/officeDocument/2006/math">
                    <m:r>
                      <a:rPr lang="en-US" sz="1800" i="1" dirty="0" smtClean="0">
                        <a:solidFill>
                          <a:srgbClr val="003366"/>
                        </a:solidFill>
                        <a:latin typeface="Cambria Math" panose="02040503050406030204" pitchFamily="18" charset="0"/>
                      </a:rPr>
                      <m:t>𝑇</m:t>
                    </m:r>
                  </m:oMath>
                </a14:m>
                <a:r>
                  <a:rPr lang="en-US" sz="1800" dirty="0">
                    <a:solidFill>
                      <a:srgbClr val="003366"/>
                    </a:solidFill>
                    <a:latin typeface="Aptos Display" panose="020B0004020202020204" pitchFamily="34" charset="0"/>
                  </a:rPr>
                  <a:t> is defined as:</a:t>
                </a:r>
              </a:p>
              <a:p>
                <a:pPr marL="0" indent="0"/>
                <a:endParaRPr lang="en-US" sz="18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𝑞</m:t>
                            </m:r>
                          </m:e>
                          <m:sub>
                            <m:r>
                              <a:rPr lang="en-US" sz="1800" i="1" dirty="0">
                                <a:solidFill>
                                  <a:srgbClr val="003366"/>
                                </a:solidFill>
                                <a:latin typeface="Cambria Math" panose="02040503050406030204" pitchFamily="18" charset="0"/>
                              </a:rPr>
                              <m:t>𝑖</m:t>
                            </m:r>
                          </m:sub>
                        </m:sSub>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𝑇</m:t>
                            </m:r>
                          </m:e>
                        </m:d>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1" dirty="0">
                                        <a:solidFill>
                                          <a:srgbClr val="003366"/>
                                        </a:solidFill>
                                        <a:latin typeface="Cambria Math" panose="02040503050406030204" pitchFamily="18" charset="0"/>
                                      </a:rPr>
                                      <m:t>𝑖</m:t>
                                    </m:r>
                                  </m:sub>
                                </m:sSub>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𝑇</m:t>
                                </m:r>
                              </m:sup>
                            </m:sSup>
                          </m:num>
                          <m:den>
                            <m:nary>
                              <m:naryPr>
                                <m:chr m:val="∑"/>
                                <m:limLoc m:val="undOvr"/>
                                <m:ctrlPr>
                                  <a:rPr lang="en-US" sz="1800" i="1" dirty="0">
                                    <a:solidFill>
                                      <a:srgbClr val="003366"/>
                                    </a:solidFill>
                                    <a:latin typeface="Cambria Math" panose="02040503050406030204" pitchFamily="18" charset="0"/>
                                  </a:rPr>
                                </m:ctrlPr>
                              </m:naryPr>
                              <m:sub>
                                <m:r>
                                  <a:rPr lang="en-US" sz="1800" i="1" dirty="0">
                                    <a:solidFill>
                                      <a:srgbClr val="003366"/>
                                    </a:solidFill>
                                    <a:latin typeface="Cambria Math" panose="02040503050406030204" pitchFamily="18" charset="0"/>
                                  </a:rPr>
                                  <m:t>𝑗</m:t>
                                </m:r>
                                <m:r>
                                  <a:rPr lang="en-US" sz="1800" i="0" dirty="0">
                                    <a:solidFill>
                                      <a:srgbClr val="003366"/>
                                    </a:solidFill>
                                    <a:latin typeface="Cambria Math" panose="02040503050406030204" pitchFamily="18" charset="0"/>
                                  </a:rPr>
                                  <m:t>=1</m:t>
                                </m:r>
                              </m:sub>
                              <m:sup>
                                <m:r>
                                  <a:rPr lang="en-US" sz="1800" i="1" dirty="0">
                                    <a:solidFill>
                                      <a:srgbClr val="003366"/>
                                    </a:solidFill>
                                    <a:latin typeface="Cambria Math" panose="02040503050406030204" pitchFamily="18" charset="0"/>
                                  </a:rPr>
                                  <m:t>𝐶</m:t>
                                </m:r>
                              </m:sup>
                              <m:e>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1" dirty="0">
                                            <a:solidFill>
                                              <a:srgbClr val="003366"/>
                                            </a:solidFill>
                                            <a:latin typeface="Cambria Math" panose="02040503050406030204" pitchFamily="18" charset="0"/>
                                          </a:rPr>
                                          <m:t>𝑗</m:t>
                                        </m:r>
                                      </m:sub>
                                    </m:sSub>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e>
                                    </m:d>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𝑇</m:t>
                                    </m:r>
                                  </m:sup>
                                </m:sSup>
                              </m:e>
                            </m:nary>
                          </m:den>
                        </m:f>
                      </m:e>
                    </m:eqArr>
                  </m:oMath>
                </a14:m>
                <a:endParaRPr lang="en-US" sz="1800" dirty="0">
                  <a:solidFill>
                    <a:srgbClr val="003366"/>
                  </a:solidFill>
                  <a:latin typeface="Aptos Display" panose="020B0004020202020204" pitchFamily="34" charset="0"/>
                </a:endParaRPr>
              </a:p>
              <a:p>
                <a:pPr marL="0" indent="0"/>
                <a:endParaRPr lang="en-US" sz="1800" dirty="0">
                  <a:solidFill>
                    <a:srgbClr val="003366"/>
                  </a:solidFill>
                  <a:latin typeface="Aptos Display" panose="020B0004020202020204" pitchFamily="34" charset="0"/>
                </a:endParaRPr>
              </a:p>
              <a:p>
                <a:pPr marL="0" indent="0"/>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𝐓𝐞𝐚𝐜𝐡𝐞𝐫</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𝐓𝐫𝐚𝐢𝐧𝐢𝐧𝐠</m:t>
                        </m:r>
                      </m:e>
                    </m:box>
                  </m:oMath>
                </a14:m>
                <a:r>
                  <a:rPr lang="en-US" sz="1800" dirty="0">
                    <a:solidFill>
                      <a:srgbClr val="003366"/>
                    </a:solidFill>
                    <a:latin typeface="Aptos Display" panose="020B0004020202020204" pitchFamily="34" charset="0"/>
                  </a:rPr>
                  <a:t>: Train a teacher model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𝑓</m:t>
                        </m:r>
                      </m:e>
                      <m:sub>
                        <m:r>
                          <m:rPr>
                            <m:nor/>
                          </m:rPr>
                          <a:rPr lang="en-US" sz="1800" i="0" dirty="0">
                            <a:solidFill>
                              <a:srgbClr val="003366"/>
                            </a:solidFill>
                            <a:latin typeface="Cambria Math" panose="02040503050406030204" pitchFamily="18" charset="0"/>
                          </a:rPr>
                          <m:t>teacher</m:t>
                        </m:r>
                      </m:sub>
                    </m:sSub>
                  </m:oMath>
                </a14:m>
                <a:r>
                  <a:rPr lang="en-US" sz="1800" dirty="0">
                    <a:solidFill>
                      <a:srgbClr val="003366"/>
                    </a:solidFill>
                    <a:latin typeface="Aptos Display" panose="020B0004020202020204" pitchFamily="34" charset="0"/>
                  </a:rPr>
                  <a:t> on the hard training labels </a:t>
                </a:r>
                <a14:m>
                  <m:oMath xmlns:m="http://schemas.openxmlformats.org/officeDocument/2006/math">
                    <m:r>
                      <a:rPr lang="en-US" sz="1800" i="1" dirty="0" smtClean="0">
                        <a:solidFill>
                          <a:srgbClr val="003366"/>
                        </a:solidFill>
                        <a:latin typeface="Cambria Math" panose="02040503050406030204" pitchFamily="18" charset="0"/>
                      </a:rPr>
                      <m:t>𝑦</m:t>
                    </m:r>
                  </m:oMath>
                </a14:m>
                <a:r>
                  <a:rPr lang="en-US" sz="1800" dirty="0">
                    <a:solidFill>
                      <a:srgbClr val="003366"/>
                    </a:solidFill>
                    <a:latin typeface="Aptos Display" panose="020B0004020202020204" pitchFamily="34" charset="0"/>
                  </a:rPr>
                  <a:t> using </a:t>
                </a:r>
                <a:r>
                  <a:rPr lang="en-US" sz="1800" dirty="0" err="1">
                    <a:solidFill>
                      <a:srgbClr val="003366"/>
                    </a:solidFill>
                    <a:latin typeface="Aptos Display" panose="020B0004020202020204" pitchFamily="34" charset="0"/>
                  </a:rPr>
                  <a:t>softmax</a:t>
                </a:r>
                <a:r>
                  <a:rPr lang="en-US" sz="1800" dirty="0">
                    <a:solidFill>
                      <a:srgbClr val="003366"/>
                    </a:solidFill>
                    <a:latin typeface="Aptos Display" panose="020B0004020202020204" pitchFamily="34" charset="0"/>
                  </a:rPr>
                  <a:t> at temperature </a:t>
                </a:r>
                <a14:m>
                  <m:oMath xmlns:m="http://schemas.openxmlformats.org/officeDocument/2006/math">
                    <m:r>
                      <a:rPr lang="en-US" sz="1800" i="1" dirty="0" smtClean="0">
                        <a:solidFill>
                          <a:srgbClr val="003366"/>
                        </a:solidFill>
                        <a:latin typeface="Cambria Math" panose="02040503050406030204" pitchFamily="18" charset="0"/>
                      </a:rPr>
                      <m:t>𝑇</m:t>
                    </m:r>
                  </m:oMath>
                </a14:m>
                <a:r>
                  <a:rPr lang="en-US" sz="1800" dirty="0">
                    <a:solidFill>
                      <a:srgbClr val="003366"/>
                    </a:solidFill>
                    <a:latin typeface="Aptos Display" panose="020B0004020202020204" pitchFamily="34" charset="0"/>
                  </a:rPr>
                  <a:t>.</a:t>
                </a:r>
              </a:p>
              <a:p>
                <a:pPr marL="0" indent="0"/>
                <a:endParaRPr lang="en-US" sz="1800" dirty="0">
                  <a:solidFill>
                    <a:srgbClr val="003366"/>
                  </a:solidFill>
                  <a:latin typeface="Aptos Display" panose="020B0004020202020204" pitchFamily="34" charset="0"/>
                </a:endParaRPr>
              </a:p>
              <a:p>
                <a:pPr marL="0" indent="0"/>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𝐒𝐭𝐮𝐝𝐞𝐧𝐭</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𝐓𝐫𝐚𝐢𝐧𝐢𝐧𝐠</m:t>
                        </m:r>
                      </m:e>
                    </m:box>
                  </m:oMath>
                </a14:m>
                <a:r>
                  <a:rPr lang="en-US" sz="1800" dirty="0">
                    <a:solidFill>
                      <a:srgbClr val="003366"/>
                    </a:solidFill>
                    <a:latin typeface="Aptos Display" panose="020B0004020202020204" pitchFamily="34" charset="0"/>
                  </a:rPr>
                  <a:t>: Train the student model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𝑓</m:t>
                        </m:r>
                      </m:e>
                      <m:sub>
                        <m:r>
                          <m:rPr>
                            <m:nor/>
                          </m:rPr>
                          <a:rPr lang="en-US" sz="1800" i="0" dirty="0">
                            <a:solidFill>
                              <a:srgbClr val="003366"/>
                            </a:solidFill>
                            <a:latin typeface="Cambria Math" panose="02040503050406030204" pitchFamily="18" charset="0"/>
                          </a:rPr>
                          <m:t>student</m:t>
                        </m:r>
                      </m:sub>
                    </m:sSub>
                  </m:oMath>
                </a14:m>
                <a:r>
                  <a:rPr lang="en-US" sz="1800" dirty="0">
                    <a:solidFill>
                      <a:srgbClr val="003366"/>
                    </a:solidFill>
                    <a:latin typeface="Aptos Display" panose="020B0004020202020204" pitchFamily="34" charset="0"/>
                  </a:rPr>
                  <a:t> on the soft training labels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𝑞</m:t>
                        </m:r>
                      </m:e>
                      <m:sup>
                        <m:r>
                          <m:rPr>
                            <m:nor/>
                          </m:rPr>
                          <a:rPr lang="en-US" sz="1800" i="0" dirty="0">
                            <a:solidFill>
                              <a:srgbClr val="003366"/>
                            </a:solidFill>
                            <a:latin typeface="Cambria Math" panose="02040503050406030204" pitchFamily="18" charset="0"/>
                          </a:rPr>
                          <m:t>teacher</m:t>
                        </m:r>
                      </m:sup>
                    </m:sSup>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𝑇</m:t>
                        </m:r>
                      </m:e>
                    </m:d>
                  </m:oMath>
                </a14:m>
                <a:r>
                  <a:rPr lang="en-US" sz="1800" dirty="0">
                    <a:solidFill>
                      <a:srgbClr val="003366"/>
                    </a:solidFill>
                    <a:latin typeface="Aptos Display" panose="020B0004020202020204" pitchFamily="34" charset="0"/>
                  </a:rPr>
                  <a:t> using the distillation loss at temperature </a:t>
                </a:r>
                <a14:m>
                  <m:oMath xmlns:m="http://schemas.openxmlformats.org/officeDocument/2006/math">
                    <m:r>
                      <a:rPr lang="en-US" sz="1800" i="1" dirty="0" smtClean="0">
                        <a:solidFill>
                          <a:srgbClr val="003366"/>
                        </a:solidFill>
                        <a:latin typeface="Cambria Math" panose="02040503050406030204" pitchFamily="18" charset="0"/>
                      </a:rPr>
                      <m:t>𝑇</m:t>
                    </m:r>
                  </m:oMath>
                </a14:m>
                <a:r>
                  <a:rPr lang="en-US" sz="1800" dirty="0">
                    <a:solidFill>
                      <a:srgbClr val="003366"/>
                    </a:solidFill>
                    <a:latin typeface="Aptos Display" panose="020B0004020202020204" pitchFamily="34" charset="0"/>
                  </a:rPr>
                  <a:t>:</a:t>
                </a:r>
              </a:p>
              <a:p>
                <a:pPr marL="0" indent="0"/>
                <a:endParaRPr lang="en-US" sz="1800" dirty="0">
                  <a:solidFill>
                    <a:srgbClr val="003366"/>
                  </a:solidFill>
                  <a:latin typeface="Aptos Display" panose="020B0004020202020204" pitchFamily="34" charset="0"/>
                </a:endParaRPr>
              </a:p>
              <a:p>
                <a:pPr marL="285750" indent="-285750">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𝐿</m:t>
                            </m:r>
                          </m:e>
                          <m:sub>
                            <m:r>
                              <m:rPr>
                                <m:nor/>
                              </m:rPr>
                              <a:rPr lang="en-US" sz="1800" i="0" dirty="0">
                                <a:solidFill>
                                  <a:srgbClr val="003366"/>
                                </a:solidFill>
                                <a:latin typeface="Cambria Math" panose="02040503050406030204" pitchFamily="18" charset="0"/>
                              </a:rPr>
                              <m:t>distill</m:t>
                            </m:r>
                          </m:sub>
                        </m:sSub>
                        <m:r>
                          <a:rPr lang="en-US" sz="1800" i="0" dirty="0">
                            <a:solidFill>
                              <a:srgbClr val="003366"/>
                            </a:solidFill>
                            <a:latin typeface="Cambria Math" panose="02040503050406030204" pitchFamily="18" charset="0"/>
                          </a:rPr>
                          <m:t>=−</m:t>
                        </m:r>
                        <m:nary>
                          <m:naryPr>
                            <m:chr m:val="∑"/>
                            <m:limLoc m:val="undOvr"/>
                            <m:ctrlPr>
                              <a:rPr lang="en-US" sz="1800" i="1" dirty="0">
                                <a:solidFill>
                                  <a:srgbClr val="003366"/>
                                </a:solidFill>
                                <a:latin typeface="Cambria Math" panose="02040503050406030204" pitchFamily="18" charset="0"/>
                              </a:rPr>
                            </m:ctrlPr>
                          </m:naryPr>
                          <m:sub>
                            <m:r>
                              <a:rPr lang="en-US" sz="1800" i="1" dirty="0">
                                <a:solidFill>
                                  <a:srgbClr val="003366"/>
                                </a:solidFill>
                                <a:latin typeface="Cambria Math" panose="02040503050406030204" pitchFamily="18" charset="0"/>
                              </a:rPr>
                              <m:t>𝑖</m:t>
                            </m:r>
                            <m:r>
                              <a:rPr lang="en-US" sz="1800" i="0" dirty="0">
                                <a:solidFill>
                                  <a:srgbClr val="003366"/>
                                </a:solidFill>
                                <a:latin typeface="Cambria Math" panose="02040503050406030204" pitchFamily="18" charset="0"/>
                              </a:rPr>
                              <m:t>=1</m:t>
                            </m:r>
                          </m:sub>
                          <m:sup>
                            <m:r>
                              <a:rPr lang="en-US" sz="1800" i="1" dirty="0">
                                <a:solidFill>
                                  <a:srgbClr val="003366"/>
                                </a:solidFill>
                                <a:latin typeface="Cambria Math" panose="02040503050406030204" pitchFamily="18" charset="0"/>
                              </a:rPr>
                              <m:t>𝐶</m:t>
                            </m:r>
                          </m:sup>
                          <m:e>
                            <m:sSubSup>
                              <m:sSubSupPr>
                                <m:ctrlPr>
                                  <a:rPr lang="en-US" sz="1800" i="1" dirty="0">
                                    <a:solidFill>
                                      <a:srgbClr val="003366"/>
                                    </a:solidFill>
                                    <a:latin typeface="Cambria Math" panose="02040503050406030204" pitchFamily="18" charset="0"/>
                                  </a:rPr>
                                </m:ctrlPr>
                              </m:sSubSupPr>
                              <m:e>
                                <m:r>
                                  <a:rPr lang="en-US" sz="1800" i="1" dirty="0">
                                    <a:solidFill>
                                      <a:srgbClr val="003366"/>
                                    </a:solidFill>
                                    <a:latin typeface="Cambria Math" panose="02040503050406030204" pitchFamily="18" charset="0"/>
                                  </a:rPr>
                                  <m:t>𝑞</m:t>
                                </m:r>
                              </m:e>
                              <m:sub>
                                <m:r>
                                  <a:rPr lang="en-US" sz="1800" i="1" dirty="0">
                                    <a:solidFill>
                                      <a:srgbClr val="003366"/>
                                    </a:solidFill>
                                    <a:latin typeface="Cambria Math" panose="02040503050406030204" pitchFamily="18" charset="0"/>
                                  </a:rPr>
                                  <m:t>𝑖</m:t>
                                </m:r>
                              </m:sub>
                              <m:sup>
                                <m:r>
                                  <m:rPr>
                                    <m:nor/>
                                  </m:rPr>
                                  <a:rPr lang="en-US" sz="1800" i="0" dirty="0">
                                    <a:solidFill>
                                      <a:srgbClr val="003366"/>
                                    </a:solidFill>
                                    <a:latin typeface="Cambria Math" panose="02040503050406030204" pitchFamily="18" charset="0"/>
                                  </a:rPr>
                                  <m:t>teacher</m:t>
                                </m:r>
                              </m:sup>
                            </m:sSubSup>
                          </m:e>
                        </m:nary>
                        <m:d>
                          <m:dPr>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𝑥</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𝑇</m:t>
                            </m:r>
                          </m:e>
                        </m:d>
                        <m:func>
                          <m:funcPr>
                            <m:ctrlPr>
                              <a:rPr lang="en-US" sz="1800" i="1" dirty="0" smtClean="0">
                                <a:solidFill>
                                  <a:srgbClr val="00CC99"/>
                                </a:solidFill>
                                <a:latin typeface="Cambria Math" panose="02040503050406030204" pitchFamily="18" charset="0"/>
                              </a:rPr>
                            </m:ctrlPr>
                          </m:funcPr>
                          <m:fName>
                            <m:r>
                              <m:rPr>
                                <m:sty m:val="p"/>
                              </m:rPr>
                              <a:rPr lang="en-US" sz="1800" i="0" dirty="0">
                                <a:solidFill>
                                  <a:srgbClr val="00CC99"/>
                                </a:solidFill>
                                <a:latin typeface="Cambria Math" panose="02040503050406030204" pitchFamily="18" charset="0"/>
                              </a:rPr>
                              <m:t>ln</m:t>
                            </m:r>
                          </m:fName>
                          <m:e>
                            <m:d>
                              <m:dPr>
                                <m:ctrlPr>
                                  <a:rPr lang="en-US" sz="1800" i="1" dirty="0">
                                    <a:solidFill>
                                      <a:srgbClr val="00CC99"/>
                                    </a:solidFill>
                                    <a:latin typeface="Cambria Math" panose="02040503050406030204" pitchFamily="18" charset="0"/>
                                  </a:rPr>
                                </m:ctrlPr>
                              </m:dPr>
                              <m:e>
                                <m:sSubSup>
                                  <m:sSubSupPr>
                                    <m:ctrlPr>
                                      <a:rPr lang="en-US" sz="1800" i="1" dirty="0">
                                        <a:solidFill>
                                          <a:srgbClr val="00CC99"/>
                                        </a:solidFill>
                                        <a:latin typeface="Cambria Math" panose="02040503050406030204" pitchFamily="18" charset="0"/>
                                      </a:rPr>
                                    </m:ctrlPr>
                                  </m:sSubSupPr>
                                  <m:e>
                                    <m:r>
                                      <a:rPr lang="en-US" sz="1800" i="1" dirty="0">
                                        <a:solidFill>
                                          <a:srgbClr val="00CC99"/>
                                        </a:solidFill>
                                        <a:latin typeface="Cambria Math" panose="02040503050406030204" pitchFamily="18" charset="0"/>
                                      </a:rPr>
                                      <m:t>𝑞</m:t>
                                    </m:r>
                                  </m:e>
                                  <m:sub>
                                    <m:r>
                                      <a:rPr lang="en-US" sz="1800" i="1" dirty="0">
                                        <a:solidFill>
                                          <a:srgbClr val="00CC99"/>
                                        </a:solidFill>
                                        <a:latin typeface="Cambria Math" panose="02040503050406030204" pitchFamily="18" charset="0"/>
                                      </a:rPr>
                                      <m:t>𝑖</m:t>
                                    </m:r>
                                  </m:sub>
                                  <m:sup>
                                    <m:r>
                                      <m:rPr>
                                        <m:nor/>
                                      </m:rPr>
                                      <a:rPr lang="en-US" sz="1800" i="0" dirty="0">
                                        <a:solidFill>
                                          <a:srgbClr val="00CC99"/>
                                        </a:solidFill>
                                        <a:latin typeface="Cambria Math" panose="02040503050406030204" pitchFamily="18" charset="0"/>
                                      </a:rPr>
                                      <m:t>student</m:t>
                                    </m:r>
                                  </m:sup>
                                </m:sSubSup>
                                <m:d>
                                  <m:dPr>
                                    <m:ctrlPr>
                                      <a:rPr lang="en-US" sz="1800" i="1" dirty="0">
                                        <a:solidFill>
                                          <a:srgbClr val="00CC99"/>
                                        </a:solidFill>
                                        <a:latin typeface="Cambria Math" panose="02040503050406030204" pitchFamily="18" charset="0"/>
                                      </a:rPr>
                                    </m:ctrlPr>
                                  </m:dPr>
                                  <m:e>
                                    <m:r>
                                      <a:rPr lang="en-US" sz="1800" i="1" dirty="0">
                                        <a:solidFill>
                                          <a:srgbClr val="00CC99"/>
                                        </a:solidFill>
                                        <a:latin typeface="Cambria Math" panose="02040503050406030204" pitchFamily="18" charset="0"/>
                                      </a:rPr>
                                      <m:t>𝑥</m:t>
                                    </m:r>
                                    <m:r>
                                      <a:rPr lang="en-US" sz="1800" i="0" dirty="0">
                                        <a:solidFill>
                                          <a:srgbClr val="00CC99"/>
                                        </a:solidFill>
                                        <a:latin typeface="Cambria Math" panose="02040503050406030204" pitchFamily="18" charset="0"/>
                                      </a:rPr>
                                      <m:t>,</m:t>
                                    </m:r>
                                    <m:r>
                                      <a:rPr lang="en-US" sz="1800" i="1" dirty="0">
                                        <a:solidFill>
                                          <a:srgbClr val="00CC99"/>
                                        </a:solidFill>
                                        <a:latin typeface="Cambria Math" panose="02040503050406030204" pitchFamily="18" charset="0"/>
                                      </a:rPr>
                                      <m:t>𝑇</m:t>
                                    </m:r>
                                  </m:e>
                                </m:d>
                              </m:e>
                            </m:d>
                          </m:e>
                        </m:func>
                      </m:e>
                    </m:eqArr>
                  </m:oMath>
                </a14:m>
                <a:endParaRPr lang="en-US" sz="1800" dirty="0">
                  <a:solidFill>
                    <a:srgbClr val="003366"/>
                  </a:solidFill>
                  <a:latin typeface="Aptos Display" panose="020B0004020202020204" pitchFamily="34" charset="0"/>
                </a:endParaRPr>
              </a:p>
              <a:p>
                <a:pPr marL="0" indent="0"/>
                <a:endParaRPr lang="en-US" sz="1800" dirty="0">
                  <a:solidFill>
                    <a:srgbClr val="003366"/>
                  </a:solidFill>
                  <a:latin typeface="Aptos Display" panose="020B0004020202020204" pitchFamily="34" charset="0"/>
                </a:endParaRPr>
              </a:p>
            </p:txBody>
          </p:sp>
        </mc:Choice>
        <mc:Fallback xmlns="">
          <p:sp>
            <p:nvSpPr>
              <p:cNvPr id="4" name="Content Placeholder 3">
                <a:extLst>
                  <a:ext uri="{FF2B5EF4-FFF2-40B4-BE49-F238E27FC236}">
                    <a16:creationId xmlns:a16="http://schemas.microsoft.com/office/drawing/2014/main" id="{6973F447-D4CB-2D33-3443-2CFCD6B09020}"/>
                  </a:ext>
                </a:extLst>
              </p:cNvPr>
              <p:cNvSpPr>
                <a:spLocks noGrp="1" noRot="1" noChangeAspect="1" noMove="1" noResize="1" noEditPoints="1" noAdjustHandles="1" noChangeArrowheads="1" noChangeShapeType="1" noTextEdit="1"/>
              </p:cNvSpPr>
              <p:nvPr>
                <p:ph idx="1"/>
              </p:nvPr>
            </p:nvSpPr>
            <p:spPr>
              <a:xfrm>
                <a:off x="338163" y="978049"/>
                <a:ext cx="8266285" cy="4611191"/>
              </a:xfrm>
              <a:blipFill>
                <a:blip r:embed="rId3"/>
                <a:stretch>
                  <a:fillRect l="-1687" t="-1370" b="-301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893D7BF-D9A3-8B1C-21BA-E67F19D6AB26}"/>
              </a:ext>
            </a:extLst>
          </p:cNvPr>
          <p:cNvSpPr>
            <a:spLocks noGrp="1"/>
          </p:cNvSpPr>
          <p:nvPr>
            <p:ph type="sldNum" sz="quarter" idx="10"/>
          </p:nvPr>
        </p:nvSpPr>
        <p:spPr/>
        <p:txBody>
          <a:bodyPr/>
          <a:lstStyle/>
          <a:p>
            <a:pPr>
              <a:defRPr/>
            </a:pPr>
            <a:fld id="{FE5AEF74-5102-4921-8DBA-649C609AF6D1}" type="slidenum">
              <a:rPr lang="it-IT" smtClean="0"/>
              <a:pPr>
                <a:defRPr/>
              </a:pPr>
              <a:t>24</a:t>
            </a:fld>
            <a:endParaRPr lang="it-IT"/>
          </a:p>
        </p:txBody>
      </p:sp>
    </p:spTree>
    <p:extLst>
      <p:ext uri="{BB962C8B-B14F-4D97-AF65-F5344CB8AC3E}">
        <p14:creationId xmlns:p14="http://schemas.microsoft.com/office/powerpoint/2010/main" val="3145803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5C2C6-406E-7DB0-5EF1-363E669E0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F3033-E20D-B2B6-8232-069EBFE2B005}"/>
              </a:ext>
            </a:extLst>
          </p:cNvPr>
          <p:cNvSpPr>
            <a:spLocks noGrp="1"/>
          </p:cNvSpPr>
          <p:nvPr>
            <p:ph type="title"/>
          </p:nvPr>
        </p:nvSpPr>
        <p:spPr>
          <a:xfrm>
            <a:off x="719138" y="260648"/>
            <a:ext cx="5365030" cy="838200"/>
          </a:xfrm>
        </p:spPr>
        <p:txBody>
          <a:bodyPr/>
          <a:lstStyle/>
          <a:p>
            <a:r>
              <a:rPr lang="en-CA" sz="2800" i="1" dirty="0">
                <a:latin typeface="Cambria"/>
              </a:rPr>
              <a:t>M</a:t>
            </a:r>
            <a:r>
              <a:rPr lang="en-CA" sz="2600" i="1" dirty="0">
                <a:latin typeface="Cambria"/>
              </a:rPr>
              <a:t>ODEL </a:t>
            </a:r>
            <a:r>
              <a:rPr lang="en-CA" sz="2800" i="1" dirty="0">
                <a:latin typeface="Cambria"/>
              </a:rPr>
              <a:t>M</a:t>
            </a:r>
            <a:r>
              <a:rPr lang="en-CA" sz="2600" i="1" dirty="0">
                <a:latin typeface="Cambria"/>
              </a:rPr>
              <a:t>ODIFICATION</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0167FAA-81C2-672F-62E4-AAB1738EC675}"/>
                  </a:ext>
                </a:extLst>
              </p:cNvPr>
              <p:cNvSpPr>
                <a:spLocks noGrp="1"/>
              </p:cNvSpPr>
              <p:nvPr>
                <p:ph idx="1"/>
              </p:nvPr>
            </p:nvSpPr>
            <p:spPr>
              <a:xfrm>
                <a:off x="467544" y="978049"/>
                <a:ext cx="8280920" cy="5530552"/>
              </a:xfrm>
            </p:spPr>
            <p:txBody>
              <a:bodyPr/>
              <a:lstStyle/>
              <a:p>
                <a:pPr marL="0" indent="0"/>
                <a:r>
                  <a:rPr lang="en-US" sz="1800" dirty="0">
                    <a:solidFill>
                      <a:srgbClr val="003366"/>
                    </a:solidFill>
                    <a:latin typeface="Aptos Display" panose="020B0004020202020204" pitchFamily="34" charset="0"/>
                  </a:rPr>
                  <a:t>Consider logits </a:t>
                </a:r>
                <a14:m>
                  <m:oMath xmlns:m="http://schemas.openxmlformats.org/officeDocument/2006/math">
                    <m:r>
                      <a:rPr lang="en-US" sz="1800" i="1" dirty="0" smtClean="0">
                        <a:solidFill>
                          <a:srgbClr val="003366"/>
                        </a:solidFill>
                        <a:latin typeface="Cambria Math" panose="02040503050406030204" pitchFamily="18" charset="0"/>
                      </a:rPr>
                      <m:t>𝑧</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10.0,2.0</m:t>
                            </m:r>
                          </m:e>
                        </m:d>
                      </m:e>
                      <m:sup>
                        <m:r>
                          <a:rPr lang="en-US" sz="1800" i="1" dirty="0">
                            <a:solidFill>
                              <a:srgbClr val="003366"/>
                            </a:solidFill>
                            <a:latin typeface="Cambria Math" panose="02040503050406030204" pitchFamily="18" charset="0"/>
                          </a:rPr>
                          <m:t>𝑇</m:t>
                        </m:r>
                      </m:sup>
                    </m:sSup>
                  </m:oMath>
                </a14:m>
                <a:endParaRPr lang="en-US" sz="1800" dirty="0">
                  <a:solidFill>
                    <a:srgbClr val="003366"/>
                  </a:solidFill>
                  <a:latin typeface="Aptos Display" panose="020B0004020202020204" pitchFamily="34" charset="0"/>
                </a:endParaRPr>
              </a:p>
              <a:p>
                <a:pPr marL="0" indent="0"/>
                <a:endParaRPr lang="en-US" sz="1800" dirty="0">
                  <a:solidFill>
                    <a:srgbClr val="003366"/>
                  </a:solidFill>
                  <a:latin typeface="Aptos Display" panose="020B0004020202020204" pitchFamily="34" charset="0"/>
                </a:endParaRPr>
              </a:p>
              <a:p>
                <a:pPr marL="0" indent="0"/>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𝐒𝐭𝐚𝐧𝐝𝐚𝐫𝐝</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𝐒𝐨𝐟𝐭𝐦𝐚𝐱</m:t>
                        </m:r>
                        <m:r>
                          <a:rPr lang="en-US" sz="1800" b="0" i="0" dirty="0">
                            <a:solidFill>
                              <a:srgbClr val="003366"/>
                            </a:solidFill>
                            <a:latin typeface="Cambria Math" panose="02040503050406030204" pitchFamily="18" charset="0"/>
                          </a:rPr>
                          <m:t> (</m:t>
                        </m:r>
                      </m:e>
                    </m:box>
                    <m:r>
                      <a:rPr lang="en-US" sz="1800" b="0" i="1" dirty="0">
                        <a:solidFill>
                          <a:srgbClr val="003366"/>
                        </a:solidFill>
                        <a:latin typeface="Cambria Math" panose="02040503050406030204" pitchFamily="18" charset="0"/>
                      </a:rPr>
                      <m:t>𝑇</m:t>
                    </m:r>
                    <m:r>
                      <a:rPr lang="en-US" sz="1800" b="0" i="0" dirty="0">
                        <a:solidFill>
                          <a:srgbClr val="003366"/>
                        </a:solidFill>
                        <a:latin typeface="Cambria Math" panose="02040503050406030204" pitchFamily="18" charset="0"/>
                      </a:rPr>
                      <m:t>=1</m:t>
                    </m:r>
                    <m:box>
                      <m:boxPr>
                        <m:ctrlPr>
                          <a:rPr lang="en-US" sz="1800" b="0" i="1" dirty="0">
                            <a:solidFill>
                              <a:srgbClr val="003366"/>
                            </a:solidFill>
                            <a:latin typeface="Cambria Math" panose="02040503050406030204" pitchFamily="18" charset="0"/>
                          </a:rPr>
                        </m:ctrlPr>
                      </m:boxPr>
                      <m:e>
                        <m:r>
                          <a:rPr lang="en-US" sz="1800" b="0" i="0" dirty="0">
                            <a:solidFill>
                              <a:srgbClr val="003366"/>
                            </a:solidFill>
                            <a:latin typeface="Cambria Math" panose="02040503050406030204" pitchFamily="18" charset="0"/>
                          </a:rPr>
                          <m:t>)</m:t>
                        </m:r>
                      </m:e>
                    </m:box>
                  </m:oMath>
                </a14:m>
                <a:r>
                  <a:rPr lang="en-US" sz="1800" dirty="0">
                    <a:solidFill>
                      <a:srgbClr val="003366"/>
                    </a:solidFill>
                    <a:latin typeface="Aptos Display" panose="020B0004020202020204" pitchFamily="34" charset="0"/>
                  </a:rPr>
                  <a:t>:</a:t>
                </a:r>
              </a:p>
              <a:p>
                <a:r>
                  <a:rPr lang="en-US" sz="1800" dirty="0">
                    <a:solidFill>
                      <a:srgbClr val="003366"/>
                    </a:solidFill>
                    <a:latin typeface="Aptos Display" panose="020B0004020202020204" pitchFamily="34" charset="0"/>
                  </a:rPr>
                  <a:t>    </a:t>
                </a:r>
                <a:endParaRPr lang="en-US" sz="1800"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10.0</m:t>
                              </m:r>
                            </m:sup>
                          </m:sSup>
                        </m:num>
                        <m:den>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10.0</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2.0</m:t>
                              </m:r>
                            </m:sup>
                          </m:sSup>
                        </m:den>
                      </m:f>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r>
                            <a:rPr lang="en-US" sz="1800" i="0" dirty="0">
                              <a:solidFill>
                                <a:srgbClr val="003366"/>
                              </a:solidFill>
                              <a:latin typeface="Cambria Math" panose="02040503050406030204" pitchFamily="18" charset="0"/>
                            </a:rPr>
                            <m:t>22026.47</m:t>
                          </m:r>
                        </m:num>
                        <m:den>
                          <m:r>
                            <a:rPr lang="en-US" sz="1800" i="0" dirty="0">
                              <a:solidFill>
                                <a:srgbClr val="003366"/>
                              </a:solidFill>
                              <a:latin typeface="Cambria Math" panose="02040503050406030204" pitchFamily="18" charset="0"/>
                            </a:rPr>
                            <m:t>22026.47+7.39</m:t>
                          </m:r>
                        </m:den>
                      </m:f>
                      <m:r>
                        <a:rPr lang="en-US" sz="1800" i="0" dirty="0">
                          <a:solidFill>
                            <a:srgbClr val="003366"/>
                          </a:solidFill>
                          <a:latin typeface="Cambria Math" panose="02040503050406030204" pitchFamily="18" charset="0"/>
                        </a:rPr>
                        <m:t>≈0.99966, </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≈0.00034</m:t>
                      </m:r>
                    </m:oMath>
                  </m:oMathPara>
                </a14:m>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    </a:t>
                </a:r>
              </a:p>
              <a:p>
                <a:pPr marL="0" indent="0"/>
                <a:r>
                  <a:rPr lang="en-US" sz="1800" dirty="0">
                    <a:solidFill>
                      <a:srgbClr val="003366"/>
                    </a:solidFill>
                    <a:latin typeface="Aptos Display" panose="020B0004020202020204" pitchFamily="34" charset="0"/>
                  </a:rPr>
                  <a:t>This extreme distribution yields a very sharp decision boundary with large gradients.</a:t>
                </a:r>
              </a:p>
              <a:p>
                <a:pPr marL="0" indent="0"/>
                <a:r>
                  <a:rPr lang="en-US" sz="1800" dirty="0">
                    <a:solidFill>
                      <a:srgbClr val="003366"/>
                    </a:solidFill>
                    <a:latin typeface="Aptos Display" panose="020B0004020202020204" pitchFamily="34" charset="0"/>
                  </a:rPr>
                  <a:t>    </a:t>
                </a:r>
              </a:p>
              <a:p>
                <a:pPr marL="0" indent="0"/>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𝐃𝐢𝐬𝐭𝐢𝐥𝐥𝐞𝐝</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𝐒𝐨𝐟𝐭𝐦𝐚𝐱</m:t>
                        </m:r>
                        <m:r>
                          <a:rPr lang="en-US" sz="1800" b="0" i="0" dirty="0">
                            <a:solidFill>
                              <a:srgbClr val="003366"/>
                            </a:solidFill>
                            <a:latin typeface="Cambria Math" panose="02040503050406030204" pitchFamily="18" charset="0"/>
                          </a:rPr>
                          <m:t> (</m:t>
                        </m:r>
                      </m:e>
                    </m:box>
                    <m:r>
                      <a:rPr lang="en-US" sz="1800" b="0" i="1" dirty="0">
                        <a:solidFill>
                          <a:srgbClr val="003366"/>
                        </a:solidFill>
                        <a:latin typeface="Cambria Math" panose="02040503050406030204" pitchFamily="18" charset="0"/>
                      </a:rPr>
                      <m:t>𝑇</m:t>
                    </m:r>
                    <m:r>
                      <a:rPr lang="en-US" sz="1800" b="0" i="0" dirty="0">
                        <a:solidFill>
                          <a:srgbClr val="003366"/>
                        </a:solidFill>
                        <a:latin typeface="Cambria Math" panose="02040503050406030204" pitchFamily="18" charset="0"/>
                      </a:rPr>
                      <m:t>=10</m:t>
                    </m:r>
                    <m:box>
                      <m:boxPr>
                        <m:ctrlPr>
                          <a:rPr lang="en-US" sz="1800" b="0" i="1" dirty="0">
                            <a:solidFill>
                              <a:srgbClr val="003366"/>
                            </a:solidFill>
                            <a:latin typeface="Cambria Math" panose="02040503050406030204" pitchFamily="18" charset="0"/>
                          </a:rPr>
                        </m:ctrlPr>
                      </m:boxPr>
                      <m:e>
                        <m:r>
                          <a:rPr lang="en-US" sz="1800" b="0" i="0" dirty="0">
                            <a:solidFill>
                              <a:srgbClr val="003366"/>
                            </a:solidFill>
                            <a:latin typeface="Cambria Math" panose="02040503050406030204" pitchFamily="18" charset="0"/>
                          </a:rPr>
                          <m:t>)</m:t>
                        </m:r>
                      </m:e>
                    </m:box>
                  </m:oMath>
                </a14:m>
                <a:r>
                  <a:rPr lang="en-US" sz="1800" dirty="0">
                    <a:solidFill>
                      <a:srgbClr val="003366"/>
                    </a:solidFill>
                    <a:latin typeface="Aptos Display" panose="020B0004020202020204" pitchFamily="34" charset="0"/>
                  </a:rPr>
                  <a:t>:</a:t>
                </a:r>
              </a:p>
              <a:p>
                <a:r>
                  <a:rPr lang="en-US" sz="1800" dirty="0">
                    <a:solidFill>
                      <a:srgbClr val="003366"/>
                    </a:solidFill>
                    <a:latin typeface="Aptos Display" panose="020B0004020202020204" pitchFamily="34" charset="0"/>
                  </a:rPr>
                  <a:t>    </a:t>
                </a:r>
                <a:endParaRPr lang="en-US" sz="1800" i="1" dirty="0">
                  <a:solidFill>
                    <a:srgbClr val="00336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eqArr>
                        <m:eqArrPr>
                          <m:ctrlPr>
                            <a:rPr lang="en-US" sz="1800" i="1" dirty="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𝑞</m:t>
                              </m:r>
                            </m:e>
                            <m:sub>
                              <m:r>
                                <a:rPr lang="en-US" sz="1800" i="0" dirty="0">
                                  <a:solidFill>
                                    <a:srgbClr val="003366"/>
                                  </a:solidFill>
                                  <a:latin typeface="Cambria Math" panose="02040503050406030204" pitchFamily="18" charset="0"/>
                                </a:rPr>
                                <m:t>1</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10.0/10</m:t>
                                  </m:r>
                                </m:sup>
                              </m:sSup>
                            </m:num>
                            <m:den>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10.0/10</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2.0/10</m:t>
                                  </m:r>
                                </m:sup>
                              </m:sSup>
                            </m:den>
                          </m:f>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m:t>
                                  </m:r>
                                </m:sup>
                              </m:sSup>
                            </m:num>
                            <m:den>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0.2</m:t>
                                  </m:r>
                                </m:sup>
                              </m:sSup>
                            </m:den>
                          </m:f>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r>
                                <a:rPr lang="en-US" sz="1800" i="0" dirty="0">
                                  <a:solidFill>
                                    <a:srgbClr val="003366"/>
                                  </a:solidFill>
                                  <a:latin typeface="Cambria Math" panose="02040503050406030204" pitchFamily="18" charset="0"/>
                                </a:rPr>
                                <m:t>2.718</m:t>
                              </m:r>
                            </m:num>
                            <m:den>
                              <m:r>
                                <a:rPr lang="en-US" sz="1800" i="0" dirty="0">
                                  <a:solidFill>
                                    <a:srgbClr val="003366"/>
                                  </a:solidFill>
                                  <a:latin typeface="Cambria Math" panose="02040503050406030204" pitchFamily="18" charset="0"/>
                                </a:rPr>
                                <m:t>2.718+1.221</m:t>
                              </m:r>
                            </m:den>
                          </m:f>
                          <m:r>
                            <a:rPr lang="en-US" sz="1800" i="0" dirty="0">
                              <a:solidFill>
                                <a:srgbClr val="003366"/>
                              </a:solidFill>
                              <a:latin typeface="Cambria Math" panose="02040503050406030204" pitchFamily="18" charset="0"/>
                            </a:rPr>
                            <m:t>≈0.690</m:t>
                          </m:r>
                        </m:e>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𝑞</m:t>
                              </m:r>
                            </m:e>
                            <m:sub>
                              <m:r>
                                <a:rPr lang="en-US" sz="1800" i="0" dirty="0">
                                  <a:solidFill>
                                    <a:srgbClr val="003366"/>
                                  </a:solidFill>
                                  <a:latin typeface="Cambria Math" panose="02040503050406030204" pitchFamily="18" charset="0"/>
                                </a:rPr>
                                <m:t>2</m:t>
                              </m:r>
                            </m:sub>
                          </m:sSub>
                          <m:r>
                            <m:rPr>
                              <m:aln/>
                            </m:rPr>
                            <a:rPr lang="en-US" sz="1800" i="0" dirty="0">
                              <a:solidFill>
                                <a:srgbClr val="003366"/>
                              </a:solidFill>
                              <a:latin typeface="Cambria Math" panose="02040503050406030204" pitchFamily="18" charset="0"/>
                            </a:rPr>
                            <m:t>&amp;</m:t>
                          </m:r>
                          <m:r>
                            <a:rPr lang="en-US" sz="1800" i="0" dirty="0">
                              <a:solidFill>
                                <a:srgbClr val="003366"/>
                              </a:solidFill>
                              <a:latin typeface="Cambria Math" panose="02040503050406030204" pitchFamily="18" charset="0"/>
                            </a:rPr>
                            <m:t>=1−0.690=0.310</m:t>
                          </m:r>
                        </m:e>
                      </m:eqArr>
                    </m:oMath>
                  </m:oMathPara>
                </a14:m>
                <a:endParaRPr lang="en-US" sz="1800" dirty="0">
                  <a:solidFill>
                    <a:srgbClr val="003366"/>
                  </a:solidFill>
                  <a:latin typeface="Aptos Display" panose="020B0004020202020204" pitchFamily="34" charset="0"/>
                </a:endParaRPr>
              </a:p>
              <a:p>
                <a:pPr marL="0" indent="0"/>
                <a:r>
                  <a:rPr lang="en-US" sz="1800" dirty="0">
                    <a:solidFill>
                      <a:srgbClr val="003366"/>
                    </a:solidFill>
                    <a:latin typeface="Aptos Display" panose="020B0004020202020204" pitchFamily="34" charset="0"/>
                  </a:rPr>
                  <a:t>    </a:t>
                </a:r>
              </a:p>
              <a:p>
                <a:pPr marL="0" indent="0"/>
                <a:r>
                  <a:rPr lang="en-US" sz="1800" dirty="0">
                    <a:solidFill>
                      <a:srgbClr val="003366"/>
                    </a:solidFill>
                    <a:latin typeface="Aptos Display" panose="020B0004020202020204" pitchFamily="34" charset="0"/>
                  </a:rPr>
                  <a:t>By training on these smooth targets (</a:t>
                </a:r>
                <a14:m>
                  <m:oMath xmlns:m="http://schemas.openxmlformats.org/officeDocument/2006/math">
                    <m:sSup>
                      <m:sSupPr>
                        <m:ctrlPr>
                          <a:rPr lang="en-US" sz="1800" i="1" dirty="0" smtClean="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0.690,0.310</m:t>
                            </m:r>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the network parameters adjust to prevent sharp transitions, reducing gradient sensitivity.</a:t>
                </a:r>
              </a:p>
            </p:txBody>
          </p:sp>
        </mc:Choice>
        <mc:Fallback xmlns="">
          <p:sp>
            <p:nvSpPr>
              <p:cNvPr id="4" name="Content Placeholder 3">
                <a:extLst>
                  <a:ext uri="{FF2B5EF4-FFF2-40B4-BE49-F238E27FC236}">
                    <a16:creationId xmlns:a16="http://schemas.microsoft.com/office/drawing/2014/main" id="{D0167FAA-81C2-672F-62E4-AAB1738EC675}"/>
                  </a:ext>
                </a:extLst>
              </p:cNvPr>
              <p:cNvSpPr>
                <a:spLocks noGrp="1" noRot="1" noChangeAspect="1" noMove="1" noResize="1" noEditPoints="1" noAdjustHandles="1" noChangeArrowheads="1" noChangeShapeType="1" noTextEdit="1"/>
              </p:cNvSpPr>
              <p:nvPr>
                <p:ph idx="1"/>
              </p:nvPr>
            </p:nvSpPr>
            <p:spPr>
              <a:xfrm>
                <a:off x="467544" y="978049"/>
                <a:ext cx="8280920" cy="5530552"/>
              </a:xfrm>
              <a:blipFill>
                <a:blip r:embed="rId3"/>
                <a:stretch>
                  <a:fillRect l="-1685" t="-1144"/>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B4A9E96-1272-5DB3-482E-E580774FBB26}"/>
              </a:ext>
            </a:extLst>
          </p:cNvPr>
          <p:cNvSpPr>
            <a:spLocks noGrp="1"/>
          </p:cNvSpPr>
          <p:nvPr>
            <p:ph type="sldNum" sz="quarter" idx="10"/>
          </p:nvPr>
        </p:nvSpPr>
        <p:spPr/>
        <p:txBody>
          <a:bodyPr/>
          <a:lstStyle/>
          <a:p>
            <a:pPr>
              <a:defRPr/>
            </a:pPr>
            <a:fld id="{FE5AEF74-5102-4921-8DBA-649C609AF6D1}" type="slidenum">
              <a:rPr lang="it-IT" smtClean="0"/>
              <a:pPr>
                <a:defRPr/>
              </a:pPr>
              <a:t>25</a:t>
            </a:fld>
            <a:endParaRPr lang="it-IT"/>
          </a:p>
        </p:txBody>
      </p:sp>
      <p:sp>
        <p:nvSpPr>
          <p:cNvPr id="5" name="Round Diagonal Corner Rectangle 4">
            <a:extLst>
              <a:ext uri="{FF2B5EF4-FFF2-40B4-BE49-F238E27FC236}">
                <a16:creationId xmlns:a16="http://schemas.microsoft.com/office/drawing/2014/main" id="{45CE0FF7-25C9-CB7C-72D4-6613053EFC25}"/>
              </a:ext>
            </a:extLst>
          </p:cNvPr>
          <p:cNvSpPr/>
          <p:nvPr/>
        </p:nvSpPr>
        <p:spPr>
          <a:xfrm>
            <a:off x="323528" y="1484784"/>
            <a:ext cx="8352928" cy="201622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5B0209FF-D37E-E836-F6C3-1AA5105E9736}"/>
              </a:ext>
            </a:extLst>
          </p:cNvPr>
          <p:cNvSpPr/>
          <p:nvPr/>
        </p:nvSpPr>
        <p:spPr>
          <a:xfrm>
            <a:off x="323528" y="3671304"/>
            <a:ext cx="8424936" cy="2638015"/>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5367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B6816-B631-A44C-9138-EFD87C263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5BA82-F964-F102-D535-EE9CF77F191F}"/>
              </a:ext>
            </a:extLst>
          </p:cNvPr>
          <p:cNvSpPr>
            <a:spLocks noGrp="1"/>
          </p:cNvSpPr>
          <p:nvPr>
            <p:ph type="title"/>
          </p:nvPr>
        </p:nvSpPr>
        <p:spPr>
          <a:xfrm>
            <a:off x="719138" y="286543"/>
            <a:ext cx="5437038" cy="586581"/>
          </a:xfrm>
        </p:spPr>
        <p:txBody>
          <a:bodyPr/>
          <a:lstStyle/>
          <a:p>
            <a:r>
              <a:rPr lang="en-CA" sz="2800" i="1" dirty="0">
                <a:latin typeface="Cambria"/>
              </a:rPr>
              <a:t>A</a:t>
            </a:r>
            <a:r>
              <a:rPr lang="en-CA" sz="2600" i="1" dirty="0">
                <a:latin typeface="Cambria"/>
              </a:rPr>
              <a:t>CCESS </a:t>
            </a:r>
            <a:r>
              <a:rPr lang="en-CA" sz="2800" i="1" dirty="0">
                <a:latin typeface="Cambria"/>
              </a:rPr>
              <a:t>C</a:t>
            </a:r>
            <a:r>
              <a:rPr lang="en-CA" sz="2600" i="1" dirty="0">
                <a:latin typeface="Cambria"/>
              </a:rPr>
              <a:t>ONTROL</a:t>
            </a:r>
            <a:endParaRPr lang="en-CA" sz="2600" b="1" i="1" dirty="0">
              <a:solidFill>
                <a:srgbClr val="003F6E"/>
              </a:solidFill>
              <a:latin typeface="Cambria"/>
            </a:endParaRPr>
          </a:p>
        </p:txBody>
      </p:sp>
      <p:sp>
        <p:nvSpPr>
          <p:cNvPr id="4" name="Content Placeholder 3">
            <a:extLst>
              <a:ext uri="{FF2B5EF4-FFF2-40B4-BE49-F238E27FC236}">
                <a16:creationId xmlns:a16="http://schemas.microsoft.com/office/drawing/2014/main" id="{9EB0B358-01F5-FF90-7C22-3CEA25770A2D}"/>
              </a:ext>
            </a:extLst>
          </p:cNvPr>
          <p:cNvSpPr>
            <a:spLocks noGrp="1"/>
          </p:cNvSpPr>
          <p:nvPr>
            <p:ph idx="1"/>
          </p:nvPr>
        </p:nvSpPr>
        <p:spPr>
          <a:xfrm>
            <a:off x="598461" y="925587"/>
            <a:ext cx="7947078" cy="5635476"/>
          </a:xfrm>
        </p:spPr>
        <p:txBody>
          <a:bodyPr/>
          <a:lstStyle/>
          <a:p>
            <a:pPr marL="0" indent="0"/>
            <a:r>
              <a:rPr lang="en-US" sz="1600" dirty="0">
                <a:solidFill>
                  <a:srgbClr val="003366"/>
                </a:solidFill>
                <a:latin typeface="Aptos Display" panose="020B0004020202020204" pitchFamily="34" charset="0"/>
              </a:rPr>
              <a:t>Access control restricts the number of queries a user can send to the API. Since substitute model training requires a large query budget (often tens of thousands of queries), enforcing a strict query budget or rate limit makes complete extraction logistically or financially impractical. This is commonly implemented using algorithms like the Token Bucket.</a:t>
            </a:r>
          </a:p>
        </p:txBody>
      </p:sp>
      <p:sp>
        <p:nvSpPr>
          <p:cNvPr id="3" name="Slide Number Placeholder 2">
            <a:extLst>
              <a:ext uri="{FF2B5EF4-FFF2-40B4-BE49-F238E27FC236}">
                <a16:creationId xmlns:a16="http://schemas.microsoft.com/office/drawing/2014/main" id="{142855A3-E8CD-D44D-A3D5-FF9CC2759C4F}"/>
              </a:ext>
            </a:extLst>
          </p:cNvPr>
          <p:cNvSpPr>
            <a:spLocks noGrp="1"/>
          </p:cNvSpPr>
          <p:nvPr>
            <p:ph type="sldNum" sz="quarter" idx="10"/>
          </p:nvPr>
        </p:nvSpPr>
        <p:spPr/>
        <p:txBody>
          <a:bodyPr/>
          <a:lstStyle/>
          <a:p>
            <a:pPr>
              <a:defRPr/>
            </a:pPr>
            <a:fld id="{FE5AEF74-5102-4921-8DBA-649C609AF6D1}" type="slidenum">
              <a:rPr lang="it-IT" smtClean="0"/>
              <a:pPr>
                <a:defRPr/>
              </a:pPr>
              <a:t>26</a:t>
            </a:fld>
            <a:endParaRPr lang="it-IT"/>
          </a:p>
        </p:txBody>
      </p:sp>
      <p:pic>
        <p:nvPicPr>
          <p:cNvPr id="5" name="Picture 4">
            <a:extLst>
              <a:ext uri="{FF2B5EF4-FFF2-40B4-BE49-F238E27FC236}">
                <a16:creationId xmlns:a16="http://schemas.microsoft.com/office/drawing/2014/main" id="{8EDF016D-731F-419D-EC5A-E4B37DBE906A}"/>
              </a:ext>
            </a:extLst>
          </p:cNvPr>
          <p:cNvPicPr>
            <a:picLocks noChangeAspect="1"/>
          </p:cNvPicPr>
          <p:nvPr/>
        </p:nvPicPr>
        <p:blipFill>
          <a:blip r:embed="rId3"/>
          <a:stretch>
            <a:fillRect/>
          </a:stretch>
        </p:blipFill>
        <p:spPr>
          <a:xfrm>
            <a:off x="685800" y="2636912"/>
            <a:ext cx="7772400" cy="2385797"/>
          </a:xfrm>
          <a:prstGeom prst="rect">
            <a:avLst/>
          </a:prstGeom>
        </p:spPr>
      </p:pic>
    </p:spTree>
    <p:extLst>
      <p:ext uri="{BB962C8B-B14F-4D97-AF65-F5344CB8AC3E}">
        <p14:creationId xmlns:p14="http://schemas.microsoft.com/office/powerpoint/2010/main" val="2317094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4420-068C-42B7-35C8-4CB7354E1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EF58F-9D00-D725-09C7-1572A2989CBC}"/>
              </a:ext>
            </a:extLst>
          </p:cNvPr>
          <p:cNvSpPr>
            <a:spLocks noGrp="1"/>
          </p:cNvSpPr>
          <p:nvPr>
            <p:ph type="title"/>
          </p:nvPr>
        </p:nvSpPr>
        <p:spPr>
          <a:xfrm>
            <a:off x="719138" y="260648"/>
            <a:ext cx="4644950" cy="838200"/>
          </a:xfrm>
        </p:spPr>
        <p:txBody>
          <a:bodyPr/>
          <a:lstStyle/>
          <a:p>
            <a:r>
              <a:rPr lang="en-CA" sz="2800" i="1" dirty="0">
                <a:latin typeface="Cambria"/>
              </a:rPr>
              <a:t>A</a:t>
            </a:r>
            <a:r>
              <a:rPr lang="en-CA" sz="2600" i="1" dirty="0">
                <a:latin typeface="Cambria"/>
              </a:rPr>
              <a:t>DVERSARIAL </a:t>
            </a:r>
            <a:r>
              <a:rPr lang="en-CA" sz="2800" i="1" dirty="0">
                <a:latin typeface="Cambria"/>
              </a:rPr>
              <a:t>T</a:t>
            </a:r>
            <a:r>
              <a:rPr lang="en-CA" sz="2600" i="1" dirty="0">
                <a:latin typeface="Cambria"/>
              </a:rPr>
              <a:t>RAINING</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1B93D618-B930-6956-A712-5BA434653840}"/>
              </a:ext>
            </a:extLst>
          </p:cNvPr>
          <p:cNvSpPr>
            <a:spLocks noGrp="1"/>
          </p:cNvSpPr>
          <p:nvPr>
            <p:ph idx="1"/>
          </p:nvPr>
        </p:nvSpPr>
        <p:spPr>
          <a:xfrm>
            <a:off x="331403" y="923931"/>
            <a:ext cx="8481194" cy="5655698"/>
          </a:xfrm>
        </p:spPr>
        <p:txBody>
          <a:bodyPr/>
          <a:lstStyle/>
          <a:p>
            <a:pPr algn="just"/>
            <a:r>
              <a:rPr lang="en-US" sz="1600" dirty="0">
                <a:solidFill>
                  <a:srgbClr val="003366"/>
                </a:solidFill>
                <a:latin typeface="Aptos Display" panose="020B0004020202020204" pitchFamily="34" charset="0"/>
              </a:rPr>
              <a:t>Adversarial training is a technique where a model is trained on adversarial examples to make it robust against small perturbations. This robustness smooths out the decision boundary, making the model less sensitive to boundary queries. Consequently, substitute models trained on queries near the boundary struggle to capture the true decision boundary of the victim model.</a:t>
            </a:r>
          </a:p>
        </p:txBody>
      </p:sp>
      <p:sp>
        <p:nvSpPr>
          <p:cNvPr id="9" name="Slide Number Placeholder 8">
            <a:extLst>
              <a:ext uri="{FF2B5EF4-FFF2-40B4-BE49-F238E27FC236}">
                <a16:creationId xmlns:a16="http://schemas.microsoft.com/office/drawing/2014/main" id="{C6442A50-8132-835D-5A66-2EBFBDABFB6A}"/>
              </a:ext>
            </a:extLst>
          </p:cNvPr>
          <p:cNvSpPr>
            <a:spLocks noGrp="1"/>
          </p:cNvSpPr>
          <p:nvPr>
            <p:ph type="sldNum" sz="quarter" idx="10"/>
          </p:nvPr>
        </p:nvSpPr>
        <p:spPr/>
        <p:txBody>
          <a:bodyPr/>
          <a:lstStyle/>
          <a:p>
            <a:pPr>
              <a:defRPr/>
            </a:pPr>
            <a:fld id="{FE5AEF74-5102-4921-8DBA-649C609AF6D1}" type="slidenum">
              <a:rPr lang="it-IT" smtClean="0"/>
              <a:pPr>
                <a:defRPr/>
              </a:pPr>
              <a:t>27</a:t>
            </a:fld>
            <a:endParaRPr lang="it-IT"/>
          </a:p>
        </p:txBody>
      </p:sp>
      <p:pic>
        <p:nvPicPr>
          <p:cNvPr id="4" name="Picture 3">
            <a:extLst>
              <a:ext uri="{FF2B5EF4-FFF2-40B4-BE49-F238E27FC236}">
                <a16:creationId xmlns:a16="http://schemas.microsoft.com/office/drawing/2014/main" id="{2C4A531E-CD10-F429-2753-8C2FF1128042}"/>
              </a:ext>
            </a:extLst>
          </p:cNvPr>
          <p:cNvPicPr>
            <a:picLocks noChangeAspect="1"/>
          </p:cNvPicPr>
          <p:nvPr/>
        </p:nvPicPr>
        <p:blipFill>
          <a:blip r:embed="rId3"/>
          <a:srcRect l="23195" r="24622"/>
          <a:stretch>
            <a:fillRect/>
          </a:stretch>
        </p:blipFill>
        <p:spPr>
          <a:xfrm>
            <a:off x="892127" y="2060848"/>
            <a:ext cx="2553965" cy="3744416"/>
          </a:xfrm>
          <a:prstGeom prst="rect">
            <a:avLst/>
          </a:prstGeom>
        </p:spPr>
      </p:pic>
      <p:pic>
        <p:nvPicPr>
          <p:cNvPr id="6" name="Picture 5">
            <a:extLst>
              <a:ext uri="{FF2B5EF4-FFF2-40B4-BE49-F238E27FC236}">
                <a16:creationId xmlns:a16="http://schemas.microsoft.com/office/drawing/2014/main" id="{C5AEF278-1831-BFD6-505D-30455583DB3C}"/>
              </a:ext>
            </a:extLst>
          </p:cNvPr>
          <p:cNvPicPr>
            <a:picLocks noChangeAspect="1"/>
          </p:cNvPicPr>
          <p:nvPr/>
        </p:nvPicPr>
        <p:blipFill>
          <a:blip r:embed="rId4"/>
          <a:stretch>
            <a:fillRect/>
          </a:stretch>
        </p:blipFill>
        <p:spPr>
          <a:xfrm>
            <a:off x="5220072" y="2060848"/>
            <a:ext cx="2807472" cy="3966520"/>
          </a:xfrm>
          <a:prstGeom prst="rect">
            <a:avLst/>
          </a:prstGeom>
        </p:spPr>
      </p:pic>
    </p:spTree>
    <p:extLst>
      <p:ext uri="{BB962C8B-B14F-4D97-AF65-F5344CB8AC3E}">
        <p14:creationId xmlns:p14="http://schemas.microsoft.com/office/powerpoint/2010/main" val="2343854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E3FFE-BEDB-C2EB-8E34-A0F52434C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0C19D-905C-F477-E81B-AFD81B8A9762}"/>
              </a:ext>
            </a:extLst>
          </p:cNvPr>
          <p:cNvSpPr>
            <a:spLocks noGrp="1"/>
          </p:cNvSpPr>
          <p:nvPr>
            <p:ph type="title"/>
          </p:nvPr>
        </p:nvSpPr>
        <p:spPr>
          <a:xfrm>
            <a:off x="719138" y="260648"/>
            <a:ext cx="4644950" cy="838200"/>
          </a:xfrm>
        </p:spPr>
        <p:txBody>
          <a:bodyPr/>
          <a:lstStyle/>
          <a:p>
            <a:r>
              <a:rPr lang="en-CA" sz="2800" i="1" dirty="0">
                <a:latin typeface="Cambria"/>
              </a:rPr>
              <a:t>A</a:t>
            </a:r>
            <a:r>
              <a:rPr lang="en-CA" sz="2600" i="1" dirty="0">
                <a:latin typeface="Cambria"/>
              </a:rPr>
              <a:t>DVERSARIAL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A7240EA-CF5A-72C1-7950-CC9B6450F25F}"/>
                  </a:ext>
                </a:extLst>
              </p:cNvPr>
              <p:cNvSpPr>
                <a:spLocks noGrp="1"/>
              </p:cNvSpPr>
              <p:nvPr>
                <p:ph idx="1"/>
              </p:nvPr>
            </p:nvSpPr>
            <p:spPr>
              <a:xfrm>
                <a:off x="611560" y="1098847"/>
                <a:ext cx="7813302" cy="5480781"/>
              </a:xfrm>
            </p:spPr>
            <p:txBody>
              <a:bodyPr/>
              <a:lstStyle/>
              <a:p>
                <a:r>
                  <a:rPr lang="en-US" sz="1600" dirty="0">
                    <a:solidFill>
                      <a:srgbClr val="003366"/>
                    </a:solidFill>
                    <a:latin typeface="Aptos Display" panose="020B0004020202020204" pitchFamily="34" charset="0"/>
                  </a:rPr>
                  <a:t>Adversarial training is formulated as a minimax optimization problem over the training set </a:t>
                </a:r>
                <a14:m>
                  <m:oMath xmlns:m="http://schemas.openxmlformats.org/officeDocument/2006/math">
                    <m:r>
                      <a:rPr lang="en-US" sz="1600" i="1" dirty="0" smtClean="0">
                        <a:solidFill>
                          <a:srgbClr val="003366"/>
                        </a:solidFill>
                        <a:latin typeface="Cambria Math" panose="02040503050406030204" pitchFamily="18" charset="0"/>
                      </a:rPr>
                      <m:t>𝐷</m:t>
                    </m:r>
                  </m:oMath>
                </a14:m>
                <a:r>
                  <a:rPr lang="en-US" sz="1600" dirty="0">
                    <a:solidFill>
                      <a:srgbClr val="003366"/>
                    </a:solidFill>
                    <a:latin typeface="Aptos Display" panose="020B0004020202020204" pitchFamily="34" charset="0"/>
                  </a:rPr>
                  <a:t>:</a:t>
                </a:r>
              </a:p>
              <a:p>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600" i="1" dirty="0" smtClean="0">
                            <a:solidFill>
                              <a:srgbClr val="003366"/>
                            </a:solidFill>
                            <a:latin typeface="Cambria Math" panose="02040503050406030204" pitchFamily="18" charset="0"/>
                          </a:rPr>
                        </m:ctrlPr>
                      </m:eqArrPr>
                      <m:e>
                        <m:func>
                          <m:funcPr>
                            <m:ctrlPr>
                              <a:rPr lang="en-US" sz="1600" i="1" dirty="0">
                                <a:solidFill>
                                  <a:srgbClr val="003366"/>
                                </a:solidFill>
                                <a:latin typeface="Cambria Math" panose="02040503050406030204" pitchFamily="18" charset="0"/>
                              </a:rPr>
                            </m:ctrlPr>
                          </m:funcPr>
                          <m:fName>
                            <m:limLow>
                              <m:limLowPr>
                                <m:ctrlPr>
                                  <a:rPr lang="en-US" sz="1600" i="1" dirty="0">
                                    <a:solidFill>
                                      <a:srgbClr val="003366"/>
                                    </a:solidFill>
                                    <a:latin typeface="Cambria Math" panose="02040503050406030204" pitchFamily="18" charset="0"/>
                                  </a:rPr>
                                </m:ctrlPr>
                              </m:limLowPr>
                              <m:e>
                                <m:r>
                                  <m:rPr>
                                    <m:sty m:val="p"/>
                                  </m:rPr>
                                  <a:rPr lang="en-US" sz="1600" i="0" dirty="0">
                                    <a:solidFill>
                                      <a:srgbClr val="003366"/>
                                    </a:solidFill>
                                    <a:latin typeface="Cambria Math" panose="02040503050406030204" pitchFamily="18" charset="0"/>
                                  </a:rPr>
                                  <m:t>min</m:t>
                                </m:r>
                              </m:e>
                              <m:lim>
                                <m:r>
                                  <a:rPr lang="en-US" sz="1600" i="1" dirty="0">
                                    <a:solidFill>
                                      <a:srgbClr val="003366"/>
                                    </a:solidFill>
                                    <a:latin typeface="Cambria Math" panose="02040503050406030204" pitchFamily="18" charset="0"/>
                                  </a:rPr>
                                  <m:t>𝜃</m:t>
                                </m:r>
                              </m:lim>
                            </m:limLow>
                          </m:fName>
                          <m:e>
                            <m:sSub>
                              <m:sSubPr>
                                <m:ctrlPr>
                                  <a:rPr lang="en-US" sz="1600" i="1" dirty="0">
                                    <a:solidFill>
                                      <a:srgbClr val="003366"/>
                                    </a:solidFill>
                                    <a:latin typeface="Cambria Math" panose="02040503050406030204" pitchFamily="18" charset="0"/>
                                  </a:rPr>
                                </m:ctrlPr>
                              </m:sSubPr>
                              <m:e>
                                <m:r>
                                  <a:rPr lang="en-US" sz="1600" i="0" dirty="0">
                                    <a:solidFill>
                                      <a:srgbClr val="003366"/>
                                    </a:solidFill>
                                    <a:latin typeface="Cambria Math" panose="02040503050406030204" pitchFamily="18" charset="0"/>
                                  </a:rPr>
                                  <m:t>𝔼</m:t>
                                </m:r>
                              </m:e>
                              <m: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𝐷</m:t>
                                </m:r>
                              </m:sub>
                            </m:sSub>
                          </m:e>
                        </m:func>
                        <m:d>
                          <m:dPr>
                            <m:begChr m:val="["/>
                            <m:endChr m:val="]"/>
                            <m:ctrlPr>
                              <a:rPr lang="en-US" sz="1600" i="1" dirty="0">
                                <a:solidFill>
                                  <a:srgbClr val="003366"/>
                                </a:solidFill>
                                <a:latin typeface="Cambria Math" panose="02040503050406030204" pitchFamily="18" charset="0"/>
                              </a:rPr>
                            </m:ctrlPr>
                          </m:dPr>
                          <m:e>
                            <m:func>
                              <m:funcPr>
                                <m:ctrlPr>
                                  <a:rPr lang="en-US" sz="1600" i="1" dirty="0">
                                    <a:solidFill>
                                      <a:srgbClr val="003366"/>
                                    </a:solidFill>
                                    <a:latin typeface="Cambria Math" panose="02040503050406030204" pitchFamily="18" charset="0"/>
                                  </a:rPr>
                                </m:ctrlPr>
                              </m:funcPr>
                              <m:fName>
                                <m:limLow>
                                  <m:limLowPr>
                                    <m:ctrlPr>
                                      <a:rPr lang="en-US" sz="1600" i="1" dirty="0">
                                        <a:solidFill>
                                          <a:srgbClr val="003366"/>
                                        </a:solidFill>
                                        <a:latin typeface="Cambria Math" panose="02040503050406030204" pitchFamily="18" charset="0"/>
                                      </a:rPr>
                                    </m:ctrlPr>
                                  </m:limLowPr>
                                  <m:e>
                                    <m:r>
                                      <m:rPr>
                                        <m:sty m:val="p"/>
                                      </m:rPr>
                                      <a:rPr lang="en-US" sz="1600" i="0" dirty="0">
                                        <a:solidFill>
                                          <a:srgbClr val="003366"/>
                                        </a:solidFill>
                                        <a:latin typeface="Cambria Math" panose="02040503050406030204" pitchFamily="18" charset="0"/>
                                      </a:rPr>
                                      <m:t>max</m:t>
                                    </m:r>
                                  </m:e>
                                  <m:lim>
                                    <m:sSub>
                                      <m:sSubPr>
                                        <m:ctrlPr>
                                          <a:rPr lang="en-US" sz="1600" i="1" dirty="0">
                                            <a:solidFill>
                                              <a:srgbClr val="003366"/>
                                            </a:solidFill>
                                            <a:latin typeface="Cambria Math" panose="02040503050406030204" pitchFamily="18" charset="0"/>
                                          </a:rPr>
                                        </m:ctrlPr>
                                      </m:sSubPr>
                                      <m:e>
                                        <m:d>
                                          <m:dPr>
                                            <m:begChr m:val="‖"/>
                                            <m:endChr m:val="‖"/>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𝛿</m:t>
                                            </m:r>
                                          </m:e>
                                        </m:d>
                                      </m:e>
                                      <m:sub>
                                        <m:r>
                                          <a:rPr lang="en-US" sz="1600" i="1" dirty="0">
                                            <a:solidFill>
                                              <a:srgbClr val="003366"/>
                                            </a:solidFill>
                                            <a:latin typeface="Cambria Math" panose="02040503050406030204" pitchFamily="18" charset="0"/>
                                          </a:rPr>
                                          <m:t>𝑝</m:t>
                                        </m:r>
                                      </m:sub>
                                    </m:sSub>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𝜖</m:t>
                                    </m:r>
                                  </m:lim>
                                </m:limLow>
                              </m:fName>
                              <m:e>
                                <m:r>
                                  <a:rPr lang="en-US" sz="1600" i="1" dirty="0">
                                    <a:solidFill>
                                      <a:srgbClr val="003366"/>
                                    </a:solidFill>
                                    <a:latin typeface="Cambria Math" panose="02040503050406030204" pitchFamily="18" charset="0"/>
                                  </a:rPr>
                                  <m:t>𝐿</m:t>
                                </m:r>
                              </m:e>
                            </m:func>
                            <m:d>
                              <m:dPr>
                                <m:ctrlPr>
                                  <a:rPr lang="en-US" sz="1600" i="1" dirty="0">
                                    <a:solidFill>
                                      <a:srgbClr val="003366"/>
                                    </a:solidFill>
                                    <a:latin typeface="Cambria Math" panose="02040503050406030204" pitchFamily="18" charset="0"/>
                                  </a:rPr>
                                </m:ctrlPr>
                              </m:dPr>
                              <m:e>
                                <m:sSub>
                                  <m:sSubPr>
                                    <m:ctrlPr>
                                      <a:rPr lang="en-US" sz="1600" i="1" dirty="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𝑓</m:t>
                                    </m:r>
                                  </m:e>
                                  <m:sub>
                                    <m:r>
                                      <a:rPr lang="en-US" sz="1600" i="1" dirty="0">
                                        <a:solidFill>
                                          <a:srgbClr val="003366"/>
                                        </a:solidFill>
                                        <a:latin typeface="Cambria Math" panose="02040503050406030204" pitchFamily="18" charset="0"/>
                                      </a:rPr>
                                      <m:t>𝜃</m:t>
                                    </m:r>
                                  </m:sub>
                                </m:sSub>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𝛿</m:t>
                                    </m:r>
                                  </m:e>
                                </m:d>
                                <m:r>
                                  <a:rPr lang="en-US" sz="1600" i="0" dirty="0">
                                    <a:solidFill>
                                      <a:srgbClr val="003366"/>
                                    </a:solidFill>
                                    <a:latin typeface="Cambria Math" panose="02040503050406030204" pitchFamily="18" charset="0"/>
                                  </a:rPr>
                                  <m:t>, </m:t>
                                </m:r>
                                <m:r>
                                  <a:rPr lang="en-US" sz="1600" i="1" dirty="0">
                                    <a:solidFill>
                                      <a:srgbClr val="003366"/>
                                    </a:solidFill>
                                    <a:latin typeface="Cambria Math" panose="02040503050406030204" pitchFamily="18" charset="0"/>
                                  </a:rPr>
                                  <m:t>𝑦</m:t>
                                </m:r>
                              </m:e>
                            </m:d>
                          </m:e>
                        </m:d>
                      </m:e>
                    </m:eqArr>
                  </m:oMath>
                </a14:m>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where </a:t>
                </a:r>
                <a14:m>
                  <m:oMath xmlns:m="http://schemas.openxmlformats.org/officeDocument/2006/math">
                    <m:r>
                      <a:rPr lang="en-US" sz="1600" i="1" dirty="0" smtClean="0">
                        <a:solidFill>
                          <a:srgbClr val="003366"/>
                        </a:solidFill>
                        <a:latin typeface="Cambria Math" panose="02040503050406030204" pitchFamily="18" charset="0"/>
                      </a:rPr>
                      <m:t>𝛿</m:t>
                    </m:r>
                  </m:oMath>
                </a14:m>
                <a:r>
                  <a:rPr lang="en-US" sz="1600" dirty="0">
                    <a:solidFill>
                      <a:srgbClr val="003366"/>
                    </a:solidFill>
                    <a:latin typeface="Aptos Display" panose="020B0004020202020204" pitchFamily="34" charset="0"/>
                  </a:rPr>
                  <a:t> is an adversarial perturbation bounded by an </a:t>
                </a:r>
                <a14:m>
                  <m:oMath xmlns:m="http://schemas.openxmlformats.org/officeDocument/2006/math">
                    <m:r>
                      <a:rPr lang="en-US" sz="1600" i="1" dirty="0" smtClean="0">
                        <a:solidFill>
                          <a:srgbClr val="003366"/>
                        </a:solidFill>
                        <a:latin typeface="Cambria Math" panose="02040503050406030204" pitchFamily="18" charset="0"/>
                      </a:rPr>
                      <m:t>𝜖</m:t>
                    </m:r>
                  </m:oMath>
                </a14:m>
                <a:r>
                  <a:rPr lang="en-US" sz="1600" dirty="0">
                    <a:solidFill>
                      <a:srgbClr val="003366"/>
                    </a:solidFill>
                    <a:latin typeface="Aptos Display" panose="020B0004020202020204" pitchFamily="34" charset="0"/>
                  </a:rPr>
                  <a:t>-ball under the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a:rPr lang="en-US" sz="1600" i="1" dirty="0">
                            <a:solidFill>
                              <a:srgbClr val="003366"/>
                            </a:solidFill>
                            <a:latin typeface="Cambria Math" panose="02040503050406030204" pitchFamily="18" charset="0"/>
                          </a:rPr>
                          <m:t>𝑝</m:t>
                        </m:r>
                      </m:sub>
                    </m:sSub>
                  </m:oMath>
                </a14:m>
                <a:r>
                  <a:rPr lang="en-US" sz="1600" dirty="0">
                    <a:solidFill>
                      <a:srgbClr val="003366"/>
                    </a:solidFill>
                    <a:latin typeface="Aptos Display" panose="020B0004020202020204" pitchFamily="34" charset="0"/>
                  </a:rPr>
                  <a:t> norm, and </a:t>
                </a:r>
                <a14:m>
                  <m:oMath xmlns:m="http://schemas.openxmlformats.org/officeDocument/2006/math">
                    <m:r>
                      <a:rPr lang="en-US" sz="1600" i="1" dirty="0" smtClean="0">
                        <a:solidFill>
                          <a:srgbClr val="003366"/>
                        </a:solidFill>
                        <a:latin typeface="Cambria Math" panose="02040503050406030204" pitchFamily="18" charset="0"/>
                      </a:rPr>
                      <m:t>𝐿</m:t>
                    </m:r>
                  </m:oMath>
                </a14:m>
                <a:r>
                  <a:rPr lang="en-US" sz="1600" dirty="0">
                    <a:solidFill>
                      <a:srgbClr val="003366"/>
                    </a:solidFill>
                    <a:latin typeface="Aptos Display" panose="020B0004020202020204" pitchFamily="34" charset="0"/>
                  </a:rPr>
                  <a:t> is the task loss function. The inner maximization finds the worst-case perturbation, while the outer minimization updates the model parameters </a:t>
                </a:r>
                <a14:m>
                  <m:oMath xmlns:m="http://schemas.openxmlformats.org/officeDocument/2006/math">
                    <m:r>
                      <a:rPr lang="en-US" sz="1600" i="1" dirty="0" smtClean="0">
                        <a:solidFill>
                          <a:srgbClr val="003366"/>
                        </a:solidFill>
                        <a:latin typeface="Cambria Math" panose="02040503050406030204" pitchFamily="18" charset="0"/>
                      </a:rPr>
                      <m:t>𝜃</m:t>
                    </m:r>
                  </m:oMath>
                </a14:m>
                <a:r>
                  <a:rPr lang="en-US" sz="1600" dirty="0">
                    <a:solidFill>
                      <a:srgbClr val="003366"/>
                    </a:solidFill>
                    <a:latin typeface="Aptos Display" panose="020B0004020202020204" pitchFamily="34" charset="0"/>
                  </a:rPr>
                  <a:t> to minimize loss on these worst-case inputs.</a:t>
                </a:r>
              </a:p>
            </p:txBody>
          </p:sp>
        </mc:Choice>
        <mc:Fallback xmlns="">
          <p:sp>
            <p:nvSpPr>
              <p:cNvPr id="5" name="Content Placeholder 4">
                <a:extLst>
                  <a:ext uri="{FF2B5EF4-FFF2-40B4-BE49-F238E27FC236}">
                    <a16:creationId xmlns:a16="http://schemas.microsoft.com/office/drawing/2014/main" id="{7A7240EA-CF5A-72C1-7950-CC9B6450F25F}"/>
                  </a:ext>
                </a:extLst>
              </p:cNvPr>
              <p:cNvSpPr>
                <a:spLocks noGrp="1" noRot="1" noChangeAspect="1" noMove="1" noResize="1" noEditPoints="1" noAdjustHandles="1" noChangeArrowheads="1" noChangeShapeType="1" noTextEdit="1"/>
              </p:cNvSpPr>
              <p:nvPr>
                <p:ph idx="1"/>
              </p:nvPr>
            </p:nvSpPr>
            <p:spPr>
              <a:xfrm>
                <a:off x="611560" y="1098847"/>
                <a:ext cx="7813302" cy="5480781"/>
              </a:xfrm>
              <a:blipFill>
                <a:blip r:embed="rId3"/>
                <a:stretch>
                  <a:fillRect l="-1623" t="-1157" r="-1948"/>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D61AFD11-CDE1-426D-B6EB-9AB4A0F01CFD}"/>
              </a:ext>
            </a:extLst>
          </p:cNvPr>
          <p:cNvSpPr>
            <a:spLocks noGrp="1"/>
          </p:cNvSpPr>
          <p:nvPr>
            <p:ph type="sldNum" sz="quarter" idx="10"/>
          </p:nvPr>
        </p:nvSpPr>
        <p:spPr/>
        <p:txBody>
          <a:bodyPr/>
          <a:lstStyle/>
          <a:p>
            <a:pPr>
              <a:defRPr/>
            </a:pPr>
            <a:fld id="{FE5AEF74-5102-4921-8DBA-649C609AF6D1}" type="slidenum">
              <a:rPr lang="it-IT" smtClean="0"/>
              <a:pPr>
                <a:defRPr/>
              </a:pPr>
              <a:t>28</a:t>
            </a:fld>
            <a:endParaRPr lang="it-IT"/>
          </a:p>
        </p:txBody>
      </p:sp>
    </p:spTree>
    <p:extLst>
      <p:ext uri="{BB962C8B-B14F-4D97-AF65-F5344CB8AC3E}">
        <p14:creationId xmlns:p14="http://schemas.microsoft.com/office/powerpoint/2010/main" val="1753341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FFAA6-E2C7-3557-77A8-5779D3D9B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C1628-E4D7-F2F9-F67E-8ED7D23646C7}"/>
              </a:ext>
            </a:extLst>
          </p:cNvPr>
          <p:cNvSpPr>
            <a:spLocks noGrp="1"/>
          </p:cNvSpPr>
          <p:nvPr>
            <p:ph type="title"/>
          </p:nvPr>
        </p:nvSpPr>
        <p:spPr>
          <a:xfrm>
            <a:off x="719138" y="260648"/>
            <a:ext cx="4644950" cy="838200"/>
          </a:xfrm>
        </p:spPr>
        <p:txBody>
          <a:bodyPr/>
          <a:lstStyle/>
          <a:p>
            <a:r>
              <a:rPr lang="en-CA" sz="2800" i="1" dirty="0">
                <a:latin typeface="Cambria"/>
              </a:rPr>
              <a:t>A</a:t>
            </a:r>
            <a:r>
              <a:rPr lang="en-CA" sz="2600" i="1" dirty="0">
                <a:latin typeface="Cambria"/>
              </a:rPr>
              <a:t>DVERSARIAL </a:t>
            </a:r>
            <a:r>
              <a:rPr lang="en-CA" sz="2800" i="1" dirty="0">
                <a:latin typeface="Cambria"/>
              </a:rPr>
              <a:t>T</a:t>
            </a:r>
            <a:r>
              <a:rPr lang="en-CA" sz="2600" i="1" dirty="0">
                <a:latin typeface="Cambria"/>
              </a:rPr>
              <a:t>RAINING</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13DB2FE-4CD3-1536-78F4-0D8202C9F9E4}"/>
                  </a:ext>
                </a:extLst>
              </p:cNvPr>
              <p:cNvSpPr>
                <a:spLocks noGrp="1"/>
              </p:cNvSpPr>
              <p:nvPr>
                <p:ph idx="1"/>
              </p:nvPr>
            </p:nvSpPr>
            <p:spPr>
              <a:xfrm>
                <a:off x="611559" y="1022658"/>
                <a:ext cx="7813303" cy="5214654"/>
              </a:xfrm>
            </p:spPr>
            <p:txBody>
              <a:bodyPr/>
              <a:lstStyle/>
              <a:p>
                <a:r>
                  <a:rPr lang="en-US" sz="1600" dirty="0">
                    <a:solidFill>
                      <a:srgbClr val="003366"/>
                    </a:solidFill>
                    <a:latin typeface="Aptos Display" panose="020B0004020202020204" pitchFamily="34" charset="0"/>
                  </a:rPr>
                  <a:t>Consider a 1D linear classification model </a:t>
                </a:r>
                <a14:m>
                  <m:oMath xmlns:m="http://schemas.openxmlformats.org/officeDocument/2006/math">
                    <m:r>
                      <a:rPr lang="en-US" sz="1600" i="1" dirty="0" smtClean="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r>
                      <m:rPr>
                        <m:nor/>
                      </m:rPr>
                      <a:rPr lang="en-US" sz="1600" i="0" dirty="0">
                        <a:solidFill>
                          <a:srgbClr val="003366"/>
                        </a:solidFill>
                        <a:latin typeface="Cambria Math" panose="02040503050406030204" pitchFamily="18" charset="0"/>
                      </a:rPr>
                      <m:t>sign</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𝑥</m:t>
                        </m:r>
                      </m:e>
                    </m:d>
                  </m:oMath>
                </a14:m>
                <a:r>
                  <a:rPr lang="en-US" sz="1600" dirty="0">
                    <a:solidFill>
                      <a:srgbClr val="003366"/>
                    </a:solidFill>
                    <a:latin typeface="Aptos Display" panose="020B0004020202020204" pitchFamily="34" charset="0"/>
                  </a:rPr>
                  <a:t> with weight </a:t>
                </a:r>
                <a14:m>
                  <m:oMath xmlns:m="http://schemas.openxmlformats.org/officeDocument/2006/math">
                    <m:r>
                      <a:rPr lang="en-US" sz="1600" i="1" dirty="0" smtClean="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=2.0</m:t>
                    </m:r>
                  </m:oMath>
                </a14:m>
                <a:r>
                  <a:rPr lang="en-US" sz="1600" dirty="0">
                    <a:solidFill>
                      <a:srgbClr val="003366"/>
                    </a:solidFill>
                    <a:latin typeface="Aptos Display" panose="020B0004020202020204" pitchFamily="34" charset="0"/>
                  </a:rPr>
                  <a:t>, training input </a:t>
                </a:r>
                <a14:m>
                  <m:oMath xmlns:m="http://schemas.openxmlformats.org/officeDocument/2006/math">
                    <m:r>
                      <a:rPr lang="en-US" sz="1600" i="1" dirty="0" smtClean="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=1.0</m:t>
                    </m:r>
                  </m:oMath>
                </a14:m>
                <a:r>
                  <a:rPr lang="en-US" sz="1600" dirty="0">
                    <a:solidFill>
                      <a:srgbClr val="003366"/>
                    </a:solidFill>
                    <a:latin typeface="Aptos Display" panose="020B0004020202020204" pitchFamily="34" charset="0"/>
                  </a:rPr>
                  <a:t>, label </a:t>
                </a:r>
                <a14:m>
                  <m:oMath xmlns:m="http://schemas.openxmlformats.org/officeDocument/2006/math">
                    <m:r>
                      <a:rPr lang="en-US" sz="1600" i="1" dirty="0" smtClean="0">
                        <a:solidFill>
                          <a:srgbClr val="003366"/>
                        </a:solidFill>
                        <a:latin typeface="Cambria Math" panose="02040503050406030204" pitchFamily="18" charset="0"/>
                      </a:rPr>
                      <m:t>𝑦</m:t>
                    </m:r>
                    <m:r>
                      <a:rPr lang="en-US" sz="1600" i="0" dirty="0">
                        <a:solidFill>
                          <a:srgbClr val="003366"/>
                        </a:solidFill>
                        <a:latin typeface="Cambria Math" panose="02040503050406030204" pitchFamily="18" charset="0"/>
                      </a:rPr>
                      <m:t>=1</m:t>
                    </m:r>
                  </m:oMath>
                </a14:m>
                <a:r>
                  <a:rPr lang="en-US" sz="1600" dirty="0">
                    <a:solidFill>
                      <a:srgbClr val="003366"/>
                    </a:solidFill>
                    <a:latin typeface="Aptos Display" panose="020B0004020202020204" pitchFamily="34" charset="0"/>
                  </a:rPr>
                  <a:t>, loss </a:t>
                </a:r>
                <a14:m>
                  <m:oMath xmlns:m="http://schemas.openxmlformats.org/officeDocument/2006/math">
                    <m:r>
                      <a:rPr lang="en-US" sz="1600" i="1" dirty="0" smtClean="0">
                        <a:solidFill>
                          <a:srgbClr val="003366"/>
                        </a:solidFill>
                        <a:latin typeface="Cambria Math" panose="02040503050406030204" pitchFamily="18" charset="0"/>
                      </a:rPr>
                      <m:t>𝐿</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𝑤</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𝑥</m:t>
                    </m:r>
                  </m:oMath>
                </a14:m>
                <a:r>
                  <a:rPr lang="en-US" sz="1600" dirty="0">
                    <a:solidFill>
                      <a:srgbClr val="003366"/>
                    </a:solidFill>
                    <a:latin typeface="Aptos Display" panose="020B0004020202020204" pitchFamily="34" charset="0"/>
                  </a:rPr>
                  <a:t>, and perturbation limit </a:t>
                </a:r>
                <a14:m>
                  <m:oMath xmlns:m="http://schemas.openxmlformats.org/officeDocument/2006/math">
                    <m:r>
                      <a:rPr lang="en-US" sz="1600" i="1" dirty="0" smtClean="0">
                        <a:solidFill>
                          <a:srgbClr val="003366"/>
                        </a:solidFill>
                        <a:latin typeface="Cambria Math" panose="02040503050406030204" pitchFamily="18" charset="0"/>
                      </a:rPr>
                      <m:t>𝜖</m:t>
                    </m:r>
                    <m:r>
                      <a:rPr lang="en-US" sz="1600" i="0" dirty="0">
                        <a:solidFill>
                          <a:srgbClr val="003366"/>
                        </a:solidFill>
                        <a:latin typeface="Cambria Math" panose="02040503050406030204" pitchFamily="18" charset="0"/>
                      </a:rPr>
                      <m:t>=0.5</m:t>
                    </m:r>
                  </m:oMath>
                </a14:m>
                <a:r>
                  <a:rPr lang="en-US" sz="1600" dirty="0">
                    <a:solidFill>
                      <a:srgbClr val="003366"/>
                    </a:solidFill>
                    <a:latin typeface="Aptos Display" panose="020B0004020202020204" pitchFamily="34" charset="0"/>
                  </a:rPr>
                  <a:t> under the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𝐿</m:t>
                        </m:r>
                      </m:e>
                      <m:sub>
                        <m:r>
                          <a:rPr lang="en-US" sz="1600" i="0" dirty="0">
                            <a:solidFill>
                              <a:srgbClr val="003366"/>
                            </a:solidFill>
                            <a:latin typeface="Cambria Math" panose="02040503050406030204" pitchFamily="18" charset="0"/>
                          </a:rPr>
                          <m:t>∞</m:t>
                        </m:r>
                      </m:sub>
                    </m:sSub>
                  </m:oMath>
                </a14:m>
                <a:r>
                  <a:rPr lang="en-US" sz="1600" dirty="0">
                    <a:solidFill>
                      <a:srgbClr val="003366"/>
                    </a:solidFill>
                    <a:latin typeface="Aptos Display" panose="020B0004020202020204" pitchFamily="34" charset="0"/>
                  </a:rPr>
                  <a:t> norm.</a:t>
                </a:r>
              </a:p>
              <a:p>
                <a:endParaRPr lang="en-US" sz="1600" dirty="0">
                  <a:solidFill>
                    <a:srgbClr val="003366"/>
                  </a:solidFill>
                  <a:latin typeface="Aptos Display" panose="020B0004020202020204" pitchFamily="34" charset="0"/>
                </a:endParaRPr>
              </a:p>
              <a:p>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𝐒𝐭𝐞𝐩</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𝟏</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𝐅𝐢𝐧𝐝</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𝐈𝐧𝐧𝐞𝐫</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𝐌𝐚𝐱𝐢𝐦𝐢𝐳𝐚𝐭𝐢𝐨𝐧</m:t>
                        </m:r>
                      </m:e>
                    </m:box>
                  </m:oMath>
                </a14:m>
                <a:r>
                  <a:rPr lang="en-US" sz="1600" dirty="0">
                    <a:solidFill>
                      <a:srgbClr val="003366"/>
                    </a:solidFill>
                    <a:latin typeface="Aptos Display" panose="020B0004020202020204" pitchFamily="34" charset="0"/>
                  </a:rPr>
                  <a:t>: Find the perturbation </a:t>
                </a:r>
                <a14:m>
                  <m:oMath xmlns:m="http://schemas.openxmlformats.org/officeDocument/2006/math">
                    <m:r>
                      <a:rPr lang="en-US" sz="1600" i="1" dirty="0" smtClean="0">
                        <a:solidFill>
                          <a:srgbClr val="003366"/>
                        </a:solidFill>
                        <a:latin typeface="Cambria Math" panose="02040503050406030204" pitchFamily="18" charset="0"/>
                      </a:rPr>
                      <m:t>𝛿</m:t>
                    </m:r>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−0.5,0.5</m:t>
                        </m:r>
                      </m:e>
                    </m:d>
                  </m:oMath>
                </a14:m>
                <a:r>
                  <a:rPr lang="en-US" sz="1600" dirty="0">
                    <a:solidFill>
                      <a:srgbClr val="003366"/>
                    </a:solidFill>
                    <a:latin typeface="Aptos Display" panose="020B0004020202020204" pitchFamily="34" charset="0"/>
                  </a:rPr>
                  <a:t> that maximizes the loss:</a:t>
                </a:r>
              </a:p>
              <a:p>
                <a:r>
                  <a:rPr lang="en-US" sz="1600" dirty="0">
                    <a:solidFill>
                      <a:srgbClr val="003366"/>
                    </a:solidFill>
                    <a:latin typeface="Aptos Display" panose="020B0004020202020204" pitchFamily="34" charset="0"/>
                  </a:rPr>
                  <a:t>    </a:t>
                </a:r>
                <a:endParaRPr lang="en-US" sz="1600" i="1"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r>
                      <a:rPr lang="en-US" sz="1600" i="1" dirty="0">
                        <a:solidFill>
                          <a:srgbClr val="003366"/>
                        </a:solidFill>
                        <a:latin typeface="Cambria Math" panose="02040503050406030204" pitchFamily="18" charset="0"/>
                      </a:rPr>
                      <m:t>𝐿</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𝑓</m:t>
                        </m:r>
                        <m:d>
                          <m:dPr>
                            <m:ctrlPr>
                              <a:rPr lang="en-US" sz="1600" i="1" dirty="0">
                                <a:solidFill>
                                  <a:srgbClr val="003366"/>
                                </a:solidFill>
                                <a:latin typeface="Cambria Math" panose="02040503050406030204" pitchFamily="18" charset="0"/>
                              </a:rPr>
                            </m:ctrlPr>
                          </m:dPr>
                          <m:e>
                            <m:r>
                              <a:rPr lang="en-US" sz="1600" i="1" dirty="0">
                                <a:solidFill>
                                  <a:srgbClr val="003366"/>
                                </a:solidFill>
                                <a:latin typeface="Cambria Math" panose="02040503050406030204" pitchFamily="18" charset="0"/>
                              </a:rPr>
                              <m:t>𝑥</m:t>
                            </m:r>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𝛿</m:t>
                            </m:r>
                          </m:e>
                        </m:d>
                        <m:r>
                          <a:rPr lang="en-US" sz="1600" i="0" dirty="0">
                            <a:solidFill>
                              <a:srgbClr val="003366"/>
                            </a:solidFill>
                            <a:latin typeface="Cambria Math" panose="02040503050406030204" pitchFamily="18" charset="0"/>
                          </a:rPr>
                          <m:t>,</m:t>
                        </m:r>
                        <m:r>
                          <a:rPr lang="en-US" sz="1600" i="1" dirty="0">
                            <a:solidFill>
                              <a:srgbClr val="003366"/>
                            </a:solidFill>
                            <a:latin typeface="Cambria Math" panose="02040503050406030204" pitchFamily="18" charset="0"/>
                          </a:rPr>
                          <m:t>𝑦</m:t>
                        </m:r>
                      </m:e>
                    </m:d>
                    <m:r>
                      <a:rPr lang="en-US" sz="1600" i="0" dirty="0">
                        <a:solidFill>
                          <a:srgbClr val="003366"/>
                        </a:solidFill>
                        <a:latin typeface="Cambria Math" panose="02040503050406030204" pitchFamily="18" charset="0"/>
                      </a:rPr>
                      <m:t>=−1⋅2.0⋅</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1.0+</m:t>
                        </m:r>
                        <m:r>
                          <a:rPr lang="en-US" sz="1600" i="1" dirty="0">
                            <a:solidFill>
                              <a:srgbClr val="003366"/>
                            </a:solidFill>
                            <a:latin typeface="Cambria Math" panose="02040503050406030204" pitchFamily="18" charset="0"/>
                          </a:rPr>
                          <m:t>𝛿</m:t>
                        </m:r>
                      </m:e>
                    </m:d>
                    <m:r>
                      <a:rPr lang="en-US" sz="1600" i="0" dirty="0">
                        <a:solidFill>
                          <a:srgbClr val="003366"/>
                        </a:solidFill>
                        <a:latin typeface="Cambria Math" panose="02040503050406030204" pitchFamily="18" charset="0"/>
                      </a:rPr>
                      <m:t>=−2.0−2.0</m:t>
                    </m:r>
                    <m:r>
                      <a:rPr lang="en-US" sz="1600" i="1" dirty="0">
                        <a:solidFill>
                          <a:srgbClr val="003366"/>
                        </a:solidFill>
                        <a:latin typeface="Cambria Math" panose="02040503050406030204" pitchFamily="18" charset="0"/>
                      </a:rPr>
                      <m:t>𝛿</m:t>
                    </m:r>
                  </m:oMath>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r>
                  <a:rPr lang="en-US" sz="1600" dirty="0">
                    <a:solidFill>
                      <a:srgbClr val="003366"/>
                    </a:solidFill>
                    <a:latin typeface="Aptos Display" panose="020B0004020202020204" pitchFamily="34" charset="0"/>
                  </a:rPr>
                  <a:t>To maximize this value, we select </a:t>
                </a:r>
                <a14:m>
                  <m:oMath xmlns:m="http://schemas.openxmlformats.org/officeDocument/2006/math">
                    <m:r>
                      <a:rPr lang="en-US" sz="1600" i="1" dirty="0" smtClean="0">
                        <a:solidFill>
                          <a:srgbClr val="003366"/>
                        </a:solidFill>
                        <a:latin typeface="Cambria Math" panose="02040503050406030204" pitchFamily="18" charset="0"/>
                      </a:rPr>
                      <m:t>𝛿</m:t>
                    </m:r>
                    <m:r>
                      <a:rPr lang="en-US" sz="1600" i="0" dirty="0">
                        <a:solidFill>
                          <a:srgbClr val="003366"/>
                        </a:solidFill>
                        <a:latin typeface="Cambria Math" panose="02040503050406030204" pitchFamily="18" charset="0"/>
                      </a:rPr>
                      <m:t>=−0.5</m:t>
                    </m:r>
                  </m:oMath>
                </a14:m>
                <a:r>
                  <a:rPr lang="en-US" sz="1600" dirty="0">
                    <a:solidFill>
                      <a:srgbClr val="003366"/>
                    </a:solidFill>
                    <a:latin typeface="Aptos Display" panose="020B0004020202020204" pitchFamily="34" charset="0"/>
                  </a:rPr>
                  <a:t>:</a:t>
                </a:r>
              </a:p>
              <a:p>
                <a:r>
                  <a:rPr lang="en-US" sz="1600" dirty="0">
                    <a:solidFill>
                      <a:srgbClr val="003366"/>
                    </a:solidFill>
                    <a:latin typeface="Aptos Display" panose="020B0004020202020204" pitchFamily="34" charset="0"/>
                  </a:rPr>
                  <a:t>    </a:t>
                </a:r>
                <a:endParaRPr lang="en-US" sz="1600" i="1"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func>
                      <m:funcPr>
                        <m:ctrlPr>
                          <a:rPr lang="en-US" sz="1600" i="1" dirty="0">
                            <a:solidFill>
                              <a:srgbClr val="003366"/>
                            </a:solidFill>
                            <a:latin typeface="Cambria Math" panose="02040503050406030204" pitchFamily="18" charset="0"/>
                          </a:rPr>
                        </m:ctrlPr>
                      </m:funcPr>
                      <m:fName>
                        <m:limLow>
                          <m:limLowPr>
                            <m:ctrlPr>
                              <a:rPr lang="en-US" sz="1600" i="1" dirty="0">
                                <a:solidFill>
                                  <a:srgbClr val="003366"/>
                                </a:solidFill>
                                <a:latin typeface="Cambria Math" panose="02040503050406030204" pitchFamily="18" charset="0"/>
                              </a:rPr>
                            </m:ctrlPr>
                          </m:limLowPr>
                          <m:e>
                            <m:r>
                              <m:rPr>
                                <m:sty m:val="p"/>
                              </m:rPr>
                              <a:rPr lang="en-US" sz="1600" i="0" dirty="0">
                                <a:solidFill>
                                  <a:srgbClr val="003366"/>
                                </a:solidFill>
                                <a:latin typeface="Cambria Math" panose="02040503050406030204" pitchFamily="18" charset="0"/>
                              </a:rPr>
                              <m:t>max</m:t>
                            </m:r>
                          </m:e>
                          <m:lim>
                            <m:r>
                              <a:rPr lang="en-US" sz="1600" i="1" dirty="0">
                                <a:solidFill>
                                  <a:srgbClr val="003366"/>
                                </a:solidFill>
                                <a:latin typeface="Cambria Math" panose="02040503050406030204" pitchFamily="18" charset="0"/>
                              </a:rPr>
                              <m:t>𝛿</m:t>
                            </m:r>
                          </m:lim>
                        </m:limLow>
                      </m:fName>
                      <m:e>
                        <m:r>
                          <a:rPr lang="en-US" sz="1600" i="1" dirty="0">
                            <a:solidFill>
                              <a:srgbClr val="003366"/>
                            </a:solidFill>
                            <a:latin typeface="Cambria Math" panose="02040503050406030204" pitchFamily="18" charset="0"/>
                          </a:rPr>
                          <m:t>𝐿</m:t>
                        </m:r>
                      </m:e>
                    </m:func>
                    <m:r>
                      <a:rPr lang="en-US" sz="1600" i="0" dirty="0">
                        <a:solidFill>
                          <a:srgbClr val="003366"/>
                        </a:solidFill>
                        <a:latin typeface="Cambria Math" panose="02040503050406030204" pitchFamily="18" charset="0"/>
                      </a:rPr>
                      <m:t>=−2.0−2.0</m:t>
                    </m:r>
                    <m:d>
                      <m:dPr>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−0.5</m:t>
                        </m:r>
                      </m:e>
                    </m:d>
                    <m:r>
                      <a:rPr lang="en-US" sz="1600" i="0" dirty="0">
                        <a:solidFill>
                          <a:srgbClr val="003366"/>
                        </a:solidFill>
                        <a:latin typeface="Cambria Math" panose="02040503050406030204" pitchFamily="18" charset="0"/>
                      </a:rPr>
                      <m:t>=−1.0</m:t>
                    </m:r>
                  </m:oMath>
                </a14:m>
                <a:endParaRPr lang="en-US" sz="1600" dirty="0">
                  <a:solidFill>
                    <a:srgbClr val="003366"/>
                  </a:solidFill>
                  <a:latin typeface="Aptos Display" panose="020B0004020202020204" pitchFamily="34" charset="0"/>
                </a:endParaRPr>
              </a:p>
              <a:p>
                <a:r>
                  <a:rPr lang="en-US" sz="1600" dirty="0">
                    <a:solidFill>
                      <a:srgbClr val="003366"/>
                    </a:solidFill>
                    <a:latin typeface="Aptos Display" panose="020B0004020202020204" pitchFamily="34" charset="0"/>
                  </a:rPr>
                  <a:t>    </a:t>
                </a:r>
              </a:p>
              <a:p>
                <a14:m>
                  <m:oMath xmlns:m="http://schemas.openxmlformats.org/officeDocument/2006/math">
                    <m:box>
                      <m:boxPr>
                        <m:ctrlPr>
                          <a:rPr lang="en-US" sz="1600" b="1" i="1" dirty="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𝐒𝐭𝐞𝐩</m:t>
                        </m:r>
                        <m:r>
                          <a:rPr lang="en-US" sz="1600" dirty="0">
                            <a:solidFill>
                              <a:srgbClr val="003366"/>
                            </a:solidFill>
                            <a:latin typeface="Cambria Math" panose="02040503050406030204" pitchFamily="18" charset="0"/>
                          </a:rPr>
                          <m:t> </m:t>
                        </m:r>
                        <m:r>
                          <a:rPr lang="en-US" sz="1600" b="1" dirty="0">
                            <a:solidFill>
                              <a:srgbClr val="003366"/>
                            </a:solidFill>
                            <a:latin typeface="Cambria Math" panose="02040503050406030204" pitchFamily="18" charset="0"/>
                          </a:rPr>
                          <m:t>𝟐</m:t>
                        </m:r>
                        <m:r>
                          <a:rPr lang="en-US" sz="1600" dirty="0">
                            <a:solidFill>
                              <a:srgbClr val="003366"/>
                            </a:solidFill>
                            <a:latin typeface="Cambria Math" panose="02040503050406030204" pitchFamily="18" charset="0"/>
                          </a:rPr>
                          <m:t>: </m:t>
                        </m:r>
                        <m:r>
                          <a:rPr lang="en-US" sz="1600" b="1" dirty="0">
                            <a:solidFill>
                              <a:srgbClr val="003366"/>
                            </a:solidFill>
                            <a:latin typeface="Cambria Math" panose="02040503050406030204" pitchFamily="18" charset="0"/>
                          </a:rPr>
                          <m:t>𝐎𝐮𝐭𝐞𝐫</m:t>
                        </m:r>
                        <m:r>
                          <a:rPr lang="en-US" sz="1600" dirty="0">
                            <a:solidFill>
                              <a:srgbClr val="003366"/>
                            </a:solidFill>
                            <a:latin typeface="Cambria Math" panose="02040503050406030204" pitchFamily="18" charset="0"/>
                          </a:rPr>
                          <m:t> </m:t>
                        </m:r>
                        <m:r>
                          <a:rPr lang="en-US" sz="1600" b="1" dirty="0">
                            <a:solidFill>
                              <a:srgbClr val="003366"/>
                            </a:solidFill>
                            <a:latin typeface="Cambria Math" panose="02040503050406030204" pitchFamily="18" charset="0"/>
                          </a:rPr>
                          <m:t>𝐌𝐢𝐧𝐢𝐦𝐢𝐳𝐚𝐭𝐢𝐨𝐧</m:t>
                        </m:r>
                      </m:e>
                    </m:box>
                  </m:oMath>
                </a14:m>
                <a:r>
                  <a:rPr lang="en-US" sz="1600" dirty="0">
                    <a:solidFill>
                      <a:srgbClr val="003366"/>
                    </a:solidFill>
                    <a:latin typeface="Aptos Display" panose="020B0004020202020204" pitchFamily="34" charset="0"/>
                  </a:rPr>
                  <a:t> : The model minimizes this worst-case loss during backpropagation. This forces the model to remain accurate even when inputs are shifted by </a:t>
                </a:r>
                <a14:m>
                  <m:oMath xmlns:m="http://schemas.openxmlformats.org/officeDocument/2006/math">
                    <m:r>
                      <a:rPr lang="en-US" sz="1600" dirty="0" smtClean="0">
                        <a:solidFill>
                          <a:srgbClr val="003366"/>
                        </a:solidFill>
                        <a:latin typeface="Cambria Math" panose="02040503050406030204" pitchFamily="18" charset="0"/>
                      </a:rPr>
                      <m:t>±</m:t>
                    </m:r>
                    <m:r>
                      <a:rPr lang="en-US" sz="1600" i="0" dirty="0">
                        <a:solidFill>
                          <a:srgbClr val="003366"/>
                        </a:solidFill>
                        <a:latin typeface="Cambria Math" panose="02040503050406030204" pitchFamily="18" charset="0"/>
                      </a:rPr>
                      <m:t>0.5</m:t>
                    </m:r>
                  </m:oMath>
                </a14:m>
                <a:r>
                  <a:rPr lang="en-US" sz="1600" dirty="0">
                    <a:solidFill>
                      <a:srgbClr val="003366"/>
                    </a:solidFill>
                    <a:latin typeface="Aptos Display" panose="020B0004020202020204" pitchFamily="34" charset="0"/>
                  </a:rPr>
                  <a:t>, producing a smoother, more robust decision boundary.</a:t>
                </a:r>
              </a:p>
            </p:txBody>
          </p:sp>
        </mc:Choice>
        <mc:Fallback xmlns="">
          <p:sp>
            <p:nvSpPr>
              <p:cNvPr id="5" name="Content Placeholder 4">
                <a:extLst>
                  <a:ext uri="{FF2B5EF4-FFF2-40B4-BE49-F238E27FC236}">
                    <a16:creationId xmlns:a16="http://schemas.microsoft.com/office/drawing/2014/main" id="{913DB2FE-4CD3-1536-78F4-0D8202C9F9E4}"/>
                  </a:ext>
                </a:extLst>
              </p:cNvPr>
              <p:cNvSpPr>
                <a:spLocks noGrp="1" noRot="1" noChangeAspect="1" noMove="1" noResize="1" noEditPoints="1" noAdjustHandles="1" noChangeArrowheads="1" noChangeShapeType="1" noTextEdit="1"/>
              </p:cNvSpPr>
              <p:nvPr>
                <p:ph idx="1"/>
              </p:nvPr>
            </p:nvSpPr>
            <p:spPr>
              <a:xfrm>
                <a:off x="611559" y="1022658"/>
                <a:ext cx="7813303" cy="5214654"/>
              </a:xfrm>
              <a:blipFill>
                <a:blip r:embed="rId3"/>
                <a:stretch>
                  <a:fillRect l="-1623" t="-1214" r="-1461"/>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8AB4E51E-7538-C11C-F6D6-5DFFA5C3DE04}"/>
              </a:ext>
            </a:extLst>
          </p:cNvPr>
          <p:cNvSpPr>
            <a:spLocks noGrp="1"/>
          </p:cNvSpPr>
          <p:nvPr>
            <p:ph type="sldNum" sz="quarter" idx="10"/>
          </p:nvPr>
        </p:nvSpPr>
        <p:spPr/>
        <p:txBody>
          <a:bodyPr/>
          <a:lstStyle/>
          <a:p>
            <a:pPr>
              <a:defRPr/>
            </a:pPr>
            <a:fld id="{FE5AEF74-5102-4921-8DBA-649C609AF6D1}" type="slidenum">
              <a:rPr lang="it-IT" smtClean="0"/>
              <a:pPr>
                <a:defRPr/>
              </a:pPr>
              <a:t>29</a:t>
            </a:fld>
            <a:endParaRPr lang="it-IT"/>
          </a:p>
        </p:txBody>
      </p:sp>
      <p:sp>
        <p:nvSpPr>
          <p:cNvPr id="3" name="Round Diagonal Corner Rectangle 2">
            <a:extLst>
              <a:ext uri="{FF2B5EF4-FFF2-40B4-BE49-F238E27FC236}">
                <a16:creationId xmlns:a16="http://schemas.microsoft.com/office/drawing/2014/main" id="{8EBA2A0C-2124-783B-44BB-B0B6A6979F1F}"/>
              </a:ext>
            </a:extLst>
          </p:cNvPr>
          <p:cNvSpPr/>
          <p:nvPr/>
        </p:nvSpPr>
        <p:spPr>
          <a:xfrm>
            <a:off x="341746" y="1884832"/>
            <a:ext cx="8352928" cy="255228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 Diagonal Corner Rectangle 3">
            <a:extLst>
              <a:ext uri="{FF2B5EF4-FFF2-40B4-BE49-F238E27FC236}">
                <a16:creationId xmlns:a16="http://schemas.microsoft.com/office/drawing/2014/main" id="{EAF31027-33D9-E837-22B5-2096892C01C9}"/>
              </a:ext>
            </a:extLst>
          </p:cNvPr>
          <p:cNvSpPr/>
          <p:nvPr/>
        </p:nvSpPr>
        <p:spPr>
          <a:xfrm>
            <a:off x="341746" y="4581128"/>
            <a:ext cx="8352928" cy="1254214"/>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52548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D85A-0F18-20AE-B0C3-EAF0DEE75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273C0-33D3-4D29-08D5-4F83AD456365}"/>
              </a:ext>
            </a:extLst>
          </p:cNvPr>
          <p:cNvSpPr>
            <a:spLocks noGrp="1"/>
          </p:cNvSpPr>
          <p:nvPr>
            <p:ph type="title"/>
          </p:nvPr>
        </p:nvSpPr>
        <p:spPr>
          <a:xfrm>
            <a:off x="719138" y="286544"/>
            <a:ext cx="3996878" cy="838200"/>
          </a:xfrm>
        </p:spPr>
        <p:txBody>
          <a:bodyPr/>
          <a:lstStyle/>
          <a:p>
            <a:r>
              <a:rPr lang="en-CA" sz="2800" i="1" dirty="0">
                <a:latin typeface="Cambria"/>
              </a:rPr>
              <a:t>I</a:t>
            </a:r>
            <a:r>
              <a:rPr lang="en-CA" sz="2600" i="1" dirty="0">
                <a:latin typeface="Cambria"/>
              </a:rPr>
              <a:t>NTEGRATED </a:t>
            </a:r>
            <a:r>
              <a:rPr lang="en-CA" sz="2800" i="1" dirty="0">
                <a:latin typeface="Cambria"/>
              </a:rPr>
              <a:t>D</a:t>
            </a:r>
            <a:r>
              <a:rPr lang="en-CA" sz="2600" i="1" dirty="0">
                <a:latin typeface="Cambria"/>
              </a:rPr>
              <a:t>EFENSE</a:t>
            </a:r>
            <a:endParaRPr lang="en-CA" sz="2600" b="1" i="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662C1F6-070F-7EA1-5973-1C7F23BBE889}"/>
                  </a:ext>
                </a:extLst>
              </p:cNvPr>
              <p:cNvSpPr>
                <a:spLocks noGrp="1"/>
              </p:cNvSpPr>
              <p:nvPr>
                <p:ph idx="1"/>
              </p:nvPr>
            </p:nvSpPr>
            <p:spPr>
              <a:xfrm>
                <a:off x="467543" y="1124743"/>
                <a:ext cx="8345053" cy="5455865"/>
              </a:xfrm>
            </p:spPr>
            <p:txBody>
              <a:bodyPr/>
              <a:lstStyle/>
              <a:p>
                <a:r>
                  <a:rPr lang="en-US" sz="1600" dirty="0">
                    <a:solidFill>
                      <a:srgbClr val="003366"/>
                    </a:solidFill>
                    <a:latin typeface="Aptos Display" panose="020B0004020202020204" pitchFamily="34" charset="0"/>
                  </a:rPr>
                  <a:t>Integrated defenses combine multiple individual defense methods to protect the model across the entire query lifecycle. </a:t>
                </a:r>
              </a:p>
              <a:p>
                <a:endParaRPr lang="en-US" sz="1600" dirty="0">
                  <a:solidFill>
                    <a:srgbClr val="003366"/>
                  </a:solidFill>
                  <a:latin typeface="Aptos Display" panose="020B0004020202020204" pitchFamily="34" charset="0"/>
                </a:endParaRPr>
              </a:p>
              <a:p>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𝐇𝐨𝐥𝐢𝐬𝐭𝐢𝐜</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𝐌𝐞𝐭𝐡𝐨𝐝𝐬</m:t>
                        </m:r>
                      </m:e>
                    </m:box>
                  </m:oMath>
                </a14:m>
                <a:r>
                  <a:rPr lang="en-US" sz="1600" dirty="0">
                    <a:solidFill>
                      <a:srgbClr val="003366"/>
                    </a:solidFill>
                    <a:latin typeface="Aptos Display" panose="020B0004020202020204" pitchFamily="34" charset="0"/>
                  </a:rPr>
                  <a:t>: Combining access control, anomaly detection, and prediction perturbation into a single unified security pipeline.</a:t>
                </a:r>
              </a:p>
              <a:p>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smtClean="0">
                            <a:solidFill>
                              <a:srgbClr val="003366"/>
                            </a:solidFill>
                            <a:latin typeface="Cambria Math" panose="02040503050406030204" pitchFamily="18" charset="0"/>
                          </a:rPr>
                          <m:t>𝐒𝐩𝐞𝐜𝐢𝐚𝐥𝐢𝐳𝐞𝐝</m:t>
                        </m:r>
                        <m:r>
                          <a:rPr lang="en-US" sz="1600" b="0" i="0" dirty="0" smtClean="0">
                            <a:solidFill>
                              <a:srgbClr val="003366"/>
                            </a:solidFill>
                            <a:latin typeface="Cambria Math" panose="02040503050406030204" pitchFamily="18" charset="0"/>
                          </a:rPr>
                          <m:t> </m:t>
                        </m:r>
                        <m:r>
                          <a:rPr lang="en-US" sz="1600" b="1" i="0" dirty="0" smtClean="0">
                            <a:solidFill>
                              <a:srgbClr val="003366"/>
                            </a:solidFill>
                            <a:latin typeface="Cambria Math" panose="02040503050406030204" pitchFamily="18" charset="0"/>
                          </a:rPr>
                          <m:t>𝐌𝐞𝐭𝐡𝐨𝐝𝐬</m:t>
                        </m:r>
                      </m:e>
                    </m:box>
                  </m:oMath>
                </a14:m>
                <a:r>
                  <a:rPr lang="en-US" sz="1600" dirty="0">
                    <a:solidFill>
                      <a:srgbClr val="003366"/>
                    </a:solidFill>
                    <a:latin typeface="Aptos Display" panose="020B0004020202020204" pitchFamily="34" charset="0"/>
                  </a:rPr>
                  <a:t>: Applying mathematical constraints (such as Differential Privacy) to protect model updates in collaborative environments like Federated Learning.</a:t>
                </a:r>
              </a:p>
            </p:txBody>
          </p:sp>
        </mc:Choice>
        <mc:Fallback xmlns="">
          <p:sp>
            <p:nvSpPr>
              <p:cNvPr id="5" name="Content Placeholder 4">
                <a:extLst>
                  <a:ext uri="{FF2B5EF4-FFF2-40B4-BE49-F238E27FC236}">
                    <a16:creationId xmlns:a16="http://schemas.microsoft.com/office/drawing/2014/main" id="{6662C1F6-070F-7EA1-5973-1C7F23BBE889}"/>
                  </a:ext>
                </a:extLst>
              </p:cNvPr>
              <p:cNvSpPr>
                <a:spLocks noGrp="1" noRot="1" noChangeAspect="1" noMove="1" noResize="1" noEditPoints="1" noAdjustHandles="1" noChangeArrowheads="1" noChangeShapeType="1" noTextEdit="1"/>
              </p:cNvSpPr>
              <p:nvPr>
                <p:ph idx="1"/>
              </p:nvPr>
            </p:nvSpPr>
            <p:spPr>
              <a:xfrm>
                <a:off x="467543" y="1124743"/>
                <a:ext cx="8345053" cy="5455865"/>
              </a:xfrm>
              <a:blipFill>
                <a:blip r:embed="rId3"/>
                <a:stretch>
                  <a:fillRect l="-1517" t="-1163" r="-91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7EC42617-E805-F232-F6EE-8427F24597BF}"/>
              </a:ext>
            </a:extLst>
          </p:cNvPr>
          <p:cNvSpPr>
            <a:spLocks noGrp="1"/>
          </p:cNvSpPr>
          <p:nvPr>
            <p:ph type="sldNum" sz="quarter" idx="10"/>
          </p:nvPr>
        </p:nvSpPr>
        <p:spPr/>
        <p:txBody>
          <a:bodyPr/>
          <a:lstStyle/>
          <a:p>
            <a:pPr>
              <a:defRPr/>
            </a:pPr>
            <a:fld id="{FE5AEF74-5102-4921-8DBA-649C609AF6D1}" type="slidenum">
              <a:rPr lang="it-IT" smtClean="0"/>
              <a:pPr>
                <a:defRPr/>
              </a:pPr>
              <a:t>30</a:t>
            </a:fld>
            <a:endParaRPr lang="it-IT"/>
          </a:p>
        </p:txBody>
      </p:sp>
      <p:pic>
        <p:nvPicPr>
          <p:cNvPr id="4" name="Picture 3">
            <a:extLst>
              <a:ext uri="{FF2B5EF4-FFF2-40B4-BE49-F238E27FC236}">
                <a16:creationId xmlns:a16="http://schemas.microsoft.com/office/drawing/2014/main" id="{A2091A81-F6E1-7910-F689-AC9568B399B1}"/>
              </a:ext>
            </a:extLst>
          </p:cNvPr>
          <p:cNvPicPr>
            <a:picLocks noChangeAspect="1"/>
          </p:cNvPicPr>
          <p:nvPr/>
        </p:nvPicPr>
        <p:blipFill>
          <a:blip r:embed="rId4"/>
          <a:stretch>
            <a:fillRect/>
          </a:stretch>
        </p:blipFill>
        <p:spPr>
          <a:xfrm>
            <a:off x="685478" y="3429000"/>
            <a:ext cx="7772400" cy="1341161"/>
          </a:xfrm>
          <a:prstGeom prst="rect">
            <a:avLst/>
          </a:prstGeom>
        </p:spPr>
      </p:pic>
    </p:spTree>
    <p:extLst>
      <p:ext uri="{BB962C8B-B14F-4D97-AF65-F5344CB8AC3E}">
        <p14:creationId xmlns:p14="http://schemas.microsoft.com/office/powerpoint/2010/main" val="4062155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28B7-4ED1-93A3-80D1-2E255CE53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B03F4-CF8A-1060-70E4-23F52A6C5046}"/>
              </a:ext>
            </a:extLst>
          </p:cNvPr>
          <p:cNvSpPr>
            <a:spLocks noGrp="1"/>
          </p:cNvSpPr>
          <p:nvPr>
            <p:ph type="title"/>
          </p:nvPr>
        </p:nvSpPr>
        <p:spPr>
          <a:xfrm>
            <a:off x="719138" y="286544"/>
            <a:ext cx="5365030" cy="838200"/>
          </a:xfrm>
        </p:spPr>
        <p:txBody>
          <a:bodyPr/>
          <a:lstStyle/>
          <a:p>
            <a:r>
              <a:rPr lang="en-CA" sz="2800" i="1" dirty="0">
                <a:latin typeface="Cambria"/>
              </a:rPr>
              <a:t>D</a:t>
            </a:r>
            <a:r>
              <a:rPr lang="en-CA" sz="2600" i="1" dirty="0">
                <a:latin typeface="Cambria"/>
              </a:rPr>
              <a:t>EFENSE </a:t>
            </a:r>
            <a:r>
              <a:rPr lang="en-CA" sz="2800" i="1" dirty="0">
                <a:latin typeface="Cambria"/>
              </a:rPr>
              <a:t>F</a:t>
            </a:r>
            <a:r>
              <a:rPr lang="en-CA" sz="2600" i="1" dirty="0">
                <a:latin typeface="Cambria"/>
              </a:rPr>
              <a:t>OR </a:t>
            </a:r>
            <a:r>
              <a:rPr lang="en-CA" sz="2800" i="1" dirty="0">
                <a:latin typeface="Cambria"/>
              </a:rPr>
              <a:t>O</a:t>
            </a:r>
            <a:r>
              <a:rPr lang="en-CA" sz="2600" i="1" dirty="0">
                <a:latin typeface="Cambria"/>
              </a:rPr>
              <a:t>THER </a:t>
            </a:r>
            <a:r>
              <a:rPr lang="en-CA" sz="2800" i="1" dirty="0">
                <a:latin typeface="Cambria"/>
              </a:rPr>
              <a:t>M</a:t>
            </a:r>
            <a:r>
              <a:rPr lang="en-CA" sz="2600" i="1" dirty="0">
                <a:latin typeface="Cambria"/>
              </a:rPr>
              <a:t>ODALITIES</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87FB5423-5C7F-5189-3078-74C0170C2A83}"/>
              </a:ext>
            </a:extLst>
          </p:cNvPr>
          <p:cNvSpPr>
            <a:spLocks noGrp="1"/>
          </p:cNvSpPr>
          <p:nvPr>
            <p:ph idx="1"/>
          </p:nvPr>
        </p:nvSpPr>
        <p:spPr>
          <a:xfrm>
            <a:off x="611560" y="1124743"/>
            <a:ext cx="7920880" cy="576065"/>
          </a:xfrm>
        </p:spPr>
        <p:txBody>
          <a:bodyPr/>
          <a:lstStyle/>
          <a:p>
            <a:r>
              <a:rPr lang="en-US" dirty="0">
                <a:solidFill>
                  <a:srgbClr val="003366"/>
                </a:solidFill>
                <a:latin typeface="Aptos Display" panose="020B0004020202020204" pitchFamily="34" charset="0"/>
              </a:rPr>
              <a:t>Defenses must adapt to the structure of the data modality being protected. </a:t>
            </a:r>
          </a:p>
          <a:p>
            <a:endParaRPr lang="en-US" dirty="0">
              <a:solidFill>
                <a:srgbClr val="003366"/>
              </a:solidFill>
              <a:latin typeface="Aptos Display" panose="020B0004020202020204" pitchFamily="34" charset="0"/>
            </a:endParaRPr>
          </a:p>
        </p:txBody>
      </p:sp>
      <p:sp>
        <p:nvSpPr>
          <p:cNvPr id="3" name="Slide Number Placeholder 2">
            <a:extLst>
              <a:ext uri="{FF2B5EF4-FFF2-40B4-BE49-F238E27FC236}">
                <a16:creationId xmlns:a16="http://schemas.microsoft.com/office/drawing/2014/main" id="{1311DBD0-ED84-7B1B-9CF5-512E2DCFCBF8}"/>
              </a:ext>
            </a:extLst>
          </p:cNvPr>
          <p:cNvSpPr>
            <a:spLocks noGrp="1"/>
          </p:cNvSpPr>
          <p:nvPr>
            <p:ph type="sldNum" sz="quarter" idx="10"/>
          </p:nvPr>
        </p:nvSpPr>
        <p:spPr/>
        <p:txBody>
          <a:bodyPr/>
          <a:lstStyle/>
          <a:p>
            <a:pPr>
              <a:defRPr/>
            </a:pPr>
            <a:fld id="{FE5AEF74-5102-4921-8DBA-649C609AF6D1}" type="slidenum">
              <a:rPr lang="it-IT" smtClean="0"/>
              <a:pPr>
                <a:defRPr/>
              </a:pPr>
              <a:t>31</a:t>
            </a:fld>
            <a:endParaRPr lang="it-IT"/>
          </a:p>
        </p:txBody>
      </p:sp>
      <mc:AlternateContent xmlns:mc="http://schemas.openxmlformats.org/markup-compatibility/2006" xmlns:a14="http://schemas.microsoft.com/office/drawing/2010/main">
        <mc:Choice Requires="a14">
          <p:graphicFrame>
            <p:nvGraphicFramePr>
              <p:cNvPr id="8" name="Diagram 7">
                <a:extLst>
                  <a:ext uri="{FF2B5EF4-FFF2-40B4-BE49-F238E27FC236}">
                    <a16:creationId xmlns:a16="http://schemas.microsoft.com/office/drawing/2014/main" id="{C10B0F76-7185-A1EF-9AC9-A49F398ADAB5}"/>
                  </a:ext>
                </a:extLst>
              </p:cNvPr>
              <p:cNvGraphicFramePr/>
              <p:nvPr>
                <p:extLst>
                  <p:ext uri="{D42A27DB-BD31-4B8C-83A1-F6EECF244321}">
                    <p14:modId xmlns:p14="http://schemas.microsoft.com/office/powerpoint/2010/main" val="165839561"/>
                  </p:ext>
                </p:extLst>
              </p:nvPr>
            </p:nvGraphicFramePr>
            <p:xfrm>
              <a:off x="611560" y="1910858"/>
              <a:ext cx="7704856" cy="25545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8" name="Diagram 7">
                <a:extLst>
                  <a:ext uri="{FF2B5EF4-FFF2-40B4-BE49-F238E27FC236}">
                    <a16:creationId xmlns:a16="http://schemas.microsoft.com/office/drawing/2014/main" id="{C10B0F76-7185-A1EF-9AC9-A49F398ADAB5}"/>
                  </a:ext>
                </a:extLst>
              </p:cNvPr>
              <p:cNvGraphicFramePr/>
              <p:nvPr>
                <p:extLst>
                  <p:ext uri="{D42A27DB-BD31-4B8C-83A1-F6EECF244321}">
                    <p14:modId xmlns:p14="http://schemas.microsoft.com/office/powerpoint/2010/main" val="165839561"/>
                  </p:ext>
                </p:extLst>
              </p:nvPr>
            </p:nvGraphicFramePr>
            <p:xfrm>
              <a:off x="611560" y="1910858"/>
              <a:ext cx="7704856" cy="255454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2221155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632CE-8D0D-07F7-75DF-61C9E602F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D6B0E-20E6-5B89-F3B5-01DFD42C74BB}"/>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T</a:t>
            </a:r>
            <a:r>
              <a:rPr lang="en-CA" sz="2600" i="1" dirty="0">
                <a:latin typeface="Cambria"/>
              </a:rPr>
              <a:t>EXT </a:t>
            </a:r>
            <a:r>
              <a:rPr lang="en-CA" sz="2800" i="1" dirty="0">
                <a:latin typeface="Cambria"/>
              </a:rPr>
              <a:t>M</a:t>
            </a:r>
            <a:r>
              <a:rPr lang="en-CA" sz="2600" i="1" dirty="0">
                <a:latin typeface="Cambria"/>
              </a:rPr>
              <a:t>ODELS</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AF53015B-BB64-A362-98AB-066C2DBB4567}"/>
              </a:ext>
            </a:extLst>
          </p:cNvPr>
          <p:cNvSpPr>
            <a:spLocks noGrp="1"/>
          </p:cNvSpPr>
          <p:nvPr>
            <p:ph idx="1"/>
          </p:nvPr>
        </p:nvSpPr>
        <p:spPr>
          <a:xfrm>
            <a:off x="467544" y="1066800"/>
            <a:ext cx="8013211" cy="5314528"/>
          </a:xfrm>
        </p:spPr>
        <p:txBody>
          <a:bodyPr/>
          <a:lstStyle/>
          <a:p>
            <a:pPr algn="just"/>
            <a:r>
              <a:rPr lang="en-US" dirty="0">
                <a:solidFill>
                  <a:srgbClr val="003366"/>
                </a:solidFill>
                <a:latin typeface="Aptos Display" panose="020B0004020202020204" pitchFamily="34" charset="0"/>
              </a:rPr>
              <a:t>To defend Large Language Models (LLMs) from extraction, vocabulary watermarking partitions the vocabulary into a "green list'' and a ''red list'' at each generation step. </a:t>
            </a:r>
          </a:p>
        </p:txBody>
      </p:sp>
      <p:sp>
        <p:nvSpPr>
          <p:cNvPr id="7" name="Slide Number Placeholder 6">
            <a:extLst>
              <a:ext uri="{FF2B5EF4-FFF2-40B4-BE49-F238E27FC236}">
                <a16:creationId xmlns:a16="http://schemas.microsoft.com/office/drawing/2014/main" id="{CBB04831-CDF3-221B-1323-9E83DEAAE030}"/>
              </a:ext>
            </a:extLst>
          </p:cNvPr>
          <p:cNvSpPr>
            <a:spLocks noGrp="1"/>
          </p:cNvSpPr>
          <p:nvPr>
            <p:ph type="sldNum" sz="quarter" idx="10"/>
          </p:nvPr>
        </p:nvSpPr>
        <p:spPr/>
        <p:txBody>
          <a:bodyPr/>
          <a:lstStyle/>
          <a:p>
            <a:pPr>
              <a:defRPr/>
            </a:pPr>
            <a:fld id="{FE5AEF74-5102-4921-8DBA-649C609AF6D1}" type="slidenum">
              <a:rPr lang="it-IT" smtClean="0"/>
              <a:pPr>
                <a:defRPr/>
              </a:pPr>
              <a:t>32</a:t>
            </a:fld>
            <a:endParaRPr lang="it-IT"/>
          </a:p>
        </p:txBody>
      </p:sp>
      <p:pic>
        <p:nvPicPr>
          <p:cNvPr id="3" name="Picture 2">
            <a:extLst>
              <a:ext uri="{FF2B5EF4-FFF2-40B4-BE49-F238E27FC236}">
                <a16:creationId xmlns:a16="http://schemas.microsoft.com/office/drawing/2014/main" id="{D46996A7-8687-D684-1A79-D6FBF882E7D5}"/>
              </a:ext>
            </a:extLst>
          </p:cNvPr>
          <p:cNvPicPr>
            <a:picLocks noChangeAspect="1"/>
          </p:cNvPicPr>
          <p:nvPr/>
        </p:nvPicPr>
        <p:blipFill>
          <a:blip r:embed="rId3"/>
          <a:stretch>
            <a:fillRect/>
          </a:stretch>
        </p:blipFill>
        <p:spPr>
          <a:xfrm>
            <a:off x="708355" y="2924944"/>
            <a:ext cx="7772400" cy="1341161"/>
          </a:xfrm>
          <a:prstGeom prst="rect">
            <a:avLst/>
          </a:prstGeom>
        </p:spPr>
      </p:pic>
    </p:spTree>
    <p:extLst>
      <p:ext uri="{BB962C8B-B14F-4D97-AF65-F5344CB8AC3E}">
        <p14:creationId xmlns:p14="http://schemas.microsoft.com/office/powerpoint/2010/main" val="2674277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A1D92-2E51-5DCC-9D29-095370926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B400C-A27D-1BDE-8585-E2B0807A0ADC}"/>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T</a:t>
            </a:r>
            <a:r>
              <a:rPr lang="en-CA" sz="2600" i="1" dirty="0">
                <a:latin typeface="Cambria"/>
              </a:rPr>
              <a:t>EXT </a:t>
            </a:r>
            <a:r>
              <a:rPr lang="en-CA" sz="2800" i="1" dirty="0">
                <a:latin typeface="Cambria"/>
              </a:rPr>
              <a:t>M</a:t>
            </a:r>
            <a:r>
              <a:rPr lang="en-CA" sz="2600" i="1" dirty="0">
                <a:latin typeface="Cambria"/>
              </a:rPr>
              <a:t>ODELS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AED21D6-50BE-286E-1738-C1A76389167A}"/>
                  </a:ext>
                </a:extLst>
              </p:cNvPr>
              <p:cNvSpPr>
                <a:spLocks noGrp="1"/>
              </p:cNvSpPr>
              <p:nvPr>
                <p:ph idx="1"/>
              </p:nvPr>
            </p:nvSpPr>
            <p:spPr>
              <a:xfrm>
                <a:off x="719138" y="1066800"/>
                <a:ext cx="7705724" cy="5314528"/>
              </a:xfrm>
            </p:spPr>
            <p:txBody>
              <a:bodyPr/>
              <a:lstStyle/>
              <a:p>
                <a:pPr algn="just"/>
                <a:r>
                  <a:rPr lang="en-US" sz="1800" dirty="0">
                    <a:solidFill>
                      <a:srgbClr val="003366"/>
                    </a:solidFill>
                    <a:latin typeface="Aptos Display" panose="020B0004020202020204" pitchFamily="34" charset="0"/>
                  </a:rPr>
                  <a:t>Let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1" dirty="0">
                            <a:solidFill>
                              <a:srgbClr val="003366"/>
                            </a:solidFill>
                            <a:latin typeface="Cambria Math" panose="02040503050406030204" pitchFamily="18" charset="0"/>
                          </a:rPr>
                          <m:t>𝑡</m:t>
                        </m:r>
                        <m:r>
                          <a:rPr lang="en-US" sz="1800" i="0" dirty="0">
                            <a:solidFill>
                              <a:srgbClr val="003366"/>
                            </a:solidFill>
                            <a:latin typeface="Cambria Math" panose="02040503050406030204" pitchFamily="18" charset="0"/>
                          </a:rPr>
                          <m:t>−1</m:t>
                        </m:r>
                      </m:sub>
                    </m:sSub>
                  </m:oMath>
                </a14:m>
                <a:r>
                  <a:rPr lang="en-US" sz="1800" dirty="0">
                    <a:solidFill>
                      <a:srgbClr val="003366"/>
                    </a:solidFill>
                    <a:latin typeface="Aptos Display" panose="020B0004020202020204" pitchFamily="34" charset="0"/>
                  </a:rPr>
                  <a:t> be the token generated at step </a:t>
                </a:r>
                <a14:m>
                  <m:oMath xmlns:m="http://schemas.openxmlformats.org/officeDocument/2006/math">
                    <m:r>
                      <a:rPr lang="en-US" sz="1800" i="1" dirty="0" smtClean="0">
                        <a:solidFill>
                          <a:srgbClr val="003366"/>
                        </a:solidFill>
                        <a:latin typeface="Cambria Math" panose="02040503050406030204" pitchFamily="18" charset="0"/>
                      </a:rPr>
                      <m:t>𝑡</m:t>
                    </m:r>
                    <m:r>
                      <a:rPr lang="en-US" sz="1800" i="0" dirty="0">
                        <a:solidFill>
                          <a:srgbClr val="003366"/>
                        </a:solidFill>
                        <a:latin typeface="Cambria Math" panose="02040503050406030204" pitchFamily="18" charset="0"/>
                      </a:rPr>
                      <m:t>−1</m:t>
                    </m:r>
                  </m:oMath>
                </a14:m>
                <a:r>
                  <a:rPr lang="en-US" sz="1800" dirty="0">
                    <a:solidFill>
                      <a:srgbClr val="003366"/>
                    </a:solidFill>
                    <a:latin typeface="Aptos Display" panose="020B0004020202020204" pitchFamily="34" charset="0"/>
                  </a:rPr>
                  <a:t>. We compute a hash value </a:t>
                </a:r>
                <a14:m>
                  <m:oMath xmlns:m="http://schemas.openxmlformats.org/officeDocument/2006/math">
                    <m:r>
                      <a:rPr lang="en-US" sz="1800" i="1" dirty="0" smtClean="0">
                        <a:solidFill>
                          <a:srgbClr val="003366"/>
                        </a:solidFill>
                        <a:latin typeface="Cambria Math" panose="02040503050406030204" pitchFamily="18" charset="0"/>
                      </a:rPr>
                      <m:t>𝐻</m:t>
                    </m:r>
                    <m:d>
                      <m:dPr>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1" dirty="0">
                                <a:solidFill>
                                  <a:srgbClr val="003366"/>
                                </a:solidFill>
                                <a:latin typeface="Cambria Math" panose="02040503050406030204" pitchFamily="18" charset="0"/>
                              </a:rPr>
                              <m:t>𝑡</m:t>
                            </m:r>
                            <m:r>
                              <a:rPr lang="en-US" sz="1800" i="0" dirty="0">
                                <a:solidFill>
                                  <a:srgbClr val="003366"/>
                                </a:solidFill>
                                <a:latin typeface="Cambria Math" panose="02040503050406030204" pitchFamily="18" charset="0"/>
                              </a:rPr>
                              <m:t>−1</m:t>
                            </m:r>
                          </m:sub>
                        </m:sSub>
                      </m:e>
                    </m:d>
                  </m:oMath>
                </a14:m>
                <a:r>
                  <a:rPr lang="en-US" sz="1800" dirty="0">
                    <a:solidFill>
                      <a:srgbClr val="003366"/>
                    </a:solidFill>
                    <a:latin typeface="Aptos Display" panose="020B0004020202020204" pitchFamily="34" charset="0"/>
                  </a:rPr>
                  <a:t> to partition the vocabulary </a:t>
                </a:r>
                <a14:m>
                  <m:oMath xmlns:m="http://schemas.openxmlformats.org/officeDocument/2006/math">
                    <m:r>
                      <a:rPr lang="en-US" sz="1800" i="1" dirty="0" smtClean="0">
                        <a:solidFill>
                          <a:srgbClr val="003366"/>
                        </a:solidFill>
                        <a:latin typeface="Cambria Math" panose="02040503050406030204" pitchFamily="18" charset="0"/>
                      </a:rPr>
                      <m:t>𝑉</m:t>
                    </m:r>
                  </m:oMath>
                </a14:m>
                <a:r>
                  <a:rPr lang="en-US" sz="1800" dirty="0">
                    <a:solidFill>
                      <a:srgbClr val="003366"/>
                    </a:solidFill>
                    <a:latin typeface="Aptos Display" panose="020B0004020202020204" pitchFamily="34" charset="0"/>
                  </a:rPr>
                  <a:t> into a green list </a:t>
                </a:r>
                <a14:m>
                  <m:oMath xmlns:m="http://schemas.openxmlformats.org/officeDocument/2006/math">
                    <m:r>
                      <a:rPr lang="en-US" sz="1800" i="1" dirty="0" smtClean="0">
                        <a:solidFill>
                          <a:srgbClr val="003366"/>
                        </a:solidFill>
                        <a:latin typeface="Cambria Math" panose="02040503050406030204" pitchFamily="18" charset="0"/>
                      </a:rPr>
                      <m:t>𝐺</m:t>
                    </m:r>
                  </m:oMath>
                </a14:m>
                <a:r>
                  <a:rPr lang="en-US" sz="1800" dirty="0">
                    <a:solidFill>
                      <a:srgbClr val="003366"/>
                    </a:solidFill>
                    <a:latin typeface="Aptos Display" panose="020B0004020202020204" pitchFamily="34" charset="0"/>
                  </a:rPr>
                  <a:t> and a red list </a:t>
                </a:r>
                <a14:m>
                  <m:oMath xmlns:m="http://schemas.openxmlformats.org/officeDocument/2006/math">
                    <m:r>
                      <a:rPr lang="en-US" sz="1800" i="1" dirty="0" smtClean="0">
                        <a:solidFill>
                          <a:srgbClr val="003366"/>
                        </a:solidFill>
                        <a:latin typeface="Cambria Math" panose="02040503050406030204" pitchFamily="18" charset="0"/>
                      </a:rPr>
                      <m:t>𝑅</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r>
                          <a:rPr lang="en-US" sz="1800" i="1" dirty="0">
                            <a:solidFill>
                              <a:srgbClr val="003366"/>
                            </a:solidFill>
                            <a:latin typeface="Cambria Math" panose="02040503050406030204" pitchFamily="18" charset="0"/>
                          </a:rPr>
                          <m:t>𝑉</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𝐺</m:t>
                        </m:r>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𝑅</m:t>
                        </m:r>
                        <m:r>
                          <a:rPr lang="en-US" sz="1800" i="0" dirty="0">
                            <a:solidFill>
                              <a:srgbClr val="003366"/>
                            </a:solidFill>
                            <a:latin typeface="Cambria Math" panose="02040503050406030204" pitchFamily="18" charset="0"/>
                          </a:rPr>
                          <m:t>, </m:t>
                        </m:r>
                        <m:d>
                          <m:dPr>
                            <m:begChr m:val="|"/>
                            <m:endChr m:val="|"/>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𝐺</m:t>
                            </m:r>
                          </m:e>
                        </m:d>
                        <m:r>
                          <a:rPr lang="en-US" sz="1800" i="0" dirty="0">
                            <a:solidFill>
                              <a:srgbClr val="003366"/>
                            </a:solidFill>
                            <a:latin typeface="Cambria Math" panose="02040503050406030204" pitchFamily="18" charset="0"/>
                          </a:rPr>
                          <m:t>=</m:t>
                        </m:r>
                        <m:r>
                          <a:rPr lang="en-US" sz="1800" i="1" dirty="0">
                            <a:solidFill>
                              <a:srgbClr val="003366"/>
                            </a:solidFill>
                            <a:latin typeface="Cambria Math" panose="02040503050406030204" pitchFamily="18" charset="0"/>
                          </a:rPr>
                          <m:t>𝛾</m:t>
                        </m:r>
                        <m:d>
                          <m:dPr>
                            <m:begChr m:val="|"/>
                            <m:endChr m:val="|"/>
                            <m:ctrlPr>
                              <a:rPr lang="en-US" sz="1800" i="1" dirty="0">
                                <a:solidFill>
                                  <a:srgbClr val="003366"/>
                                </a:solidFill>
                                <a:latin typeface="Cambria Math" panose="02040503050406030204" pitchFamily="18" charset="0"/>
                              </a:rPr>
                            </m:ctrlPr>
                          </m:dPr>
                          <m:e>
                            <m:r>
                              <a:rPr lang="en-US" sz="1800" i="1" dirty="0">
                                <a:solidFill>
                                  <a:srgbClr val="003366"/>
                                </a:solidFill>
                                <a:latin typeface="Cambria Math" panose="02040503050406030204" pitchFamily="18" charset="0"/>
                              </a:rPr>
                              <m:t>𝑉</m:t>
                            </m:r>
                          </m:e>
                        </m:d>
                      </m:e>
                    </m:eqArr>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Where,</a:t>
                </a:r>
              </a:p>
              <a:p>
                <a:pPr algn="just"/>
                <a:endParaRPr lang="en-US" sz="1800" dirty="0">
                  <a:solidFill>
                    <a:srgbClr val="003366"/>
                  </a:solidFill>
                  <a:latin typeface="Aptos Display" panose="020B0004020202020204" pitchFamily="34" charset="0"/>
                </a:endParaRPr>
              </a:p>
              <a:p>
                <a:pPr algn="just">
                  <a:buFont typeface="Arial" panose="020B0604020202020204" pitchFamily="34" charset="0"/>
                  <a:buChar char="•"/>
                </a:pPr>
                <a:r>
                  <a:rPr lang="en-US" sz="1800" dirty="0">
                    <a:solidFill>
                      <a:srgbClr val="003366"/>
                    </a:solidFill>
                    <a:latin typeface="Aptos Display" panose="020B0004020202020204" pitchFamily="34" charset="0"/>
                  </a:rPr>
                  <a:t> </a:t>
                </a:r>
                <a14:m>
                  <m:oMath xmlns:m="http://schemas.openxmlformats.org/officeDocument/2006/math">
                    <m:r>
                      <a:rPr lang="en-US" sz="1800" i="1" dirty="0" smtClean="0">
                        <a:solidFill>
                          <a:srgbClr val="003366"/>
                        </a:solidFill>
                        <a:latin typeface="Cambria Math" panose="02040503050406030204" pitchFamily="18" charset="0"/>
                      </a:rPr>
                      <m:t>𝛾</m:t>
                    </m:r>
                    <m:r>
                      <a:rPr lang="en-US" sz="1800" i="0" dirty="0">
                        <a:solidFill>
                          <a:srgbClr val="003366"/>
                        </a:solidFill>
                        <a:latin typeface="Cambria Math" panose="02040503050406030204" pitchFamily="18" charset="0"/>
                      </a:rPr>
                      <m:t>∈</m:t>
                    </m:r>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0,1</m:t>
                        </m:r>
                      </m:e>
                    </m:d>
                  </m:oMath>
                </a14:m>
                <a:r>
                  <a:rPr lang="en-US" sz="1800" dirty="0">
                    <a:solidFill>
                      <a:srgbClr val="003366"/>
                    </a:solidFill>
                    <a:latin typeface="Aptos Display" panose="020B0004020202020204" pitchFamily="34" charset="0"/>
                  </a:rPr>
                  <a:t> =  the green list size ratio</a:t>
                </a: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The logits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𝑧</m:t>
                        </m:r>
                      </m:e>
                      <m:sub>
                        <m:r>
                          <a:rPr lang="en-US" sz="1800" i="1" dirty="0">
                            <a:solidFill>
                              <a:srgbClr val="003366"/>
                            </a:solidFill>
                            <a:latin typeface="Cambria Math" panose="02040503050406030204" pitchFamily="18" charset="0"/>
                          </a:rPr>
                          <m:t>𝑘</m:t>
                        </m:r>
                      </m:sub>
                    </m:sSub>
                  </m:oMath>
                </a14:m>
                <a:r>
                  <a:rPr lang="en-US" sz="1800" dirty="0">
                    <a:solidFill>
                      <a:srgbClr val="003366"/>
                    </a:solidFill>
                    <a:latin typeface="Aptos Display" panose="020B0004020202020204" pitchFamily="34" charset="0"/>
                  </a:rPr>
                  <a:t> for token </a:t>
                </a:r>
                <a14:m>
                  <m:oMath xmlns:m="http://schemas.openxmlformats.org/officeDocument/2006/math">
                    <m:r>
                      <a:rPr lang="en-US" sz="1800" i="1" dirty="0" smtClean="0">
                        <a:solidFill>
                          <a:srgbClr val="003366"/>
                        </a:solidFill>
                        <a:latin typeface="Cambria Math" panose="02040503050406030204" pitchFamily="18" charset="0"/>
                      </a:rPr>
                      <m:t>𝑘</m:t>
                    </m:r>
                  </m:oMath>
                </a14:m>
                <a:r>
                  <a:rPr lang="en-US" sz="1800" dirty="0">
                    <a:solidFill>
                      <a:srgbClr val="003366"/>
                    </a:solidFill>
                    <a:latin typeface="Aptos Display" panose="020B0004020202020204" pitchFamily="34" charset="0"/>
                  </a:rPr>
                  <a:t> at step </a:t>
                </a:r>
                <a14:m>
                  <m:oMath xmlns:m="http://schemas.openxmlformats.org/officeDocument/2006/math">
                    <m:r>
                      <a:rPr lang="en-US" sz="1800" i="1" dirty="0" smtClean="0">
                        <a:solidFill>
                          <a:srgbClr val="003366"/>
                        </a:solidFill>
                        <a:latin typeface="Cambria Math" panose="02040503050406030204" pitchFamily="18" charset="0"/>
                      </a:rPr>
                      <m:t>𝑡</m:t>
                    </m:r>
                  </m:oMath>
                </a14:m>
                <a:r>
                  <a:rPr lang="en-US" sz="1800" dirty="0">
                    <a:solidFill>
                      <a:srgbClr val="003366"/>
                    </a:solidFill>
                    <a:latin typeface="Aptos Display" panose="020B0004020202020204" pitchFamily="34" charset="0"/>
                  </a:rPr>
                  <a:t> are modified by adding a bias </a:t>
                </a:r>
                <a14:m>
                  <m:oMath xmlns:m="http://schemas.openxmlformats.org/officeDocument/2006/math">
                    <m:r>
                      <a:rPr lang="en-US" sz="1800" i="1" dirty="0" smtClean="0">
                        <a:solidFill>
                          <a:srgbClr val="003366"/>
                        </a:solidFill>
                        <a:latin typeface="Cambria Math" panose="02040503050406030204" pitchFamily="18" charset="0"/>
                      </a:rPr>
                      <m:t>𝛿</m:t>
                    </m:r>
                    <m:r>
                      <a:rPr lang="en-US" sz="1800" i="0" dirty="0">
                        <a:solidFill>
                          <a:srgbClr val="003366"/>
                        </a:solidFill>
                        <a:latin typeface="Cambria Math" panose="02040503050406030204" pitchFamily="18" charset="0"/>
                      </a:rPr>
                      <m:t>&gt;0</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smtClean="0">
                                <a:solidFill>
                                  <a:srgbClr val="003366"/>
                                </a:solidFill>
                                <a:latin typeface="Cambria Math" panose="02040503050406030204" pitchFamily="18" charset="0"/>
                              </a:rPr>
                            </m:ctrlPr>
                          </m:sSubPr>
                          <m:e>
                            <m:acc>
                              <m:accPr>
                                <m:chr m:val="˜"/>
                                <m:ctrlPr>
                                  <a:rPr lang="en-US" sz="1800" i="1" dirty="0" smtClean="0">
                                    <a:solidFill>
                                      <a:srgbClr val="003366"/>
                                    </a:solidFill>
                                    <a:latin typeface="Cambria Math" panose="02040503050406030204" pitchFamily="18" charset="0"/>
                                  </a:rPr>
                                </m:ctrlPr>
                              </m:accPr>
                              <m:e>
                                <m:r>
                                  <a:rPr lang="en-US" sz="1800" i="1" dirty="0" smtClean="0">
                                    <a:solidFill>
                                      <a:srgbClr val="003366"/>
                                    </a:solidFill>
                                    <a:latin typeface="Cambria Math" panose="02040503050406030204" pitchFamily="18" charset="0"/>
                                  </a:rPr>
                                  <m:t>𝑧</m:t>
                                </m:r>
                              </m:e>
                            </m:acc>
                          </m:e>
                          <m:sub>
                            <m:r>
                              <a:rPr lang="en-US" sz="1800" i="1" dirty="0" smtClean="0">
                                <a:solidFill>
                                  <a:srgbClr val="003366"/>
                                </a:solidFill>
                                <a:latin typeface="Cambria Math" panose="02040503050406030204" pitchFamily="18" charset="0"/>
                              </a:rPr>
                              <m:t>𝑘</m:t>
                            </m:r>
                          </m:sub>
                        </m:sSub>
                        <m:r>
                          <a:rPr lang="en-US" sz="1800" i="0" dirty="0" smtClean="0">
                            <a:solidFill>
                              <a:srgbClr val="003366"/>
                            </a:solidFill>
                            <a:latin typeface="Cambria Math" panose="02040503050406030204" pitchFamily="18" charset="0"/>
                          </a:rPr>
                          <m:t>=</m:t>
                        </m:r>
                        <m:d>
                          <m:dPr>
                            <m:begChr m:val="{"/>
                            <m:endChr m:val=""/>
                            <m:ctrlPr>
                              <a:rPr lang="en-US" sz="1800" i="1" dirty="0" smtClean="0">
                                <a:solidFill>
                                  <a:srgbClr val="003366"/>
                                </a:solidFill>
                                <a:latin typeface="Cambria Math" panose="02040503050406030204" pitchFamily="18" charset="0"/>
                              </a:rPr>
                            </m:ctrlPr>
                          </m:dPr>
                          <m:e>
                            <m:m>
                              <m:mPr>
                                <m:mcs>
                                  <m:mc>
                                    <m:mcPr>
                                      <m:count m:val="2"/>
                                      <m:mcJc m:val="center"/>
                                    </m:mcPr>
                                  </m:mc>
                                </m:mcs>
                                <m:ctrlPr>
                                  <a:rPr lang="en-US" sz="1800" i="1" dirty="0" smtClean="0">
                                    <a:solidFill>
                                      <a:srgbClr val="003366"/>
                                    </a:solidFill>
                                    <a:latin typeface="Cambria Math" panose="02040503050406030204" pitchFamily="18" charset="0"/>
                                  </a:rPr>
                                </m:ctrlPr>
                              </m:mPr>
                              <m:m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𝑧</m:t>
                                      </m:r>
                                    </m:e>
                                    <m:sub>
                                      <m:r>
                                        <a:rPr lang="en-US" sz="1800" i="1" dirty="0" smtClean="0">
                                          <a:solidFill>
                                            <a:srgbClr val="003366"/>
                                          </a:solidFill>
                                          <a:latin typeface="Cambria Math" panose="02040503050406030204" pitchFamily="18" charset="0"/>
                                        </a:rPr>
                                        <m:t>𝑘</m:t>
                                      </m:r>
                                    </m:sub>
                                  </m:sSub>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𝛿</m:t>
                                  </m:r>
                                </m:e>
                                <m:e>
                                  <m:r>
                                    <m:rPr>
                                      <m:nor/>
                                    </m:rPr>
                                    <a:rPr lang="en-US" sz="1800" i="0" dirty="0" smtClean="0">
                                      <a:solidFill>
                                        <a:srgbClr val="003366"/>
                                      </a:solidFill>
                                      <a:latin typeface="Cambria Math" panose="02040503050406030204" pitchFamily="18" charset="0"/>
                                    </a:rPr>
                                    <m:t>if</m:t>
                                  </m:r>
                                  <m:r>
                                    <m:rPr>
                                      <m:nor/>
                                    </m:rPr>
                                    <a:rPr lang="en-US" sz="1800" i="0" dirty="0" smtClean="0">
                                      <a:solidFill>
                                        <a:srgbClr val="003366"/>
                                      </a:solidFill>
                                      <a:latin typeface="Cambria Math" panose="02040503050406030204" pitchFamily="18" charset="0"/>
                                    </a:rPr>
                                    <m:t> </m:t>
                                  </m:r>
                                  <m:r>
                                    <a:rPr lang="en-US" sz="1800" i="1" dirty="0" smtClean="0">
                                      <a:solidFill>
                                        <a:srgbClr val="003366"/>
                                      </a:solidFill>
                                      <a:latin typeface="Cambria Math" panose="02040503050406030204" pitchFamily="18" charset="0"/>
                                    </a:rPr>
                                    <m:t>𝑘</m:t>
                                  </m:r>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𝐺</m:t>
                                  </m:r>
                                </m:e>
                              </m:mr>
                              <m:mr>
                                <m:e>
                                  <m:sSub>
                                    <m:sSubPr>
                                      <m:ctrlPr>
                                        <a:rPr lang="en-US" sz="1800" i="1" dirty="0" smtClean="0">
                                          <a:solidFill>
                                            <a:srgbClr val="003366"/>
                                          </a:solidFill>
                                          <a:latin typeface="Cambria Math" panose="02040503050406030204" pitchFamily="18" charset="0"/>
                                        </a:rPr>
                                      </m:ctrlPr>
                                    </m:sSubPr>
                                    <m:e>
                                      <m:r>
                                        <a:rPr lang="en-US" sz="1800" i="1" dirty="0" smtClean="0">
                                          <a:solidFill>
                                            <a:srgbClr val="003366"/>
                                          </a:solidFill>
                                          <a:latin typeface="Cambria Math" panose="02040503050406030204" pitchFamily="18" charset="0"/>
                                        </a:rPr>
                                        <m:t>𝑧</m:t>
                                      </m:r>
                                    </m:e>
                                    <m:sub>
                                      <m:r>
                                        <a:rPr lang="en-US" sz="1800" i="1" dirty="0" smtClean="0">
                                          <a:solidFill>
                                            <a:srgbClr val="003366"/>
                                          </a:solidFill>
                                          <a:latin typeface="Cambria Math" panose="02040503050406030204" pitchFamily="18" charset="0"/>
                                        </a:rPr>
                                        <m:t>𝑘</m:t>
                                      </m:r>
                                    </m:sub>
                                  </m:sSub>
                                </m:e>
                                <m:e>
                                  <m:r>
                                    <m:rPr>
                                      <m:nor/>
                                    </m:rPr>
                                    <a:rPr lang="en-US" sz="1800" i="0" dirty="0" smtClean="0">
                                      <a:solidFill>
                                        <a:srgbClr val="003366"/>
                                      </a:solidFill>
                                      <a:latin typeface="Cambria Math" panose="02040503050406030204" pitchFamily="18" charset="0"/>
                                    </a:rPr>
                                    <m:t>if</m:t>
                                  </m:r>
                                  <m:r>
                                    <m:rPr>
                                      <m:nor/>
                                    </m:rPr>
                                    <a:rPr lang="en-US" sz="1800" i="0" dirty="0" smtClean="0">
                                      <a:solidFill>
                                        <a:srgbClr val="003366"/>
                                      </a:solidFill>
                                      <a:latin typeface="Cambria Math" panose="02040503050406030204" pitchFamily="18" charset="0"/>
                                    </a:rPr>
                                    <m:t> </m:t>
                                  </m:r>
                                  <m:r>
                                    <a:rPr lang="en-US" sz="1800" i="1" dirty="0" smtClean="0">
                                      <a:solidFill>
                                        <a:srgbClr val="003366"/>
                                      </a:solidFill>
                                      <a:latin typeface="Cambria Math" panose="02040503050406030204" pitchFamily="18" charset="0"/>
                                    </a:rPr>
                                    <m:t>𝑘</m:t>
                                  </m:r>
                                  <m:r>
                                    <a:rPr lang="en-US" sz="1800" i="0" dirty="0" smtClean="0">
                                      <a:solidFill>
                                        <a:srgbClr val="003366"/>
                                      </a:solidFill>
                                      <a:latin typeface="Cambria Math" panose="02040503050406030204" pitchFamily="18" charset="0"/>
                                    </a:rPr>
                                    <m:t>∈</m:t>
                                  </m:r>
                                  <m:r>
                                    <a:rPr lang="en-US" sz="1800" i="1" dirty="0" smtClean="0">
                                      <a:solidFill>
                                        <a:srgbClr val="003366"/>
                                      </a:solidFill>
                                      <a:latin typeface="Cambria Math" panose="02040503050406030204" pitchFamily="18" charset="0"/>
                                    </a:rPr>
                                    <m:t>𝑅</m:t>
                                  </m:r>
                                </m:e>
                              </m:mr>
                            </m:m>
                          </m:e>
                        </m:d>
                      </m:e>
                    </m:eqArr>
                  </m:oMath>
                </a14:m>
                <a:endParaRPr lang="en-US" sz="1800" dirty="0">
                  <a:solidFill>
                    <a:srgbClr val="003366"/>
                  </a:solidFill>
                  <a:latin typeface="Aptos Display" panose="020B0004020202020204" pitchFamily="34" charset="0"/>
                </a:endParaRP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The next token is sampled from the </a:t>
                </a:r>
                <a:r>
                  <a:rPr lang="en-US" sz="1800" dirty="0" err="1">
                    <a:solidFill>
                      <a:srgbClr val="003366"/>
                    </a:solidFill>
                    <a:latin typeface="Aptos Display" panose="020B0004020202020204" pitchFamily="34" charset="0"/>
                  </a:rPr>
                  <a:t>softmax</a:t>
                </a:r>
                <a:r>
                  <a:rPr lang="en-US" sz="1800" dirty="0">
                    <a:solidFill>
                      <a:srgbClr val="003366"/>
                    </a:solidFill>
                    <a:latin typeface="Aptos Display" panose="020B0004020202020204" pitchFamily="34" charset="0"/>
                  </a:rPr>
                  <a:t> distribution of these modified logits.</a:t>
                </a:r>
              </a:p>
            </p:txBody>
          </p:sp>
        </mc:Choice>
        <mc:Fallback xmlns="">
          <p:sp>
            <p:nvSpPr>
              <p:cNvPr id="5" name="Content Placeholder 4">
                <a:extLst>
                  <a:ext uri="{FF2B5EF4-FFF2-40B4-BE49-F238E27FC236}">
                    <a16:creationId xmlns:a16="http://schemas.microsoft.com/office/drawing/2014/main" id="{4AED21D6-50BE-286E-1738-C1A76389167A}"/>
                  </a:ext>
                </a:extLst>
              </p:cNvPr>
              <p:cNvSpPr>
                <a:spLocks noGrp="1" noRot="1" noChangeAspect="1" noMove="1" noResize="1" noEditPoints="1" noAdjustHandles="1" noChangeArrowheads="1" noChangeShapeType="1" noTextEdit="1"/>
              </p:cNvSpPr>
              <p:nvPr>
                <p:ph idx="1"/>
              </p:nvPr>
            </p:nvSpPr>
            <p:spPr>
              <a:xfrm>
                <a:off x="719138" y="1066800"/>
                <a:ext cx="7705724" cy="5314528"/>
              </a:xfrm>
              <a:blipFill>
                <a:blip r:embed="rId3"/>
                <a:stretch>
                  <a:fillRect l="-3947" t="-1432" b="-19332"/>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A45FDDD9-5CF1-54DE-C253-F49D81422C05}"/>
              </a:ext>
            </a:extLst>
          </p:cNvPr>
          <p:cNvSpPr>
            <a:spLocks noGrp="1"/>
          </p:cNvSpPr>
          <p:nvPr>
            <p:ph type="sldNum" sz="quarter" idx="10"/>
          </p:nvPr>
        </p:nvSpPr>
        <p:spPr/>
        <p:txBody>
          <a:bodyPr/>
          <a:lstStyle/>
          <a:p>
            <a:pPr>
              <a:defRPr/>
            </a:pPr>
            <a:fld id="{FE5AEF74-5102-4921-8DBA-649C609AF6D1}" type="slidenum">
              <a:rPr lang="it-IT" smtClean="0"/>
              <a:pPr>
                <a:defRPr/>
              </a:pPr>
              <a:t>33</a:t>
            </a:fld>
            <a:endParaRPr lang="it-IT"/>
          </a:p>
        </p:txBody>
      </p:sp>
    </p:spTree>
    <p:extLst>
      <p:ext uri="{BB962C8B-B14F-4D97-AF65-F5344CB8AC3E}">
        <p14:creationId xmlns:p14="http://schemas.microsoft.com/office/powerpoint/2010/main" val="516306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C37A2-4AAC-C438-C25D-B4218E7FF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1BDA8-08C3-26AE-668C-81471C5DD958}"/>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T</a:t>
            </a:r>
            <a:r>
              <a:rPr lang="en-CA" sz="2600" i="1" dirty="0">
                <a:latin typeface="Cambria"/>
              </a:rPr>
              <a:t>EXT </a:t>
            </a:r>
            <a:r>
              <a:rPr lang="en-CA" sz="2800" i="1" dirty="0">
                <a:latin typeface="Cambria"/>
              </a:rPr>
              <a:t>M</a:t>
            </a:r>
            <a:r>
              <a:rPr lang="en-CA" sz="2600" i="1" dirty="0">
                <a:latin typeface="Cambria"/>
              </a:rPr>
              <a:t>ODELS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F248DDA-EA93-185D-6999-1E5B9ACFFF5C}"/>
                  </a:ext>
                </a:extLst>
              </p:cNvPr>
              <p:cNvSpPr>
                <a:spLocks noGrp="1"/>
              </p:cNvSpPr>
              <p:nvPr>
                <p:ph idx="1"/>
              </p:nvPr>
            </p:nvSpPr>
            <p:spPr>
              <a:xfrm>
                <a:off x="719138" y="1066800"/>
                <a:ext cx="7705724" cy="5504656"/>
              </a:xfrm>
            </p:spPr>
            <p:txBody>
              <a:bodyPr/>
              <a:lstStyle/>
              <a:p>
                <a:pPr algn="just"/>
                <a:r>
                  <a:rPr lang="en-US" sz="1800" dirty="0">
                    <a:solidFill>
                      <a:srgbClr val="003366"/>
                    </a:solidFill>
                    <a:latin typeface="Aptos Display" panose="020B0004020202020204" pitchFamily="34" charset="0"/>
                  </a:rPr>
                  <a:t>Consider a vocabulary </a:t>
                </a:r>
                <a14:m>
                  <m:oMath xmlns:m="http://schemas.openxmlformats.org/officeDocument/2006/math">
                    <m:r>
                      <a:rPr lang="en-US" sz="1800" i="1" dirty="0" smtClean="0">
                        <a:solidFill>
                          <a:srgbClr val="003366"/>
                        </a:solidFill>
                        <a:latin typeface="Cambria Math" panose="02040503050406030204" pitchFamily="18" charset="0"/>
                      </a:rPr>
                      <m:t>𝑉</m:t>
                    </m:r>
                    <m:r>
                      <a:rPr lang="en-US" sz="1800" i="0" dirty="0">
                        <a:solidFill>
                          <a:srgbClr val="003366"/>
                        </a:solidFill>
                        <a:latin typeface="Cambria Math" panose="02040503050406030204" pitchFamily="18" charset="0"/>
                      </a:rPr>
                      <m:t>=</m:t>
                    </m:r>
                    <m:d>
                      <m:dPr>
                        <m:begChr m:val="{"/>
                        <m:endChr m:val="}"/>
                        <m:ctrlPr>
                          <a:rPr lang="en-US" sz="1800" i="1" dirty="0">
                            <a:solidFill>
                              <a:srgbClr val="003366"/>
                            </a:solidFill>
                            <a:latin typeface="Cambria Math" panose="02040503050406030204" pitchFamily="18" charset="0"/>
                          </a:rPr>
                        </m:ctrlPr>
                      </m:dPr>
                      <m:e>
                        <m:r>
                          <m:rPr>
                            <m:nor/>
                          </m:rP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yes</m:t>
                        </m:r>
                        <m:r>
                          <m:rPr>
                            <m:nor/>
                          </m:rPr>
                          <a:rPr lang="en-US" sz="1800" i="0" dirty="0">
                            <a:solidFill>
                              <a:srgbClr val="003366"/>
                            </a:solidFill>
                            <a:latin typeface="Cambria Math" panose="02040503050406030204" pitchFamily="18" charset="0"/>
                          </a:rPr>
                          <m:t>"</m:t>
                        </m:r>
                        <m: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no</m:t>
                        </m:r>
                        <m:r>
                          <m:rPr>
                            <m:nor/>
                          </m:rPr>
                          <a:rPr lang="en-US" sz="1800" i="0" dirty="0">
                            <a:solidFill>
                              <a:srgbClr val="003366"/>
                            </a:solidFill>
                            <a:latin typeface="Cambria Math" panose="02040503050406030204" pitchFamily="18" charset="0"/>
                          </a:rPr>
                          <m:t>"</m:t>
                        </m:r>
                      </m:e>
                    </m:d>
                  </m:oMath>
                </a14:m>
                <a:r>
                  <a:rPr lang="en-US" sz="1800" dirty="0">
                    <a:solidFill>
                      <a:srgbClr val="003366"/>
                    </a:solidFill>
                    <a:latin typeface="Aptos Display" panose="020B0004020202020204" pitchFamily="34" charset="0"/>
                  </a:rPr>
                  <a:t> with </a:t>
                </a:r>
                <a14:m>
                  <m:oMath xmlns:m="http://schemas.openxmlformats.org/officeDocument/2006/math">
                    <m:r>
                      <a:rPr lang="en-US" sz="1800" i="1" dirty="0" smtClean="0">
                        <a:solidFill>
                          <a:srgbClr val="003366"/>
                        </a:solidFill>
                        <a:latin typeface="Cambria Math" panose="02040503050406030204" pitchFamily="18" charset="0"/>
                      </a:rPr>
                      <m:t>𝛾</m:t>
                    </m:r>
                    <m:r>
                      <a:rPr lang="en-US" sz="1800" i="0" dirty="0">
                        <a:solidFill>
                          <a:srgbClr val="003366"/>
                        </a:solidFill>
                        <a:latin typeface="Cambria Math" panose="02040503050406030204" pitchFamily="18" charset="0"/>
                      </a:rPr>
                      <m:t>=0.5</m:t>
                    </m:r>
                  </m:oMath>
                </a14:m>
                <a:r>
                  <a:rPr lang="en-US" sz="1800" dirty="0">
                    <a:solidFill>
                      <a:srgbClr val="003366"/>
                    </a:solidFill>
                    <a:latin typeface="Aptos Display" panose="020B0004020202020204" pitchFamily="34" charset="0"/>
                  </a:rPr>
                  <a:t>. The previous token is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𝑤</m:t>
                        </m:r>
                      </m:e>
                      <m:sub>
                        <m:r>
                          <a:rPr lang="en-US" sz="1800" i="1" dirty="0">
                            <a:solidFill>
                              <a:srgbClr val="003366"/>
                            </a:solidFill>
                            <a:latin typeface="Cambria Math" panose="02040503050406030204" pitchFamily="18" charset="0"/>
                          </a:rPr>
                          <m:t>𝑡</m:t>
                        </m:r>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the</m:t>
                    </m:r>
                    <m:r>
                      <m:rPr>
                        <m:nor/>
                      </m:rPr>
                      <a:rPr lang="en-US" sz="1800" i="0" dirty="0">
                        <a:solidFill>
                          <a:srgbClr val="003366"/>
                        </a:solidFill>
                        <a:latin typeface="Cambria Math" panose="02040503050406030204" pitchFamily="18" charset="0"/>
                      </a:rPr>
                      <m:t>"</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lgn="just"/>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𝐒𝐭𝐞𝐩</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𝟏</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𝐏𝐚𝐫𝐭𝐢𝐭𝐢𝐨𝐧</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𝐕𝐨𝐜𝐚𝐛𝐮𝐥𝐚𝐫𝐲</m:t>
                        </m:r>
                      </m:e>
                    </m:box>
                  </m:oMath>
                </a14:m>
                <a:r>
                  <a:rPr lang="en-US" sz="1800" dirty="0">
                    <a:solidFill>
                      <a:srgbClr val="003366"/>
                    </a:solidFill>
                    <a:latin typeface="Aptos Display" panose="020B0004020202020204" pitchFamily="34" charset="0"/>
                  </a:rPr>
                  <a:t>: The hash </a:t>
                </a:r>
                <a14:m>
                  <m:oMath xmlns:m="http://schemas.openxmlformats.org/officeDocument/2006/math">
                    <m:r>
                      <a:rPr lang="en-US" sz="1800" i="1" dirty="0" smtClean="0">
                        <a:solidFill>
                          <a:srgbClr val="003366"/>
                        </a:solidFill>
                        <a:latin typeface="Cambria Math" panose="02040503050406030204" pitchFamily="18" charset="0"/>
                      </a:rPr>
                      <m:t>𝐻</m:t>
                    </m:r>
                    <m:d>
                      <m:dPr>
                        <m:ctrlPr>
                          <a:rPr lang="en-US" sz="1800" i="1" dirty="0">
                            <a:solidFill>
                              <a:srgbClr val="003366"/>
                            </a:solidFill>
                            <a:latin typeface="Cambria Math" panose="02040503050406030204" pitchFamily="18" charset="0"/>
                          </a:rPr>
                        </m:ctrlPr>
                      </m:dPr>
                      <m:e>
                        <m:r>
                          <m:rPr>
                            <m:nor/>
                          </m:rP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the</m:t>
                        </m:r>
                        <m:r>
                          <m:rPr>
                            <m:nor/>
                          </m:rPr>
                          <a:rPr lang="en-US" sz="1800" i="0" dirty="0">
                            <a:solidFill>
                              <a:srgbClr val="003366"/>
                            </a:solidFill>
                            <a:latin typeface="Cambria Math" panose="02040503050406030204" pitchFamily="18" charset="0"/>
                          </a:rPr>
                          <m:t>"</m:t>
                        </m:r>
                      </m:e>
                    </m:d>
                  </m:oMath>
                </a14:m>
                <a:r>
                  <a:rPr lang="en-US" sz="1800" dirty="0">
                    <a:solidFill>
                      <a:srgbClr val="003366"/>
                    </a:solidFill>
                    <a:latin typeface="Aptos Display" panose="020B0004020202020204" pitchFamily="34" charset="0"/>
                  </a:rPr>
                  <a:t> assigns "yes'' to the green list </a:t>
                </a:r>
                <a14:m>
                  <m:oMath xmlns:m="http://schemas.openxmlformats.org/officeDocument/2006/math">
                    <m:r>
                      <a:rPr lang="en-US" sz="1800" i="1" dirty="0" smtClean="0">
                        <a:solidFill>
                          <a:srgbClr val="003366"/>
                        </a:solidFill>
                        <a:latin typeface="Cambria Math" panose="02040503050406030204" pitchFamily="18" charset="0"/>
                      </a:rPr>
                      <m:t>𝐺</m:t>
                    </m:r>
                  </m:oMath>
                </a14:m>
                <a:r>
                  <a:rPr lang="en-US" sz="1800" dirty="0">
                    <a:solidFill>
                      <a:srgbClr val="003366"/>
                    </a:solidFill>
                    <a:latin typeface="Aptos Display" panose="020B0004020202020204" pitchFamily="34" charset="0"/>
                  </a:rPr>
                  <a:t> and "no'' to the red list </a:t>
                </a:r>
                <a14:m>
                  <m:oMath xmlns:m="http://schemas.openxmlformats.org/officeDocument/2006/math">
                    <m:r>
                      <a:rPr lang="en-US" sz="1800" i="1" dirty="0" smtClean="0">
                        <a:solidFill>
                          <a:srgbClr val="003366"/>
                        </a:solidFill>
                        <a:latin typeface="Cambria Math" panose="02040503050406030204" pitchFamily="18" charset="0"/>
                      </a:rPr>
                      <m:t>𝑅</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lgn="just"/>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𝐒𝐭𝐞𝐩</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𝟐</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𝐀𝐩𝐩𝐥𝐲</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𝐁𝐢𝐚𝐬</m:t>
                        </m:r>
                      </m:e>
                    </m:box>
                  </m:oMath>
                </a14:m>
                <a:r>
                  <a:rPr lang="en-US" sz="1800" dirty="0">
                    <a:solidFill>
                      <a:srgbClr val="003366"/>
                    </a:solidFill>
                    <a:latin typeface="Aptos Display" panose="020B0004020202020204" pitchFamily="34" charset="0"/>
                  </a:rPr>
                  <a:t>: The model's raw logits are </a:t>
                </a:r>
                <a14:m>
                  <m:oMath xmlns:m="http://schemas.openxmlformats.org/officeDocument/2006/math">
                    <m:r>
                      <a:rPr lang="en-US" sz="1800" i="1" dirty="0" smtClean="0">
                        <a:solidFill>
                          <a:srgbClr val="003366"/>
                        </a:solidFill>
                        <a:latin typeface="Cambria Math" panose="02040503050406030204" pitchFamily="18" charset="0"/>
                      </a:rPr>
                      <m:t>𝑧</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1.0,1.0</m:t>
                            </m:r>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and the bias is </a:t>
                </a:r>
                <a14:m>
                  <m:oMath xmlns:m="http://schemas.openxmlformats.org/officeDocument/2006/math">
                    <m:r>
                      <a:rPr lang="en-US" sz="1800" i="1" dirty="0" smtClean="0">
                        <a:solidFill>
                          <a:srgbClr val="003366"/>
                        </a:solidFill>
                        <a:latin typeface="Cambria Math" panose="02040503050406030204" pitchFamily="18" charset="0"/>
                      </a:rPr>
                      <m:t>𝛿</m:t>
                    </m:r>
                    <m:r>
                      <a:rPr lang="en-US" sz="1800" i="0" dirty="0">
                        <a:solidFill>
                          <a:srgbClr val="003366"/>
                        </a:solidFill>
                        <a:latin typeface="Cambria Math" panose="02040503050406030204" pitchFamily="18" charset="0"/>
                      </a:rPr>
                      <m:t>=2.0</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sSub>
                      <m:sSubPr>
                        <m:ctrlPr>
                          <a:rPr lang="en-US" sz="1800" i="1" dirty="0" smtClean="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e>
                      <m:sub>
                        <m:r>
                          <m:rPr>
                            <m:nor/>
                          </m:rPr>
                          <a:rPr lang="en-US" sz="1800" i="0" dirty="0">
                            <a:solidFill>
                              <a:srgbClr val="003366"/>
                            </a:solidFill>
                            <a:latin typeface="Cambria Math" panose="02040503050406030204" pitchFamily="18" charset="0"/>
                          </a:rPr>
                          <m:t>yes</m:t>
                        </m:r>
                      </m:sub>
                    </m:sSub>
                    <m:r>
                      <a:rPr lang="en-US" sz="1800" i="0" dirty="0">
                        <a:solidFill>
                          <a:srgbClr val="003366"/>
                        </a:solidFill>
                        <a:latin typeface="Cambria Math" panose="02040503050406030204" pitchFamily="18" charset="0"/>
                      </a:rPr>
                      <m:t>=1.0+2.0=3.0, </m:t>
                    </m:r>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𝑧</m:t>
                            </m:r>
                          </m:e>
                        </m:acc>
                      </m:e>
                      <m:sub>
                        <m:r>
                          <m:rPr>
                            <m:nor/>
                          </m:rPr>
                          <a:rPr lang="en-US" sz="1800" i="0" dirty="0">
                            <a:solidFill>
                              <a:srgbClr val="003366"/>
                            </a:solidFill>
                            <a:latin typeface="Cambria Math" panose="02040503050406030204" pitchFamily="18" charset="0"/>
                          </a:rPr>
                          <m:t>no</m:t>
                        </m:r>
                      </m:sub>
                    </m:sSub>
                    <m:r>
                      <a:rPr lang="en-US" sz="1800" i="0" dirty="0">
                        <a:solidFill>
                          <a:srgbClr val="003366"/>
                        </a:solidFill>
                        <a:latin typeface="Cambria Math" panose="02040503050406030204" pitchFamily="18" charset="0"/>
                      </a:rPr>
                      <m:t>=1.0</m:t>
                    </m:r>
                  </m:oMath>
                </a14:m>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    </a:t>
                </a:r>
              </a:p>
              <a:p>
                <a:pPr algn="just"/>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𝐒𝐭𝐞𝐩</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𝟑</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𝐒𝐚𝐦𝐩𝐥𝐞</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𝐍𝐞𝐱𝐭</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𝐓𝐨𝐤𝐞𝐧</m:t>
                        </m:r>
                      </m:e>
                    </m:box>
                  </m:oMath>
                </a14:m>
                <a:r>
                  <a:rPr lang="en-US" sz="1800" dirty="0">
                    <a:solidFill>
                      <a:srgbClr val="003366"/>
                    </a:solidFill>
                    <a:latin typeface="Aptos Display" panose="020B0004020202020204" pitchFamily="34" charset="0"/>
                  </a:rPr>
                  <a:t>: Compute the probabilities:</a:t>
                </a:r>
              </a:p>
              <a:p>
                <a:r>
                  <a:rPr lang="en-US" sz="1800" dirty="0">
                    <a:solidFill>
                      <a:srgbClr val="003366"/>
                    </a:solidFill>
                    <a:latin typeface="Aptos Display" panose="020B0004020202020204" pitchFamily="34" charset="0"/>
                  </a:rPr>
                  <a:t>    </a:t>
                </a:r>
                <a:endParaRPr lang="en-US" sz="1800" i="1" dirty="0">
                  <a:solidFill>
                    <a:srgbClr val="003366"/>
                  </a:solidFill>
                  <a:latin typeface="Cambria Math" panose="02040503050406030204" pitchFamily="18" charset="0"/>
                </a:endParaRPr>
              </a:p>
              <a:p>
                <a:pPr>
                  <a:buFont typeface="Arial" panose="020B0604020202020204" pitchFamily="34" charset="0"/>
                  <a:buChar char="•"/>
                </a:pPr>
                <a14:m>
                  <m:oMath xmlns:m="http://schemas.openxmlformats.org/officeDocument/2006/math">
                    <m:r>
                      <a:rPr lang="en-US" sz="1800" i="1" dirty="0">
                        <a:solidFill>
                          <a:srgbClr val="003366"/>
                        </a:solidFill>
                        <a:latin typeface="Cambria Math" panose="02040503050406030204" pitchFamily="18" charset="0"/>
                      </a:rPr>
                      <m:t>𝑃</m:t>
                    </m:r>
                    <m:d>
                      <m:dPr>
                        <m:ctrlPr>
                          <a:rPr lang="en-US" sz="1800" i="1" dirty="0">
                            <a:solidFill>
                              <a:srgbClr val="003366"/>
                            </a:solidFill>
                            <a:latin typeface="Cambria Math" panose="02040503050406030204" pitchFamily="18" charset="0"/>
                          </a:rPr>
                        </m:ctrlPr>
                      </m:dPr>
                      <m:e>
                        <m:r>
                          <m:rPr>
                            <m:nor/>
                          </m:rP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yes</m:t>
                        </m:r>
                        <m:r>
                          <m:rPr>
                            <m:nor/>
                          </m:rPr>
                          <a:rPr lang="en-US" sz="1800" i="0" dirty="0">
                            <a:solidFill>
                              <a:srgbClr val="003366"/>
                            </a:solidFill>
                            <a:latin typeface="Cambria Math" panose="02040503050406030204" pitchFamily="18" charset="0"/>
                          </a:rPr>
                          <m:t>"</m:t>
                        </m:r>
                      </m:e>
                    </m:d>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3.0</m:t>
                            </m:r>
                          </m:sup>
                        </m:sSup>
                      </m:num>
                      <m:den>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3.0</m:t>
                            </m:r>
                          </m:sup>
                        </m:sSup>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1.0</m:t>
                            </m:r>
                          </m:sup>
                        </m:sSup>
                      </m:den>
                    </m:f>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r>
                          <a:rPr lang="en-US" sz="1800" i="0" dirty="0">
                            <a:solidFill>
                              <a:srgbClr val="003366"/>
                            </a:solidFill>
                            <a:latin typeface="Cambria Math" panose="02040503050406030204" pitchFamily="18" charset="0"/>
                          </a:rPr>
                          <m:t>20.09</m:t>
                        </m:r>
                      </m:num>
                      <m:den>
                        <m:r>
                          <a:rPr lang="en-US" sz="1800" i="0" dirty="0">
                            <a:solidFill>
                              <a:srgbClr val="003366"/>
                            </a:solidFill>
                            <a:latin typeface="Cambria Math" panose="02040503050406030204" pitchFamily="18" charset="0"/>
                          </a:rPr>
                          <m:t>20.09+2.72</m:t>
                        </m:r>
                      </m:den>
                    </m:f>
                    <m:r>
                      <a:rPr lang="en-US" sz="1800" i="0" dirty="0">
                        <a:solidFill>
                          <a:srgbClr val="003366"/>
                        </a:solidFill>
                        <a:latin typeface="Cambria Math" panose="02040503050406030204" pitchFamily="18" charset="0"/>
                      </a:rPr>
                      <m:t>≈0.88, </m:t>
                    </m:r>
                    <m:r>
                      <a:rPr lang="en-US" sz="1800" i="1" dirty="0">
                        <a:solidFill>
                          <a:srgbClr val="003366"/>
                        </a:solidFill>
                        <a:latin typeface="Cambria Math" panose="02040503050406030204" pitchFamily="18" charset="0"/>
                      </a:rPr>
                      <m:t>𝑃</m:t>
                    </m:r>
                    <m:d>
                      <m:dPr>
                        <m:ctrlPr>
                          <a:rPr lang="en-US" sz="1800" i="1" dirty="0">
                            <a:solidFill>
                              <a:srgbClr val="003366"/>
                            </a:solidFill>
                            <a:latin typeface="Cambria Math" panose="02040503050406030204" pitchFamily="18" charset="0"/>
                          </a:rPr>
                        </m:ctrlPr>
                      </m:dPr>
                      <m:e>
                        <m:r>
                          <m:rPr>
                            <m:nor/>
                          </m:rPr>
                          <a:rPr lang="en-US" sz="1800" i="0" dirty="0">
                            <a:solidFill>
                              <a:srgbClr val="003366"/>
                            </a:solidFill>
                            <a:latin typeface="Cambria Math" panose="02040503050406030204" pitchFamily="18" charset="0"/>
                          </a:rPr>
                          <m:t>"</m:t>
                        </m:r>
                        <m:r>
                          <m:rPr>
                            <m:nor/>
                          </m:rPr>
                          <a:rPr lang="en-US" sz="1800" i="0" dirty="0">
                            <a:solidFill>
                              <a:srgbClr val="003366"/>
                            </a:solidFill>
                            <a:latin typeface="Cambria Math" panose="02040503050406030204" pitchFamily="18" charset="0"/>
                          </a:rPr>
                          <m:t>no</m:t>
                        </m:r>
                        <m:r>
                          <m:rPr>
                            <m:nor/>
                          </m:rPr>
                          <a:rPr lang="en-US" sz="1800" i="0" dirty="0">
                            <a:solidFill>
                              <a:srgbClr val="003366"/>
                            </a:solidFill>
                            <a:latin typeface="Cambria Math" panose="02040503050406030204" pitchFamily="18" charset="0"/>
                          </a:rPr>
                          <m:t>"</m:t>
                        </m:r>
                      </m:e>
                    </m:d>
                    <m:r>
                      <a:rPr lang="en-US" sz="1800" i="0" dirty="0">
                        <a:solidFill>
                          <a:srgbClr val="003366"/>
                        </a:solidFill>
                        <a:latin typeface="Cambria Math" panose="02040503050406030204" pitchFamily="18" charset="0"/>
                      </a:rPr>
                      <m:t>≈0.12</m:t>
                    </m:r>
                  </m:oMath>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p:txBody>
          </p:sp>
        </mc:Choice>
        <mc:Fallback xmlns="">
          <p:sp>
            <p:nvSpPr>
              <p:cNvPr id="5" name="Content Placeholder 4">
                <a:extLst>
                  <a:ext uri="{FF2B5EF4-FFF2-40B4-BE49-F238E27FC236}">
                    <a16:creationId xmlns:a16="http://schemas.microsoft.com/office/drawing/2014/main" id="{3F248DDA-EA93-185D-6999-1E5B9ACFFF5C}"/>
                  </a:ext>
                </a:extLst>
              </p:cNvPr>
              <p:cNvSpPr>
                <a:spLocks noGrp="1" noRot="1" noChangeAspect="1" noMove="1" noResize="1" noEditPoints="1" noAdjustHandles="1" noChangeArrowheads="1" noChangeShapeType="1" noTextEdit="1"/>
              </p:cNvSpPr>
              <p:nvPr>
                <p:ph idx="1"/>
              </p:nvPr>
            </p:nvSpPr>
            <p:spPr>
              <a:xfrm>
                <a:off x="719138" y="1066800"/>
                <a:ext cx="7705724" cy="5504656"/>
              </a:xfrm>
              <a:blipFill>
                <a:blip r:embed="rId3"/>
                <a:stretch>
                  <a:fillRect l="-1809" t="-1382" r="-1809"/>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3540BFDB-1503-B63F-061D-6F6487ABA430}"/>
              </a:ext>
            </a:extLst>
          </p:cNvPr>
          <p:cNvSpPr>
            <a:spLocks noGrp="1"/>
          </p:cNvSpPr>
          <p:nvPr>
            <p:ph type="sldNum" sz="quarter" idx="10"/>
          </p:nvPr>
        </p:nvSpPr>
        <p:spPr/>
        <p:txBody>
          <a:bodyPr/>
          <a:lstStyle/>
          <a:p>
            <a:pPr>
              <a:defRPr/>
            </a:pPr>
            <a:fld id="{FE5AEF74-5102-4921-8DBA-649C609AF6D1}" type="slidenum">
              <a:rPr lang="it-IT" smtClean="0"/>
              <a:pPr>
                <a:defRPr/>
              </a:pPr>
              <a:t>34</a:t>
            </a:fld>
            <a:endParaRPr lang="it-IT"/>
          </a:p>
        </p:txBody>
      </p:sp>
      <p:sp>
        <p:nvSpPr>
          <p:cNvPr id="3" name="Round Diagonal Corner Rectangle 2">
            <a:extLst>
              <a:ext uri="{FF2B5EF4-FFF2-40B4-BE49-F238E27FC236}">
                <a16:creationId xmlns:a16="http://schemas.microsoft.com/office/drawing/2014/main" id="{3BD6CA7E-5502-1C64-0D5D-A58AD8FD1A0B}"/>
              </a:ext>
            </a:extLst>
          </p:cNvPr>
          <p:cNvSpPr/>
          <p:nvPr/>
        </p:nvSpPr>
        <p:spPr>
          <a:xfrm>
            <a:off x="539552" y="1884832"/>
            <a:ext cx="8155122" cy="75208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 Diagonal Corner Rectangle 3">
            <a:extLst>
              <a:ext uri="{FF2B5EF4-FFF2-40B4-BE49-F238E27FC236}">
                <a16:creationId xmlns:a16="http://schemas.microsoft.com/office/drawing/2014/main" id="{1B902C39-0308-C8C6-116D-A243C6CAE6D4}"/>
              </a:ext>
            </a:extLst>
          </p:cNvPr>
          <p:cNvSpPr/>
          <p:nvPr/>
        </p:nvSpPr>
        <p:spPr>
          <a:xfrm>
            <a:off x="539552" y="2780928"/>
            <a:ext cx="8155122" cy="1512168"/>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 Diagonal Corner Rectangle 5">
            <a:extLst>
              <a:ext uri="{FF2B5EF4-FFF2-40B4-BE49-F238E27FC236}">
                <a16:creationId xmlns:a16="http://schemas.microsoft.com/office/drawing/2014/main" id="{65CF197B-90D5-59E7-D71F-54D3DD776BBB}"/>
              </a:ext>
            </a:extLst>
          </p:cNvPr>
          <p:cNvSpPr/>
          <p:nvPr/>
        </p:nvSpPr>
        <p:spPr>
          <a:xfrm>
            <a:off x="539552" y="4437295"/>
            <a:ext cx="8155122" cy="1656002"/>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623045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EF546-7DA9-2033-96FA-3B8999902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849BB-56C6-40DC-8513-424898FF9198}"/>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V</a:t>
            </a:r>
            <a:r>
              <a:rPr lang="en-CA" sz="2600" i="1" dirty="0">
                <a:latin typeface="Cambria"/>
              </a:rPr>
              <a:t>ISION </a:t>
            </a:r>
            <a:r>
              <a:rPr lang="en-CA" sz="2800" i="1" dirty="0">
                <a:latin typeface="Cambria"/>
              </a:rPr>
              <a:t>M</a:t>
            </a:r>
            <a:r>
              <a:rPr lang="en-CA" sz="2600" i="1" dirty="0">
                <a:latin typeface="Cambria"/>
              </a:rPr>
              <a:t>ODELS</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92B37BFF-29A9-3D38-B414-E21BDF4D334C}"/>
              </a:ext>
            </a:extLst>
          </p:cNvPr>
          <p:cNvSpPr>
            <a:spLocks noGrp="1"/>
          </p:cNvSpPr>
          <p:nvPr>
            <p:ph idx="1"/>
          </p:nvPr>
        </p:nvSpPr>
        <p:spPr>
          <a:xfrm>
            <a:off x="539552" y="1066800"/>
            <a:ext cx="7992888" cy="5314528"/>
          </a:xfrm>
        </p:spPr>
        <p:txBody>
          <a:bodyPr/>
          <a:lstStyle/>
          <a:p>
            <a:pPr algn="just"/>
            <a:r>
              <a:rPr lang="en-US" dirty="0">
                <a:solidFill>
                  <a:srgbClr val="003366"/>
                </a:solidFill>
                <a:latin typeface="Aptos Display" panose="020B0004020202020204" pitchFamily="34" charset="0"/>
              </a:rPr>
              <a:t>Vision classifiers often output confidence scores across hundreds of classes. An attacker uses these full distributions to align their substitute model. </a:t>
            </a:r>
          </a:p>
        </p:txBody>
      </p:sp>
      <p:sp>
        <p:nvSpPr>
          <p:cNvPr id="7" name="Slide Number Placeholder 6">
            <a:extLst>
              <a:ext uri="{FF2B5EF4-FFF2-40B4-BE49-F238E27FC236}">
                <a16:creationId xmlns:a16="http://schemas.microsoft.com/office/drawing/2014/main" id="{77F07C01-18A2-C1DC-ACEB-AE6C47235E71}"/>
              </a:ext>
            </a:extLst>
          </p:cNvPr>
          <p:cNvSpPr>
            <a:spLocks noGrp="1"/>
          </p:cNvSpPr>
          <p:nvPr>
            <p:ph type="sldNum" sz="quarter" idx="10"/>
          </p:nvPr>
        </p:nvSpPr>
        <p:spPr/>
        <p:txBody>
          <a:bodyPr/>
          <a:lstStyle/>
          <a:p>
            <a:pPr>
              <a:defRPr/>
            </a:pPr>
            <a:fld id="{FE5AEF74-5102-4921-8DBA-649C609AF6D1}" type="slidenum">
              <a:rPr lang="it-IT" smtClean="0"/>
              <a:pPr>
                <a:defRPr/>
              </a:pPr>
              <a:t>35</a:t>
            </a:fld>
            <a:endParaRPr lang="it-IT"/>
          </a:p>
        </p:txBody>
      </p:sp>
      <p:pic>
        <p:nvPicPr>
          <p:cNvPr id="3" name="Picture 2">
            <a:extLst>
              <a:ext uri="{FF2B5EF4-FFF2-40B4-BE49-F238E27FC236}">
                <a16:creationId xmlns:a16="http://schemas.microsoft.com/office/drawing/2014/main" id="{98B4DE44-9D01-5573-1F0B-D75830423F34}"/>
              </a:ext>
            </a:extLst>
          </p:cNvPr>
          <p:cNvPicPr>
            <a:picLocks noChangeAspect="1"/>
          </p:cNvPicPr>
          <p:nvPr/>
        </p:nvPicPr>
        <p:blipFill>
          <a:blip r:embed="rId3"/>
          <a:stretch>
            <a:fillRect/>
          </a:stretch>
        </p:blipFill>
        <p:spPr>
          <a:xfrm>
            <a:off x="685800" y="2758419"/>
            <a:ext cx="7772400" cy="1341161"/>
          </a:xfrm>
          <a:prstGeom prst="rect">
            <a:avLst/>
          </a:prstGeom>
        </p:spPr>
      </p:pic>
    </p:spTree>
    <p:extLst>
      <p:ext uri="{BB962C8B-B14F-4D97-AF65-F5344CB8AC3E}">
        <p14:creationId xmlns:p14="http://schemas.microsoft.com/office/powerpoint/2010/main" val="3280030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87CD3-9D24-014A-3DD5-086BEE4E4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7EEAC-76C4-1CE6-3F2A-D03D5AED7AC7}"/>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V</a:t>
            </a:r>
            <a:r>
              <a:rPr lang="en-CA" sz="2600" i="1" dirty="0">
                <a:latin typeface="Cambria"/>
              </a:rPr>
              <a:t>ISION </a:t>
            </a:r>
            <a:r>
              <a:rPr lang="en-CA" sz="2800" i="1" dirty="0">
                <a:latin typeface="Cambria"/>
              </a:rPr>
              <a:t>M</a:t>
            </a:r>
            <a:r>
              <a:rPr lang="en-CA" sz="2600" i="1" dirty="0">
                <a:latin typeface="Cambria"/>
              </a:rPr>
              <a:t>ODELS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F888392-BAC7-817C-EF12-D4364D8C0804}"/>
                  </a:ext>
                </a:extLst>
              </p:cNvPr>
              <p:cNvSpPr>
                <a:spLocks noGrp="1"/>
              </p:cNvSpPr>
              <p:nvPr>
                <p:ph idx="1"/>
              </p:nvPr>
            </p:nvSpPr>
            <p:spPr>
              <a:xfrm>
                <a:off x="467544" y="1066800"/>
                <a:ext cx="8481194" cy="5314528"/>
              </a:xfrm>
            </p:spPr>
            <p:txBody>
              <a:bodyPr/>
              <a:lstStyle/>
              <a:p>
                <a:pPr algn="just"/>
                <a:r>
                  <a:rPr lang="en-US" sz="1800" dirty="0">
                    <a:solidFill>
                      <a:srgbClr val="003366"/>
                    </a:solidFill>
                    <a:latin typeface="Aptos Display" panose="020B0004020202020204" pitchFamily="34" charset="0"/>
                  </a:rPr>
                  <a:t>Let,</a:t>
                </a:r>
              </a:p>
              <a:p>
                <a:pPr algn="just"/>
                <a14:m>
                  <m:oMath xmlns:m="http://schemas.openxmlformats.org/officeDocument/2006/math">
                    <m:r>
                      <a:rPr lang="en-US" sz="1800" i="1" dirty="0" smtClean="0">
                        <a:solidFill>
                          <a:srgbClr val="003366"/>
                        </a:solidFill>
                        <a:latin typeface="Cambria Math" panose="02040503050406030204" pitchFamily="18" charset="0"/>
                      </a:rPr>
                      <m:t>𝑝</m:t>
                    </m:r>
                    <m:r>
                      <a:rPr lang="en-US" sz="1800" i="0" dirty="0">
                        <a:solidFill>
                          <a:srgbClr val="003366"/>
                        </a:solidFill>
                        <a:latin typeface="Cambria Math" panose="02040503050406030204" pitchFamily="18" charset="0"/>
                      </a:rPr>
                      <m:t>=</m:t>
                    </m:r>
                    <m:sSup>
                      <m:sSupPr>
                        <m:ctrlPr>
                          <a:rPr lang="en-US" sz="1800" i="1" dirty="0">
                            <a:solidFill>
                              <a:srgbClr val="003366"/>
                            </a:solidFill>
                            <a:latin typeface="Cambria Math" panose="02040503050406030204" pitchFamily="18" charset="0"/>
                          </a:rPr>
                        </m:ctrlPr>
                      </m:sSupPr>
                      <m:e>
                        <m:d>
                          <m:dPr>
                            <m:begChr m:val="["/>
                            <m:endChr m:val="]"/>
                            <m:ctrlPr>
                              <a:rPr lang="en-US" sz="1800" i="1" dirty="0">
                                <a:solidFill>
                                  <a:srgbClr val="003366"/>
                                </a:solidFill>
                                <a:latin typeface="Cambria Math" panose="02040503050406030204" pitchFamily="18" charset="0"/>
                              </a:rPr>
                            </m:ctrlPr>
                          </m:dP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0" dirty="0">
                                    <a:solidFill>
                                      <a:srgbClr val="003366"/>
                                    </a:solidFill>
                                    <a:latin typeface="Cambria Math" panose="02040503050406030204" pitchFamily="18" charset="0"/>
                                  </a:rPr>
                                  <m:t>1</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0" dirty="0">
                                    <a:solidFill>
                                      <a:srgbClr val="003366"/>
                                    </a:solidFill>
                                    <a:latin typeface="Cambria Math" panose="02040503050406030204" pitchFamily="18" charset="0"/>
                                  </a:rPr>
                                  <m:t>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𝐶</m:t>
                                </m:r>
                              </m:sub>
                            </m:sSub>
                          </m:e>
                        </m:d>
                      </m:e>
                      <m:sup>
                        <m:r>
                          <a:rPr lang="en-US" sz="1800" i="1" dirty="0">
                            <a:solidFill>
                              <a:srgbClr val="003366"/>
                            </a:solidFill>
                            <a:latin typeface="Cambria Math" panose="02040503050406030204" pitchFamily="18" charset="0"/>
                          </a:rPr>
                          <m:t>𝑇</m:t>
                        </m:r>
                      </m:sup>
                    </m:sSup>
                  </m:oMath>
                </a14:m>
                <a:r>
                  <a:rPr lang="en-US" sz="1800" dirty="0">
                    <a:solidFill>
                      <a:srgbClr val="003366"/>
                    </a:solidFill>
                    <a:latin typeface="Aptos Display" panose="020B0004020202020204" pitchFamily="34" charset="0"/>
                  </a:rPr>
                  <a:t> be the true probability output. </a:t>
                </a: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Let,</a:t>
                </a:r>
              </a:p>
              <a:p>
                <a:pPr algn="just"/>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𝐼</m:t>
                        </m:r>
                      </m:e>
                      <m:sub>
                        <m:r>
                          <m:rPr>
                            <m:nor/>
                          </m:rPr>
                          <a:rPr lang="en-US" sz="1800" i="0" dirty="0">
                            <a:solidFill>
                              <a:srgbClr val="003366"/>
                            </a:solidFill>
                            <a:latin typeface="Cambria Math" panose="02040503050406030204" pitchFamily="18" charset="0"/>
                          </a:rPr>
                          <m:t>top</m:t>
                        </m:r>
                      </m:sub>
                    </m:sSub>
                  </m:oMath>
                </a14:m>
                <a:r>
                  <a:rPr lang="en-US" sz="1800" dirty="0">
                    <a:solidFill>
                      <a:srgbClr val="003366"/>
                    </a:solidFill>
                    <a:latin typeface="Aptos Display" panose="020B0004020202020204" pitchFamily="34" charset="0"/>
                  </a:rPr>
                  <a:t> = the set of indices corresponding to the </a:t>
                </a:r>
                <a14:m>
                  <m:oMath xmlns:m="http://schemas.openxmlformats.org/officeDocument/2006/math">
                    <m:r>
                      <a:rPr lang="en-US" sz="1800" i="1" dirty="0" smtClean="0">
                        <a:solidFill>
                          <a:srgbClr val="003366"/>
                        </a:solidFill>
                        <a:latin typeface="Cambria Math" panose="02040503050406030204" pitchFamily="18" charset="0"/>
                      </a:rPr>
                      <m:t>𝑘</m:t>
                    </m:r>
                  </m:oMath>
                </a14:m>
                <a:r>
                  <a:rPr lang="en-US" sz="1800" dirty="0">
                    <a:solidFill>
                      <a:srgbClr val="003366"/>
                    </a:solidFill>
                    <a:latin typeface="Aptos Display" panose="020B0004020202020204" pitchFamily="34" charset="0"/>
                  </a:rPr>
                  <a:t> largest probabilities in </a:t>
                </a:r>
                <a14:m>
                  <m:oMath xmlns:m="http://schemas.openxmlformats.org/officeDocument/2006/math">
                    <m:r>
                      <a:rPr lang="en-US" sz="1800" i="1" dirty="0" smtClean="0">
                        <a:solidFill>
                          <a:srgbClr val="003366"/>
                        </a:solidFill>
                        <a:latin typeface="Cambria Math" panose="02040503050406030204" pitchFamily="18" charset="0"/>
                      </a:rPr>
                      <m:t>𝑝</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The shielded probabilities </a:t>
                </a:r>
                <a14:m>
                  <m:oMath xmlns:m="http://schemas.openxmlformats.org/officeDocument/2006/math">
                    <m:acc>
                      <m:accPr>
                        <m:chr m:val="˜"/>
                        <m:ctrlPr>
                          <a:rPr lang="en-US" sz="1800" i="1" dirty="0" smtClean="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oMath>
                </a14:m>
                <a:r>
                  <a:rPr lang="en-US" sz="1800" dirty="0">
                    <a:solidFill>
                      <a:srgbClr val="003366"/>
                    </a:solidFill>
                    <a:latin typeface="Aptos Display" panose="020B0004020202020204" pitchFamily="34" charset="0"/>
                  </a:rPr>
                  <a:t> are computed as:</a:t>
                </a:r>
              </a:p>
              <a:p>
                <a:pPr algn="just"/>
                <a:endParaRPr lang="en-US" sz="1800" dirty="0">
                  <a:solidFill>
                    <a:srgbClr val="003366"/>
                  </a:solidFill>
                  <a:latin typeface="Aptos Display" panose="020B0004020202020204" pitchFamily="34" charset="0"/>
                </a:endParaRPr>
              </a:p>
              <a:p>
                <a:pPr algn="just">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𝑝</m:t>
                                </m:r>
                              </m:e>
                            </m:acc>
                          </m:e>
                          <m:sub>
                            <m:r>
                              <a:rPr lang="en-US" sz="1800" i="1" dirty="0">
                                <a:solidFill>
                                  <a:srgbClr val="003366"/>
                                </a:solidFill>
                                <a:latin typeface="Cambria Math" panose="02040503050406030204" pitchFamily="18" charset="0"/>
                              </a:rPr>
                              <m:t>𝑐</m:t>
                            </m:r>
                          </m:sub>
                        </m:sSub>
                        <m:r>
                          <a:rPr lang="en-US" sz="1800" i="0" dirty="0">
                            <a:solidFill>
                              <a:srgbClr val="003366"/>
                            </a:solidFill>
                            <a:latin typeface="Cambria Math" panose="02040503050406030204" pitchFamily="18" charset="0"/>
                          </a:rPr>
                          <m:t>=</m:t>
                        </m:r>
                        <m:d>
                          <m:dPr>
                            <m:begChr m:val="{"/>
                            <m:endChr m:val=""/>
                            <m:ctrlPr>
                              <a:rPr lang="en-US" sz="1800" i="1" dirty="0">
                                <a:solidFill>
                                  <a:srgbClr val="003366"/>
                                </a:solidFill>
                                <a:latin typeface="Cambria Math" panose="02040503050406030204" pitchFamily="18" charset="0"/>
                              </a:rPr>
                            </m:ctrlPr>
                          </m:dPr>
                          <m:e>
                            <m:m>
                              <m:mPr>
                                <m:mcs>
                                  <m:mc>
                                    <m:mcPr>
                                      <m:count m:val="2"/>
                                      <m:mcJc m:val="center"/>
                                    </m:mcPr>
                                  </m:mc>
                                </m:mcs>
                                <m:ctrlPr>
                                  <a:rPr lang="en-US" sz="1800" i="1" dirty="0">
                                    <a:solidFill>
                                      <a:srgbClr val="003366"/>
                                    </a:solidFill>
                                    <a:latin typeface="Cambria Math" panose="02040503050406030204" pitchFamily="18" charset="0"/>
                                  </a:rPr>
                                </m:ctrlPr>
                              </m:mPr>
                              <m:mr>
                                <m:e>
                                  <m:f>
                                    <m:fPr>
                                      <m:ctrlPr>
                                        <a:rPr lang="en-US" sz="1800" i="1" dirty="0">
                                          <a:solidFill>
                                            <a:srgbClr val="003366"/>
                                          </a:solidFill>
                                          <a:latin typeface="Cambria Math" panose="02040503050406030204" pitchFamily="18" charset="0"/>
                                        </a:rPr>
                                      </m:ctrlPr>
                                    </m:fPr>
                                    <m:num>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𝑐</m:t>
                                          </m:r>
                                        </m:sub>
                                      </m:sSub>
                                    </m:num>
                                    <m:den>
                                      <m:nary>
                                        <m:naryPr>
                                          <m:chr m:val="∑"/>
                                          <m:limLoc m:val="undOvr"/>
                                          <m:supHide m:val="on"/>
                                          <m:ctrlPr>
                                            <a:rPr lang="en-US" sz="1800" i="1" dirty="0">
                                              <a:solidFill>
                                                <a:srgbClr val="003366"/>
                                              </a:solidFill>
                                              <a:latin typeface="Cambria Math" panose="02040503050406030204" pitchFamily="18" charset="0"/>
                                            </a:rPr>
                                          </m:ctrlPr>
                                        </m:naryPr>
                                        <m:sub>
                                          <m:r>
                                            <a:rPr lang="en-US" sz="1800" i="1" dirty="0">
                                              <a:solidFill>
                                                <a:srgbClr val="003366"/>
                                              </a:solidFill>
                                              <a:latin typeface="Cambria Math" panose="02040503050406030204" pitchFamily="18" charset="0"/>
                                            </a:rPr>
                                            <m:t>𝑗</m:t>
                                          </m:r>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𝐼</m:t>
                                              </m:r>
                                            </m:e>
                                            <m:sub>
                                              <m:r>
                                                <m:rPr>
                                                  <m:nor/>
                                                </m:rPr>
                                                <a:rPr lang="en-US" sz="1800" i="0" dirty="0">
                                                  <a:solidFill>
                                                    <a:srgbClr val="003366"/>
                                                  </a:solidFill>
                                                  <a:latin typeface="Cambria Math" panose="02040503050406030204" pitchFamily="18" charset="0"/>
                                                </a:rPr>
                                                <m:t>top</m:t>
                                              </m:r>
                                            </m:sub>
                                          </m:sSub>
                                        </m:sub>
                                        <m:sup/>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𝑝</m:t>
                                              </m:r>
                                            </m:e>
                                            <m:sub>
                                              <m:r>
                                                <a:rPr lang="en-US" sz="1800" i="1" dirty="0">
                                                  <a:solidFill>
                                                    <a:srgbClr val="003366"/>
                                                  </a:solidFill>
                                                  <a:latin typeface="Cambria Math" panose="02040503050406030204" pitchFamily="18" charset="0"/>
                                                </a:rPr>
                                                <m:t>𝑗</m:t>
                                              </m:r>
                                            </m:sub>
                                          </m:sSub>
                                        </m:e>
                                      </m:nary>
                                    </m:den>
                                  </m:f>
                                </m:e>
                                <m:e>
                                  <m:r>
                                    <m:rPr>
                                      <m:nor/>
                                    </m:rPr>
                                    <a:rPr lang="en-US" sz="1800" i="0" dirty="0">
                                      <a:solidFill>
                                        <a:srgbClr val="003366"/>
                                      </a:solidFill>
                                      <a:latin typeface="Cambria Math" panose="02040503050406030204" pitchFamily="18" charset="0"/>
                                    </a:rPr>
                                    <m:t>if</m:t>
                                  </m:r>
                                  <m:r>
                                    <m:rPr>
                                      <m:nor/>
                                    </m:rPr>
                                    <a:rPr lang="en-US" sz="1800" i="0" dirty="0">
                                      <a:solidFill>
                                        <a:srgbClr val="003366"/>
                                      </a:solidFill>
                                      <a:latin typeface="Cambria Math" panose="02040503050406030204" pitchFamily="18" charset="0"/>
                                    </a:rPr>
                                    <m:t> </m:t>
                                  </m:r>
                                  <m:r>
                                    <a:rPr lang="en-US" sz="1800" i="1" dirty="0">
                                      <a:solidFill>
                                        <a:srgbClr val="003366"/>
                                      </a:solidFill>
                                      <a:latin typeface="Cambria Math" panose="02040503050406030204" pitchFamily="18" charset="0"/>
                                    </a:rPr>
                                    <m:t>𝑐</m:t>
                                  </m:r>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𝐼</m:t>
                                      </m:r>
                                    </m:e>
                                    <m:sub>
                                      <m:r>
                                        <m:rPr>
                                          <m:nor/>
                                        </m:rPr>
                                        <a:rPr lang="en-US" sz="1800" i="0" dirty="0">
                                          <a:solidFill>
                                            <a:srgbClr val="003366"/>
                                          </a:solidFill>
                                          <a:latin typeface="Cambria Math" panose="02040503050406030204" pitchFamily="18" charset="0"/>
                                        </a:rPr>
                                        <m:t>top</m:t>
                                      </m:r>
                                    </m:sub>
                                  </m:sSub>
                                </m:e>
                              </m:mr>
                              <m:mr>
                                <m:e>
                                  <m:r>
                                    <a:rPr lang="en-US" sz="1800" i="0" dirty="0">
                                      <a:solidFill>
                                        <a:srgbClr val="003366"/>
                                      </a:solidFill>
                                      <a:latin typeface="Cambria Math" panose="02040503050406030204" pitchFamily="18" charset="0"/>
                                    </a:rPr>
                                    <m:t>0</m:t>
                                  </m:r>
                                </m:e>
                                <m:e>
                                  <m:r>
                                    <m:rPr>
                                      <m:nor/>
                                    </m:rPr>
                                    <a:rPr lang="en-US" sz="1800" i="0" dirty="0">
                                      <a:solidFill>
                                        <a:srgbClr val="003366"/>
                                      </a:solidFill>
                                      <a:latin typeface="Cambria Math" panose="02040503050406030204" pitchFamily="18" charset="0"/>
                                    </a:rPr>
                                    <m:t>if</m:t>
                                  </m:r>
                                  <m:r>
                                    <m:rPr>
                                      <m:nor/>
                                    </m:rPr>
                                    <a:rPr lang="en-US" sz="1800" i="0" dirty="0">
                                      <a:solidFill>
                                        <a:srgbClr val="003366"/>
                                      </a:solidFill>
                                      <a:latin typeface="Cambria Math" panose="02040503050406030204" pitchFamily="18" charset="0"/>
                                    </a:rPr>
                                    <m:t> </m:t>
                                  </m:r>
                                  <m:r>
                                    <a:rPr lang="en-US" sz="1800" i="1" dirty="0">
                                      <a:solidFill>
                                        <a:srgbClr val="003366"/>
                                      </a:solidFill>
                                      <a:latin typeface="Cambria Math" panose="02040503050406030204" pitchFamily="18" charset="0"/>
                                    </a:rPr>
                                    <m:t>𝑐</m:t>
                                  </m:r>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𝐼</m:t>
                                      </m:r>
                                    </m:e>
                                    <m:sub>
                                      <m:r>
                                        <m:rPr>
                                          <m:nor/>
                                        </m:rPr>
                                        <a:rPr lang="en-US" sz="1800" i="0" dirty="0">
                                          <a:solidFill>
                                            <a:srgbClr val="003366"/>
                                          </a:solidFill>
                                          <a:latin typeface="Cambria Math" panose="02040503050406030204" pitchFamily="18" charset="0"/>
                                        </a:rPr>
                                        <m:t>top</m:t>
                                      </m:r>
                                    </m:sub>
                                  </m:sSub>
                                </m:e>
                              </m:mr>
                            </m:m>
                          </m:e>
                        </m:d>
                      </m:e>
                    </m:eqArr>
                  </m:oMath>
                </a14:m>
                <a:endParaRPr lang="en-US" sz="1800" dirty="0">
                  <a:solidFill>
                    <a:srgbClr val="003366"/>
                  </a:solidFill>
                  <a:latin typeface="Aptos Display" panose="020B0004020202020204" pitchFamily="34" charset="0"/>
                </a:endParaRPr>
              </a:p>
            </p:txBody>
          </p:sp>
        </mc:Choice>
        <mc:Fallback xmlns="">
          <p:sp>
            <p:nvSpPr>
              <p:cNvPr id="5" name="Content Placeholder 4">
                <a:extLst>
                  <a:ext uri="{FF2B5EF4-FFF2-40B4-BE49-F238E27FC236}">
                    <a16:creationId xmlns:a16="http://schemas.microsoft.com/office/drawing/2014/main" id="{AF888392-BAC7-817C-EF12-D4364D8C0804}"/>
                  </a:ext>
                </a:extLst>
              </p:cNvPr>
              <p:cNvSpPr>
                <a:spLocks noGrp="1" noRot="1" noChangeAspect="1" noMove="1" noResize="1" noEditPoints="1" noAdjustHandles="1" noChangeArrowheads="1" noChangeShapeType="1" noTextEdit="1"/>
              </p:cNvSpPr>
              <p:nvPr>
                <p:ph idx="1"/>
              </p:nvPr>
            </p:nvSpPr>
            <p:spPr>
              <a:xfrm>
                <a:off x="467544" y="1066800"/>
                <a:ext cx="8481194" cy="5314528"/>
              </a:xfrm>
              <a:blipFill>
                <a:blip r:embed="rId3"/>
                <a:stretch>
                  <a:fillRect l="-12855" t="-1432" b="-36754"/>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1ECF544E-8516-FDC6-5A0E-2F0B2A8E84F1}"/>
              </a:ext>
            </a:extLst>
          </p:cNvPr>
          <p:cNvSpPr>
            <a:spLocks noGrp="1"/>
          </p:cNvSpPr>
          <p:nvPr>
            <p:ph type="sldNum" sz="quarter" idx="10"/>
          </p:nvPr>
        </p:nvSpPr>
        <p:spPr/>
        <p:txBody>
          <a:bodyPr/>
          <a:lstStyle/>
          <a:p>
            <a:pPr>
              <a:defRPr/>
            </a:pPr>
            <a:fld id="{FE5AEF74-5102-4921-8DBA-649C609AF6D1}" type="slidenum">
              <a:rPr lang="it-IT" smtClean="0"/>
              <a:pPr>
                <a:defRPr/>
              </a:pPr>
              <a:t>36</a:t>
            </a:fld>
            <a:endParaRPr lang="it-IT"/>
          </a:p>
        </p:txBody>
      </p:sp>
    </p:spTree>
    <p:extLst>
      <p:ext uri="{BB962C8B-B14F-4D97-AF65-F5344CB8AC3E}">
        <p14:creationId xmlns:p14="http://schemas.microsoft.com/office/powerpoint/2010/main" val="3258691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D7CA1-007C-46A2-BD7F-69FB64E5E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2E5E4-6C3F-ED45-8E97-B60D8688D50B}"/>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V</a:t>
            </a:r>
            <a:r>
              <a:rPr lang="en-CA" sz="2600" i="1" dirty="0">
                <a:latin typeface="Cambria"/>
              </a:rPr>
              <a:t>ISION </a:t>
            </a:r>
            <a:r>
              <a:rPr lang="en-CA" sz="2800" i="1" dirty="0">
                <a:latin typeface="Cambria"/>
              </a:rPr>
              <a:t>M</a:t>
            </a:r>
            <a:r>
              <a:rPr lang="en-CA" sz="2600" i="1" dirty="0">
                <a:latin typeface="Cambria"/>
              </a:rPr>
              <a:t>ODELS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D3F0B55-91BB-AC33-8A5A-AAAD26589E6C}"/>
                  </a:ext>
                </a:extLst>
              </p:cNvPr>
              <p:cNvSpPr>
                <a:spLocks noGrp="1"/>
              </p:cNvSpPr>
              <p:nvPr>
                <p:ph idx="1"/>
              </p:nvPr>
            </p:nvSpPr>
            <p:spPr>
              <a:xfrm>
                <a:off x="395536" y="1124744"/>
                <a:ext cx="8136904" cy="5488781"/>
              </a:xfrm>
            </p:spPr>
            <p:txBody>
              <a:bodyPr/>
              <a:lstStyle/>
              <a:p>
                <a:pPr algn="just"/>
                <a:r>
                  <a:rPr lang="en-US" sz="1600" dirty="0">
                    <a:solidFill>
                      <a:srgbClr val="003366"/>
                    </a:solidFill>
                    <a:latin typeface="Aptos Display" panose="020B0004020202020204" pitchFamily="34" charset="0"/>
                  </a:rPr>
                  <a:t>Consider a model outputting probabilities for </a:t>
                </a:r>
                <a14:m>
                  <m:oMath xmlns:m="http://schemas.openxmlformats.org/officeDocument/2006/math">
                    <m:r>
                      <a:rPr lang="en-US" sz="1600" i="1" dirty="0" smtClean="0">
                        <a:solidFill>
                          <a:srgbClr val="003366"/>
                        </a:solidFill>
                        <a:latin typeface="Cambria Math" panose="02040503050406030204" pitchFamily="18" charset="0"/>
                      </a:rPr>
                      <m:t>𝐶</m:t>
                    </m:r>
                    <m:r>
                      <a:rPr lang="en-US" sz="1600" i="0" dirty="0">
                        <a:solidFill>
                          <a:srgbClr val="003366"/>
                        </a:solidFill>
                        <a:latin typeface="Cambria Math" panose="02040503050406030204" pitchFamily="18" charset="0"/>
                      </a:rPr>
                      <m:t>=3</m:t>
                    </m:r>
                  </m:oMath>
                </a14:m>
                <a:r>
                  <a:rPr lang="en-US" sz="1600" dirty="0">
                    <a:solidFill>
                      <a:srgbClr val="003366"/>
                    </a:solidFill>
                    <a:latin typeface="Aptos Display" panose="020B0004020202020204" pitchFamily="34" charset="0"/>
                  </a:rPr>
                  <a:t> classes:</a:t>
                </a:r>
              </a:p>
              <a:p>
                <a:pPr algn="just"/>
                <a:endParaRPr lang="en-US" sz="16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r>
                      <a:rPr lang="en-US" sz="1600" i="1" dirty="0" smtClean="0">
                        <a:solidFill>
                          <a:srgbClr val="003366"/>
                        </a:solidFill>
                        <a:latin typeface="Cambria Math" panose="02040503050406030204" pitchFamily="18" charset="0"/>
                      </a:rPr>
                      <m:t>𝑝</m:t>
                    </m:r>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0.70,0.20,0.10</m:t>
                            </m:r>
                          </m:e>
                        </m:d>
                      </m:e>
                      <m:sup>
                        <m:r>
                          <a:rPr lang="en-US" sz="1600" i="1" dirty="0">
                            <a:solidFill>
                              <a:srgbClr val="003366"/>
                            </a:solidFill>
                            <a:latin typeface="Cambria Math" panose="02040503050406030204" pitchFamily="18" charset="0"/>
                          </a:rPr>
                          <m:t>𝑇</m:t>
                        </m:r>
                      </m:sup>
                    </m:sSup>
                  </m:oMath>
                </a14:m>
                <a:endParaRPr lang="en-US" sz="1600" dirty="0">
                  <a:solidFill>
                    <a:srgbClr val="003366"/>
                  </a:solidFill>
                  <a:latin typeface="Aptos Display" panose="020B0004020202020204" pitchFamily="34" charset="0"/>
                </a:endParaRPr>
              </a:p>
              <a:p>
                <a:pPr marL="0" indent="0"/>
                <a:endParaRPr lang="en-US" sz="1600" dirty="0">
                  <a:solidFill>
                    <a:srgbClr val="003366"/>
                  </a:solidFill>
                  <a:latin typeface="Aptos Display" panose="020B0004020202020204" pitchFamily="34" charset="0"/>
                </a:endParaRPr>
              </a:p>
              <a:p>
                <a:pPr algn="just"/>
                <a:r>
                  <a:rPr lang="en-US" sz="1600" dirty="0">
                    <a:solidFill>
                      <a:srgbClr val="003366"/>
                    </a:solidFill>
                    <a:latin typeface="Aptos Display" panose="020B0004020202020204" pitchFamily="34" charset="0"/>
                  </a:rPr>
                  <a:t>We apply top-</a:t>
                </a:r>
                <a14:m>
                  <m:oMath xmlns:m="http://schemas.openxmlformats.org/officeDocument/2006/math">
                    <m:r>
                      <a:rPr lang="en-US" sz="1600" i="1" dirty="0" smtClean="0">
                        <a:solidFill>
                          <a:srgbClr val="003366"/>
                        </a:solidFill>
                        <a:latin typeface="Cambria Math" panose="02040503050406030204" pitchFamily="18" charset="0"/>
                      </a:rPr>
                      <m:t>𝑘</m:t>
                    </m:r>
                  </m:oMath>
                </a14:m>
                <a:r>
                  <a:rPr lang="en-US" sz="1600" dirty="0">
                    <a:solidFill>
                      <a:srgbClr val="003366"/>
                    </a:solidFill>
                    <a:latin typeface="Aptos Display" panose="020B0004020202020204" pitchFamily="34" charset="0"/>
                  </a:rPr>
                  <a:t> shielding with </a:t>
                </a:r>
                <a14:m>
                  <m:oMath xmlns:m="http://schemas.openxmlformats.org/officeDocument/2006/math">
                    <m:r>
                      <a:rPr lang="en-US" sz="1600" i="1" dirty="0" smtClean="0">
                        <a:solidFill>
                          <a:srgbClr val="003366"/>
                        </a:solidFill>
                        <a:latin typeface="Cambria Math" panose="02040503050406030204" pitchFamily="18" charset="0"/>
                      </a:rPr>
                      <m:t>𝑘</m:t>
                    </m:r>
                    <m:r>
                      <a:rPr lang="en-US" sz="1600" i="0" dirty="0">
                        <a:solidFill>
                          <a:srgbClr val="003366"/>
                        </a:solidFill>
                        <a:latin typeface="Cambria Math" panose="02040503050406030204" pitchFamily="18" charset="0"/>
                      </a:rPr>
                      <m:t>=2</m:t>
                    </m:r>
                  </m:oMath>
                </a14:m>
                <a:r>
                  <a:rPr lang="en-US" sz="1600" dirty="0">
                    <a:solidFill>
                      <a:srgbClr val="003366"/>
                    </a:solidFill>
                    <a:latin typeface="Aptos Display" panose="020B0004020202020204" pitchFamily="34" charset="0"/>
                  </a:rPr>
                  <a:t>.</a:t>
                </a:r>
              </a:p>
              <a:p>
                <a:pPr algn="just"/>
                <a:endParaRPr lang="en-US" sz="1600" dirty="0">
                  <a:solidFill>
                    <a:srgbClr val="003366"/>
                  </a:solidFill>
                  <a:latin typeface="Aptos Display" panose="020B0004020202020204" pitchFamily="34" charset="0"/>
                </a:endParaRPr>
              </a:p>
              <a:p>
                <a:pPr algn="just"/>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𝐒𝐭𝐞𝐩</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𝟏</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𝐈𝐝𝐞𝐧𝐭𝐢𝐟𝐲</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𝐓𝐨𝐩</m:t>
                        </m:r>
                        <m:r>
                          <a:rPr lang="en-US" sz="1600" b="0" i="0" dirty="0">
                            <a:solidFill>
                              <a:srgbClr val="003366"/>
                            </a:solidFill>
                            <a:latin typeface="Cambria Math" panose="02040503050406030204" pitchFamily="18" charset="0"/>
                          </a:rPr>
                          <m:t>−</m:t>
                        </m:r>
                        <m:r>
                          <a:rPr lang="en-US" sz="1600" b="1" i="0" dirty="0">
                            <a:solidFill>
                              <a:srgbClr val="003366"/>
                            </a:solidFill>
                            <a:latin typeface="Cambria Math" panose="02040503050406030204" pitchFamily="18" charset="0"/>
                          </a:rPr>
                          <m:t>𝟐</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𝐂𝐥𝐚𝐬𝐬𝐞𝐬</m:t>
                        </m:r>
                      </m:e>
                    </m:box>
                  </m:oMath>
                </a14:m>
                <a:r>
                  <a:rPr lang="en-US" sz="1600" dirty="0">
                    <a:solidFill>
                      <a:srgbClr val="003366"/>
                    </a:solidFill>
                    <a:latin typeface="Aptos Display" panose="020B0004020202020204" pitchFamily="34" charset="0"/>
                  </a:rPr>
                  <a:t>: The classes with the largest probabilities are class 1 (</a:t>
                </a:r>
                <a14:m>
                  <m:oMath xmlns:m="http://schemas.openxmlformats.org/officeDocument/2006/math">
                    <m:r>
                      <a:rPr lang="en-US" sz="1600" dirty="0" smtClean="0">
                        <a:solidFill>
                          <a:srgbClr val="003366"/>
                        </a:solidFill>
                        <a:latin typeface="Cambria Math" panose="02040503050406030204" pitchFamily="18" charset="0"/>
                      </a:rPr>
                      <m:t>0.70</m:t>
                    </m:r>
                  </m:oMath>
                </a14:m>
                <a:r>
                  <a:rPr lang="en-US" sz="1600" dirty="0">
                    <a:solidFill>
                      <a:srgbClr val="003366"/>
                    </a:solidFill>
                    <a:latin typeface="Aptos Display" panose="020B0004020202020204" pitchFamily="34" charset="0"/>
                  </a:rPr>
                  <a:t>) and class 2 (</a:t>
                </a:r>
                <a14:m>
                  <m:oMath xmlns:m="http://schemas.openxmlformats.org/officeDocument/2006/math">
                    <m:r>
                      <a:rPr lang="en-US" sz="1600" dirty="0" smtClean="0">
                        <a:solidFill>
                          <a:srgbClr val="003366"/>
                        </a:solidFill>
                        <a:latin typeface="Cambria Math" panose="02040503050406030204" pitchFamily="18" charset="0"/>
                      </a:rPr>
                      <m:t>0.20</m:t>
                    </m:r>
                  </m:oMath>
                </a14:m>
                <a:r>
                  <a:rPr lang="en-US" sz="1600" dirty="0">
                    <a:solidFill>
                      <a:srgbClr val="003366"/>
                    </a:solidFill>
                    <a:latin typeface="Aptos Display" panose="020B0004020202020204" pitchFamily="34" charset="0"/>
                  </a:rPr>
                  <a:t>). Thus, </a:t>
                </a:r>
                <a14:m>
                  <m:oMath xmlns:m="http://schemas.openxmlformats.org/officeDocument/2006/math">
                    <m:sSub>
                      <m:sSubPr>
                        <m:ctrlPr>
                          <a:rPr lang="en-US" sz="1600" i="1" dirty="0" smtClean="0">
                            <a:solidFill>
                              <a:srgbClr val="003366"/>
                            </a:solidFill>
                            <a:latin typeface="Cambria Math" panose="02040503050406030204" pitchFamily="18" charset="0"/>
                          </a:rPr>
                        </m:ctrlPr>
                      </m:sSubPr>
                      <m:e>
                        <m:r>
                          <a:rPr lang="en-US" sz="1600" i="1" dirty="0">
                            <a:solidFill>
                              <a:srgbClr val="003366"/>
                            </a:solidFill>
                            <a:latin typeface="Cambria Math" panose="02040503050406030204" pitchFamily="18" charset="0"/>
                          </a:rPr>
                          <m:t>𝐼</m:t>
                        </m:r>
                      </m:e>
                      <m:sub>
                        <m:r>
                          <m:rPr>
                            <m:nor/>
                          </m:rPr>
                          <a:rPr lang="en-US" sz="1600" i="0" dirty="0">
                            <a:solidFill>
                              <a:srgbClr val="003366"/>
                            </a:solidFill>
                            <a:latin typeface="Aptos Display" panose="020B0004020202020204" pitchFamily="34" charset="0"/>
                          </a:rPr>
                          <m:t>top</m:t>
                        </m:r>
                      </m:sub>
                    </m:sSub>
                    <m:r>
                      <a:rPr lang="en-US" sz="1600" i="0" dirty="0">
                        <a:solidFill>
                          <a:srgbClr val="003366"/>
                        </a:solidFill>
                        <a:latin typeface="Cambria Math" panose="02040503050406030204" pitchFamily="18" charset="0"/>
                      </a:rPr>
                      <m:t>=</m:t>
                    </m:r>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1,2</m:t>
                        </m:r>
                      </m:e>
                    </m:d>
                  </m:oMath>
                </a14:m>
                <a:r>
                  <a:rPr lang="en-US" sz="1600" dirty="0">
                    <a:solidFill>
                      <a:srgbClr val="003366"/>
                    </a:solidFill>
                    <a:latin typeface="Aptos Display" panose="020B0004020202020204" pitchFamily="34" charset="0"/>
                  </a:rPr>
                  <a:t>.</a:t>
                </a:r>
              </a:p>
              <a:p>
                <a:pPr algn="just"/>
                <a:endParaRPr lang="en-US" sz="1600" dirty="0">
                  <a:solidFill>
                    <a:srgbClr val="003366"/>
                  </a:solidFill>
                  <a:latin typeface="Aptos Display" panose="020B0004020202020204" pitchFamily="34" charset="0"/>
                </a:endParaRPr>
              </a:p>
              <a:p>
                <a:pPr algn="just"/>
                <a14:m>
                  <m:oMath xmlns:m="http://schemas.openxmlformats.org/officeDocument/2006/math">
                    <m:box>
                      <m:boxPr>
                        <m:ctrlPr>
                          <a:rPr lang="en-US" sz="1600" b="1" i="1" dirty="0" smtClean="0">
                            <a:solidFill>
                              <a:srgbClr val="003366"/>
                            </a:solidFill>
                            <a:latin typeface="Cambria Math" panose="02040503050406030204" pitchFamily="18" charset="0"/>
                          </a:rPr>
                        </m:ctrlPr>
                      </m:boxPr>
                      <m:e>
                        <m:r>
                          <a:rPr lang="en-US" sz="1600" b="1" dirty="0">
                            <a:solidFill>
                              <a:srgbClr val="003366"/>
                            </a:solidFill>
                            <a:latin typeface="Cambria Math" panose="02040503050406030204" pitchFamily="18" charset="0"/>
                          </a:rPr>
                          <m:t>𝐒𝐭𝐞𝐩</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𝟐</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𝐍𝐨𝐫𝐦𝐚𝐥𝐢𝐳𝐞</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𝐭𝐡𝐞</m:t>
                        </m:r>
                        <m:r>
                          <a:rPr lang="en-US" sz="1600" b="0" i="0" dirty="0">
                            <a:solidFill>
                              <a:srgbClr val="003366"/>
                            </a:solidFill>
                            <a:latin typeface="Cambria Math" panose="02040503050406030204" pitchFamily="18" charset="0"/>
                          </a:rPr>
                          <m:t> </m:t>
                        </m:r>
                        <m:r>
                          <a:rPr lang="en-US" sz="1600" b="1" i="0" dirty="0">
                            <a:solidFill>
                              <a:srgbClr val="003366"/>
                            </a:solidFill>
                            <a:latin typeface="Cambria Math" panose="02040503050406030204" pitchFamily="18" charset="0"/>
                          </a:rPr>
                          <m:t>𝐃𝐢𝐬𝐭𝐫𝐢𝐛𝐮𝐭𝐢𝐨𝐧</m:t>
                        </m:r>
                      </m:e>
                    </m:box>
                  </m:oMath>
                </a14:m>
                <a:r>
                  <a:rPr lang="en-US" sz="1600" dirty="0">
                    <a:solidFill>
                      <a:srgbClr val="003366"/>
                    </a:solidFill>
                    <a:latin typeface="Aptos Display" panose="020B0004020202020204" pitchFamily="34" charset="0"/>
                  </a:rPr>
                  <a:t>: The sum of the top-2 probabilities is </a:t>
                </a:r>
                <a14:m>
                  <m:oMath xmlns:m="http://schemas.openxmlformats.org/officeDocument/2006/math">
                    <m:r>
                      <a:rPr lang="en-US" sz="1600" dirty="0" smtClean="0">
                        <a:solidFill>
                          <a:srgbClr val="003366"/>
                        </a:solidFill>
                        <a:latin typeface="Cambria Math" panose="02040503050406030204" pitchFamily="18" charset="0"/>
                      </a:rPr>
                      <m:t>0.70</m:t>
                    </m:r>
                    <m:r>
                      <a:rPr lang="en-US" sz="1600" i="0" dirty="0">
                        <a:solidFill>
                          <a:srgbClr val="003366"/>
                        </a:solidFill>
                        <a:latin typeface="Cambria Math" panose="02040503050406030204" pitchFamily="18" charset="0"/>
                      </a:rPr>
                      <m:t>+0.20=0.90</m:t>
                    </m:r>
                  </m:oMath>
                </a14:m>
                <a:r>
                  <a:rPr lang="en-US" sz="1600" dirty="0">
                    <a:solidFill>
                      <a:srgbClr val="003366"/>
                    </a:solidFill>
                    <a:latin typeface="Aptos Display" panose="020B0004020202020204" pitchFamily="34" charset="0"/>
                  </a:rPr>
                  <a:t>.</a:t>
                </a:r>
              </a:p>
              <a:p>
                <a:endParaRPr lang="en-US" sz="1600" i="1"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eqArr>
                        <m:eqArrPr>
                          <m:ctrlPr>
                            <a:rPr lang="en-US" sz="1600" i="1" dirty="0" smtClean="0">
                              <a:solidFill>
                                <a:srgbClr val="003366"/>
                              </a:solidFill>
                              <a:latin typeface="Cambria Math" panose="02040503050406030204" pitchFamily="18" charset="0"/>
                            </a:rPr>
                          </m:ctrlPr>
                        </m:eqArrPr>
                        <m:e>
                          <m:sSub>
                            <m:sSubPr>
                              <m:ctrlPr>
                                <a:rPr lang="en-US" sz="1600" i="1" dirty="0">
                                  <a:solidFill>
                                    <a:srgbClr val="003366"/>
                                  </a:solidFill>
                                  <a:latin typeface="Cambria Math" panose="02040503050406030204" pitchFamily="18" charset="0"/>
                                </a:rPr>
                              </m:ctrlPr>
                            </m:sSubPr>
                            <m:e>
                              <m:acc>
                                <m:accPr>
                                  <m:chr m:val="˜"/>
                                  <m:ctrlPr>
                                    <a:rPr lang="en-US" sz="1600" i="1" dirty="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𝑝</m:t>
                                  </m:r>
                                </m:e>
                              </m:acc>
                            </m:e>
                            <m:sub>
                              <m:r>
                                <a:rPr lang="en-US" sz="1600" i="0" dirty="0">
                                  <a:solidFill>
                                    <a:srgbClr val="003366"/>
                                  </a:solidFill>
                                  <a:latin typeface="Cambria Math" panose="02040503050406030204" pitchFamily="18" charset="0"/>
                                </a:rPr>
                                <m:t>1</m:t>
                              </m:r>
                            </m:sub>
                          </m:sSub>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0.70</m:t>
                              </m:r>
                            </m:num>
                            <m:den>
                              <m:r>
                                <a:rPr lang="en-US" sz="1600" i="0" dirty="0">
                                  <a:solidFill>
                                    <a:srgbClr val="003366"/>
                                  </a:solidFill>
                                  <a:latin typeface="Cambria Math" panose="02040503050406030204" pitchFamily="18" charset="0"/>
                                </a:rPr>
                                <m:t>0.90</m:t>
                              </m:r>
                            </m:den>
                          </m:f>
                          <m:r>
                            <a:rPr lang="en-US" sz="1600" i="0" dirty="0">
                              <a:solidFill>
                                <a:srgbClr val="003366"/>
                              </a:solidFill>
                              <a:latin typeface="Cambria Math" panose="02040503050406030204" pitchFamily="18" charset="0"/>
                            </a:rPr>
                            <m:t>≈0.778</m:t>
                          </m:r>
                        </m:e>
                        <m:e>
                          <m:sSub>
                            <m:sSubPr>
                              <m:ctrlPr>
                                <a:rPr lang="en-US" sz="1600" i="1" dirty="0">
                                  <a:solidFill>
                                    <a:srgbClr val="003366"/>
                                  </a:solidFill>
                                  <a:latin typeface="Cambria Math" panose="02040503050406030204" pitchFamily="18" charset="0"/>
                                </a:rPr>
                              </m:ctrlPr>
                            </m:sSubPr>
                            <m:e>
                              <m:acc>
                                <m:accPr>
                                  <m:chr m:val="˜"/>
                                  <m:ctrlPr>
                                    <a:rPr lang="en-US" sz="1600" i="1" dirty="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𝑝</m:t>
                                  </m:r>
                                </m:e>
                              </m:acc>
                            </m:e>
                            <m:sub>
                              <m:r>
                                <a:rPr lang="en-US" sz="1600" i="0" dirty="0">
                                  <a:solidFill>
                                    <a:srgbClr val="003366"/>
                                  </a:solidFill>
                                  <a:latin typeface="Cambria Math" panose="02040503050406030204" pitchFamily="18" charset="0"/>
                                </a:rPr>
                                <m:t>2</m:t>
                              </m:r>
                            </m:sub>
                          </m:sSub>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m:t>
                          </m:r>
                          <m:f>
                            <m:fPr>
                              <m:ctrlPr>
                                <a:rPr lang="en-US" sz="1600" i="1" dirty="0">
                                  <a:solidFill>
                                    <a:srgbClr val="003366"/>
                                  </a:solidFill>
                                  <a:latin typeface="Cambria Math" panose="02040503050406030204" pitchFamily="18" charset="0"/>
                                </a:rPr>
                              </m:ctrlPr>
                            </m:fPr>
                            <m:num>
                              <m:r>
                                <a:rPr lang="en-US" sz="1600" i="0" dirty="0">
                                  <a:solidFill>
                                    <a:srgbClr val="003366"/>
                                  </a:solidFill>
                                  <a:latin typeface="Cambria Math" panose="02040503050406030204" pitchFamily="18" charset="0"/>
                                </a:rPr>
                                <m:t>0.20</m:t>
                              </m:r>
                            </m:num>
                            <m:den>
                              <m:r>
                                <a:rPr lang="en-US" sz="1600" i="0" dirty="0">
                                  <a:solidFill>
                                    <a:srgbClr val="003366"/>
                                  </a:solidFill>
                                  <a:latin typeface="Cambria Math" panose="02040503050406030204" pitchFamily="18" charset="0"/>
                                </a:rPr>
                                <m:t>0.90</m:t>
                              </m:r>
                            </m:den>
                          </m:f>
                          <m:r>
                            <a:rPr lang="en-US" sz="1600" i="0" dirty="0">
                              <a:solidFill>
                                <a:srgbClr val="003366"/>
                              </a:solidFill>
                              <a:latin typeface="Cambria Math" panose="02040503050406030204" pitchFamily="18" charset="0"/>
                            </a:rPr>
                            <m:t>≈0.222</m:t>
                          </m:r>
                        </m:e>
                        <m:e>
                          <m:sSub>
                            <m:sSubPr>
                              <m:ctrlPr>
                                <a:rPr lang="en-US" sz="1600" i="1" dirty="0">
                                  <a:solidFill>
                                    <a:srgbClr val="003366"/>
                                  </a:solidFill>
                                  <a:latin typeface="Cambria Math" panose="02040503050406030204" pitchFamily="18" charset="0"/>
                                </a:rPr>
                              </m:ctrlPr>
                            </m:sSubPr>
                            <m:e>
                              <m:acc>
                                <m:accPr>
                                  <m:chr m:val="˜"/>
                                  <m:ctrlPr>
                                    <a:rPr lang="en-US" sz="1600" i="1" dirty="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𝑝</m:t>
                                  </m:r>
                                </m:e>
                              </m:acc>
                            </m:e>
                            <m:sub>
                              <m:r>
                                <a:rPr lang="en-US" sz="1600" i="0" dirty="0">
                                  <a:solidFill>
                                    <a:srgbClr val="003366"/>
                                  </a:solidFill>
                                  <a:latin typeface="Cambria Math" panose="02040503050406030204" pitchFamily="18" charset="0"/>
                                </a:rPr>
                                <m:t>3</m:t>
                              </m:r>
                            </m:sub>
                          </m:sSub>
                          <m:r>
                            <m:rPr>
                              <m:aln/>
                            </m:rPr>
                            <a:rPr lang="en-US" sz="1600" i="0" dirty="0">
                              <a:solidFill>
                                <a:srgbClr val="003366"/>
                              </a:solidFill>
                              <a:latin typeface="Cambria Math" panose="02040503050406030204" pitchFamily="18" charset="0"/>
                            </a:rPr>
                            <m:t>&amp;</m:t>
                          </m:r>
                          <m:r>
                            <a:rPr lang="en-US" sz="1600" i="0" dirty="0">
                              <a:solidFill>
                                <a:srgbClr val="003366"/>
                              </a:solidFill>
                              <a:latin typeface="Cambria Math" panose="02040503050406030204" pitchFamily="18" charset="0"/>
                            </a:rPr>
                            <m:t>=0</m:t>
                          </m:r>
                        </m:e>
                      </m:eqArr>
                    </m:oMath>
                  </m:oMathPara>
                </a14:m>
                <a:endParaRPr lang="en-US" sz="1600" dirty="0">
                  <a:solidFill>
                    <a:srgbClr val="003366"/>
                  </a:solidFill>
                  <a:latin typeface="Aptos Display" panose="020B0004020202020204" pitchFamily="34" charset="0"/>
                </a:endParaRPr>
              </a:p>
              <a:p>
                <a:pPr algn="just"/>
                <a:r>
                  <a:rPr lang="en-US" sz="1600" dirty="0">
                    <a:solidFill>
                      <a:srgbClr val="003366"/>
                    </a:solidFill>
                    <a:latin typeface="Aptos Display" panose="020B0004020202020204" pitchFamily="34" charset="0"/>
                  </a:rPr>
                  <a:t>    </a:t>
                </a:r>
              </a:p>
              <a:p>
                <a:pPr algn="just"/>
                <a:r>
                  <a:rPr lang="en-US" sz="1600" dirty="0">
                    <a:solidFill>
                      <a:srgbClr val="003366"/>
                    </a:solidFill>
                    <a:latin typeface="Aptos Display" panose="020B0004020202020204" pitchFamily="34" charset="0"/>
                  </a:rPr>
                  <a:t>The shielded output is </a:t>
                </a:r>
                <a14:m>
                  <m:oMath xmlns:m="http://schemas.openxmlformats.org/officeDocument/2006/math">
                    <m:acc>
                      <m:accPr>
                        <m:chr m:val="˜"/>
                        <m:ctrlPr>
                          <a:rPr lang="en-US" sz="1600" i="1" dirty="0" smtClean="0">
                            <a:solidFill>
                              <a:srgbClr val="003366"/>
                            </a:solidFill>
                            <a:latin typeface="Cambria Math" panose="02040503050406030204" pitchFamily="18" charset="0"/>
                          </a:rPr>
                        </m:ctrlPr>
                      </m:accPr>
                      <m:e>
                        <m:r>
                          <a:rPr lang="en-US" sz="1600" i="1" dirty="0">
                            <a:solidFill>
                              <a:srgbClr val="003366"/>
                            </a:solidFill>
                            <a:latin typeface="Cambria Math" panose="02040503050406030204" pitchFamily="18" charset="0"/>
                          </a:rPr>
                          <m:t>𝑝</m:t>
                        </m:r>
                      </m:e>
                    </m:acc>
                    <m:r>
                      <a:rPr lang="en-US" sz="1600" i="0" dirty="0">
                        <a:solidFill>
                          <a:srgbClr val="003366"/>
                        </a:solidFill>
                        <a:latin typeface="Cambria Math" panose="02040503050406030204" pitchFamily="18" charset="0"/>
                      </a:rPr>
                      <m:t>=</m:t>
                    </m:r>
                    <m:sSup>
                      <m:sSupPr>
                        <m:ctrlPr>
                          <a:rPr lang="en-US" sz="1600" i="1" dirty="0">
                            <a:solidFill>
                              <a:srgbClr val="003366"/>
                            </a:solidFill>
                            <a:latin typeface="Cambria Math" panose="02040503050406030204" pitchFamily="18" charset="0"/>
                          </a:rPr>
                        </m:ctrlPr>
                      </m:sSupPr>
                      <m:e>
                        <m:d>
                          <m:dPr>
                            <m:begChr m:val="["/>
                            <m:endChr m:val="]"/>
                            <m:ctrlPr>
                              <a:rPr lang="en-US" sz="1600" i="1" dirty="0">
                                <a:solidFill>
                                  <a:srgbClr val="003366"/>
                                </a:solidFill>
                                <a:latin typeface="Cambria Math" panose="02040503050406030204" pitchFamily="18" charset="0"/>
                              </a:rPr>
                            </m:ctrlPr>
                          </m:dPr>
                          <m:e>
                            <m:r>
                              <a:rPr lang="en-US" sz="1600" i="0" dirty="0">
                                <a:solidFill>
                                  <a:srgbClr val="003366"/>
                                </a:solidFill>
                                <a:latin typeface="Cambria Math" panose="02040503050406030204" pitchFamily="18" charset="0"/>
                              </a:rPr>
                              <m:t>0.778,0.222,0.0</m:t>
                            </m:r>
                          </m:e>
                        </m:d>
                      </m:e>
                      <m:sup>
                        <m:r>
                          <a:rPr lang="en-US" sz="1600" i="1" dirty="0">
                            <a:solidFill>
                              <a:srgbClr val="003366"/>
                            </a:solidFill>
                            <a:latin typeface="Cambria Math" panose="02040503050406030204" pitchFamily="18" charset="0"/>
                          </a:rPr>
                          <m:t>𝑇</m:t>
                        </m:r>
                      </m:sup>
                    </m:sSup>
                  </m:oMath>
                </a14:m>
                <a:r>
                  <a:rPr lang="en-US" sz="1600" dirty="0">
                    <a:solidFill>
                      <a:srgbClr val="003366"/>
                    </a:solidFill>
                    <a:latin typeface="Aptos Display" panose="020B0004020202020204" pitchFamily="34" charset="0"/>
                  </a:rPr>
                  <a:t>, hiding the boundary information carried by the third class.</a:t>
                </a:r>
              </a:p>
            </p:txBody>
          </p:sp>
        </mc:Choice>
        <mc:Fallback xmlns="">
          <p:sp>
            <p:nvSpPr>
              <p:cNvPr id="5" name="Content Placeholder 4">
                <a:extLst>
                  <a:ext uri="{FF2B5EF4-FFF2-40B4-BE49-F238E27FC236}">
                    <a16:creationId xmlns:a16="http://schemas.microsoft.com/office/drawing/2014/main" id="{DD3F0B55-91BB-AC33-8A5A-AAAD26589E6C}"/>
                  </a:ext>
                </a:extLst>
              </p:cNvPr>
              <p:cNvSpPr>
                <a:spLocks noGrp="1" noRot="1" noChangeAspect="1" noMove="1" noResize="1" noEditPoints="1" noAdjustHandles="1" noChangeArrowheads="1" noChangeShapeType="1" noTextEdit="1"/>
              </p:cNvSpPr>
              <p:nvPr>
                <p:ph idx="1"/>
              </p:nvPr>
            </p:nvSpPr>
            <p:spPr>
              <a:xfrm>
                <a:off x="395536" y="1124744"/>
                <a:ext cx="8136904" cy="5488781"/>
              </a:xfrm>
              <a:blipFill>
                <a:blip r:embed="rId3"/>
                <a:stretch>
                  <a:fillRect l="-1560" t="-1155" r="-1560"/>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246B9166-C40B-FEAA-37D8-968B23094625}"/>
              </a:ext>
            </a:extLst>
          </p:cNvPr>
          <p:cNvSpPr>
            <a:spLocks noGrp="1"/>
          </p:cNvSpPr>
          <p:nvPr>
            <p:ph type="sldNum" sz="quarter" idx="10"/>
          </p:nvPr>
        </p:nvSpPr>
        <p:spPr/>
        <p:txBody>
          <a:bodyPr/>
          <a:lstStyle/>
          <a:p>
            <a:pPr>
              <a:defRPr/>
            </a:pPr>
            <a:fld id="{FE5AEF74-5102-4921-8DBA-649C609AF6D1}" type="slidenum">
              <a:rPr lang="it-IT" smtClean="0"/>
              <a:pPr>
                <a:defRPr/>
              </a:pPr>
              <a:t>37</a:t>
            </a:fld>
            <a:endParaRPr lang="it-IT"/>
          </a:p>
        </p:txBody>
      </p:sp>
      <p:sp>
        <p:nvSpPr>
          <p:cNvPr id="3" name="Round Diagonal Corner Rectangle 2">
            <a:extLst>
              <a:ext uri="{FF2B5EF4-FFF2-40B4-BE49-F238E27FC236}">
                <a16:creationId xmlns:a16="http://schemas.microsoft.com/office/drawing/2014/main" id="{23319209-F3A9-3C23-B69E-76AF4B4D59B0}"/>
              </a:ext>
            </a:extLst>
          </p:cNvPr>
          <p:cNvSpPr/>
          <p:nvPr/>
        </p:nvSpPr>
        <p:spPr>
          <a:xfrm>
            <a:off x="251520" y="2676920"/>
            <a:ext cx="8424936" cy="752080"/>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 Diagonal Corner Rectangle 3">
            <a:extLst>
              <a:ext uri="{FF2B5EF4-FFF2-40B4-BE49-F238E27FC236}">
                <a16:creationId xmlns:a16="http://schemas.microsoft.com/office/drawing/2014/main" id="{48192E85-8AB6-2C01-AD5F-780D3F3D64CE}"/>
              </a:ext>
            </a:extLst>
          </p:cNvPr>
          <p:cNvSpPr/>
          <p:nvPr/>
        </p:nvSpPr>
        <p:spPr>
          <a:xfrm>
            <a:off x="254406" y="3557188"/>
            <a:ext cx="8422050" cy="275213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52760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C99B6-3F9C-7301-B305-5682266DE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EE609-08B1-2ECB-728E-60B1DBF5E555}"/>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G</a:t>
            </a:r>
            <a:r>
              <a:rPr lang="en-CA" sz="2600" i="1" dirty="0">
                <a:latin typeface="Cambria"/>
              </a:rPr>
              <a:t>RAPH </a:t>
            </a:r>
            <a:r>
              <a:rPr lang="en-CA" sz="2800" i="1" dirty="0">
                <a:latin typeface="Cambria"/>
              </a:rPr>
              <a:t>M</a:t>
            </a:r>
            <a:r>
              <a:rPr lang="en-CA" sz="2600" i="1" dirty="0">
                <a:latin typeface="Cambria"/>
              </a:rPr>
              <a:t>ODELS</a:t>
            </a:r>
            <a:endParaRPr lang="en-CA" sz="2600" b="1" i="1" dirty="0">
              <a:solidFill>
                <a:srgbClr val="003F6E"/>
              </a:solidFill>
              <a:latin typeface="Cambria"/>
            </a:endParaRPr>
          </a:p>
        </p:txBody>
      </p:sp>
      <p:sp>
        <p:nvSpPr>
          <p:cNvPr id="5" name="Content Placeholder 4">
            <a:extLst>
              <a:ext uri="{FF2B5EF4-FFF2-40B4-BE49-F238E27FC236}">
                <a16:creationId xmlns:a16="http://schemas.microsoft.com/office/drawing/2014/main" id="{81E266F0-E81B-80A3-6CE7-EC1C9D10E12E}"/>
              </a:ext>
            </a:extLst>
          </p:cNvPr>
          <p:cNvSpPr>
            <a:spLocks noGrp="1"/>
          </p:cNvSpPr>
          <p:nvPr>
            <p:ph idx="1"/>
          </p:nvPr>
        </p:nvSpPr>
        <p:spPr>
          <a:xfrm>
            <a:off x="467544" y="1066800"/>
            <a:ext cx="8481194" cy="5314528"/>
          </a:xfrm>
        </p:spPr>
        <p:txBody>
          <a:bodyPr/>
          <a:lstStyle/>
          <a:p>
            <a:pPr algn="just"/>
            <a:r>
              <a:rPr lang="en-US" dirty="0">
                <a:solidFill>
                  <a:srgbClr val="003366"/>
                </a:solidFill>
                <a:latin typeface="Aptos Display" panose="020B0004020202020204" pitchFamily="34" charset="0"/>
              </a:rPr>
              <a:t>Graph Neural Networks (GNNs) use the connections (adjacency matrix) between nodes to make predictions. Attackers query GNNs to reconstruct these private connections. To prevent this, the defender perturbs the graph topology before training by randomly adding or removing edges using a randomized response algorithm. This provides differential privacy guarantees for the graph structure, making it difficult for an attacker to reconstruct private connections from query outputs.</a:t>
            </a:r>
          </a:p>
        </p:txBody>
      </p:sp>
      <p:sp>
        <p:nvSpPr>
          <p:cNvPr id="7" name="Slide Number Placeholder 6">
            <a:extLst>
              <a:ext uri="{FF2B5EF4-FFF2-40B4-BE49-F238E27FC236}">
                <a16:creationId xmlns:a16="http://schemas.microsoft.com/office/drawing/2014/main" id="{DCDB2E4D-1172-8062-3AD6-D74832914EA9}"/>
              </a:ext>
            </a:extLst>
          </p:cNvPr>
          <p:cNvSpPr>
            <a:spLocks noGrp="1"/>
          </p:cNvSpPr>
          <p:nvPr>
            <p:ph type="sldNum" sz="quarter" idx="10"/>
          </p:nvPr>
        </p:nvSpPr>
        <p:spPr/>
        <p:txBody>
          <a:bodyPr/>
          <a:lstStyle/>
          <a:p>
            <a:pPr>
              <a:defRPr/>
            </a:pPr>
            <a:fld id="{FE5AEF74-5102-4921-8DBA-649C609AF6D1}" type="slidenum">
              <a:rPr lang="it-IT" smtClean="0"/>
              <a:pPr>
                <a:defRPr/>
              </a:pPr>
              <a:t>38</a:t>
            </a:fld>
            <a:endParaRPr lang="it-IT"/>
          </a:p>
        </p:txBody>
      </p:sp>
      <p:pic>
        <p:nvPicPr>
          <p:cNvPr id="3" name="Picture 2">
            <a:extLst>
              <a:ext uri="{FF2B5EF4-FFF2-40B4-BE49-F238E27FC236}">
                <a16:creationId xmlns:a16="http://schemas.microsoft.com/office/drawing/2014/main" id="{8834105E-1ABA-288E-2BFE-C6F73C3725E5}"/>
              </a:ext>
            </a:extLst>
          </p:cNvPr>
          <p:cNvPicPr>
            <a:picLocks noChangeAspect="1"/>
          </p:cNvPicPr>
          <p:nvPr/>
        </p:nvPicPr>
        <p:blipFill>
          <a:blip r:embed="rId3"/>
          <a:stretch>
            <a:fillRect/>
          </a:stretch>
        </p:blipFill>
        <p:spPr>
          <a:xfrm>
            <a:off x="711250" y="3660564"/>
            <a:ext cx="7772400" cy="1323183"/>
          </a:xfrm>
          <a:prstGeom prst="rect">
            <a:avLst/>
          </a:prstGeom>
        </p:spPr>
      </p:pic>
    </p:spTree>
    <p:extLst>
      <p:ext uri="{BB962C8B-B14F-4D97-AF65-F5344CB8AC3E}">
        <p14:creationId xmlns:p14="http://schemas.microsoft.com/office/powerpoint/2010/main" val="2382884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F83BB-84B4-138A-C8BF-8A26050D5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B4426-8441-3AE7-B390-4CCADCBCC75A}"/>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G</a:t>
            </a:r>
            <a:r>
              <a:rPr lang="en-CA" sz="2600" i="1" dirty="0">
                <a:latin typeface="Cambria"/>
              </a:rPr>
              <a:t>RAPH </a:t>
            </a:r>
            <a:r>
              <a:rPr lang="en-CA" sz="2800" i="1" dirty="0">
                <a:latin typeface="Cambria"/>
              </a:rPr>
              <a:t>M</a:t>
            </a:r>
            <a:r>
              <a:rPr lang="en-CA" sz="2600" i="1" dirty="0">
                <a:latin typeface="Cambria"/>
              </a:rPr>
              <a:t>ODELS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76EE27-DF06-D841-0DD9-30DFF1F80F8C}"/>
                  </a:ext>
                </a:extLst>
              </p:cNvPr>
              <p:cNvSpPr>
                <a:spLocks noGrp="1"/>
              </p:cNvSpPr>
              <p:nvPr>
                <p:ph idx="1"/>
              </p:nvPr>
            </p:nvSpPr>
            <p:spPr>
              <a:xfrm>
                <a:off x="467544" y="1066800"/>
                <a:ext cx="8481194" cy="5314528"/>
              </a:xfrm>
            </p:spPr>
            <p:txBody>
              <a:bodyPr/>
              <a:lstStyle/>
              <a:p>
                <a:pPr algn="just"/>
                <a:r>
                  <a:rPr lang="en-US" sz="1800" dirty="0">
                    <a:solidFill>
                      <a:srgbClr val="003366"/>
                    </a:solidFill>
                    <a:latin typeface="Aptos Display" panose="020B0004020202020204" pitchFamily="34" charset="0"/>
                  </a:rPr>
                  <a:t>Let </a:t>
                </a:r>
                <a14:m>
                  <m:oMath xmlns:m="http://schemas.openxmlformats.org/officeDocument/2006/math">
                    <m:r>
                      <a:rPr lang="en-US" sz="1800" i="1" dirty="0" smtClean="0">
                        <a:solidFill>
                          <a:srgbClr val="003366"/>
                        </a:solidFill>
                        <a:latin typeface="Cambria Math" panose="02040503050406030204" pitchFamily="18" charset="0"/>
                      </a:rPr>
                      <m:t>𝐴</m:t>
                    </m:r>
                  </m:oMath>
                </a14:m>
                <a:r>
                  <a:rPr lang="en-US" sz="1800" dirty="0">
                    <a:solidFill>
                      <a:srgbClr val="003366"/>
                    </a:solidFill>
                    <a:latin typeface="Aptos Display" panose="020B0004020202020204" pitchFamily="34" charset="0"/>
                  </a:rPr>
                  <a:t> be the binary adjacency matrix of the graph, where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1" dirty="0">
                            <a:solidFill>
                              <a:srgbClr val="003366"/>
                            </a:solidFill>
                            <a:latin typeface="Cambria Math" panose="02040503050406030204" pitchFamily="18" charset="0"/>
                          </a:rPr>
                          <m:t>𝑖𝑗</m:t>
                        </m:r>
                      </m:sub>
                    </m:sSub>
                    <m:r>
                      <a:rPr lang="en-US" sz="1800" i="0" dirty="0">
                        <a:solidFill>
                          <a:srgbClr val="003366"/>
                        </a:solidFill>
                        <a:latin typeface="Cambria Math" panose="02040503050406030204" pitchFamily="18" charset="0"/>
                      </a:rPr>
                      <m:t>=1</m:t>
                    </m:r>
                  </m:oMath>
                </a14:m>
                <a:r>
                  <a:rPr lang="en-US" sz="1800" dirty="0">
                    <a:solidFill>
                      <a:srgbClr val="003366"/>
                    </a:solidFill>
                    <a:latin typeface="Aptos Display" panose="020B0004020202020204" pitchFamily="34" charset="0"/>
                  </a:rPr>
                  <a:t> if there is an edge between node </a:t>
                </a:r>
                <a14:m>
                  <m:oMath xmlns:m="http://schemas.openxmlformats.org/officeDocument/2006/math">
                    <m:r>
                      <a:rPr lang="en-US" sz="1800" i="1" dirty="0" smtClean="0">
                        <a:solidFill>
                          <a:srgbClr val="003366"/>
                        </a:solidFill>
                        <a:latin typeface="Cambria Math" panose="02040503050406030204" pitchFamily="18" charset="0"/>
                      </a:rPr>
                      <m:t>𝑖</m:t>
                    </m:r>
                  </m:oMath>
                </a14:m>
                <a:r>
                  <a:rPr lang="en-US" sz="1800" dirty="0">
                    <a:solidFill>
                      <a:srgbClr val="003366"/>
                    </a:solidFill>
                    <a:latin typeface="Aptos Display" panose="020B0004020202020204" pitchFamily="34" charset="0"/>
                  </a:rPr>
                  <a:t> and node </a:t>
                </a:r>
                <a14:m>
                  <m:oMath xmlns:m="http://schemas.openxmlformats.org/officeDocument/2006/math">
                    <m:r>
                      <a:rPr lang="en-US" sz="1800" i="1" dirty="0" smtClean="0">
                        <a:solidFill>
                          <a:srgbClr val="003366"/>
                        </a:solidFill>
                        <a:latin typeface="Cambria Math" panose="02040503050406030204" pitchFamily="18" charset="0"/>
                      </a:rPr>
                      <m:t>𝑗</m:t>
                    </m:r>
                  </m:oMath>
                </a14:m>
                <a:r>
                  <a:rPr lang="en-US" sz="1800" dirty="0">
                    <a:solidFill>
                      <a:srgbClr val="003366"/>
                    </a:solidFill>
                    <a:latin typeface="Aptos Display" panose="020B0004020202020204" pitchFamily="34" charset="0"/>
                  </a:rPr>
                  <a:t>, and </a:t>
                </a:r>
                <a14:m>
                  <m:oMath xmlns:m="http://schemas.openxmlformats.org/officeDocument/2006/math">
                    <m:r>
                      <a:rPr lang="en-US" sz="1800" dirty="0" smtClean="0">
                        <a:solidFill>
                          <a:srgbClr val="003366"/>
                        </a:solidFill>
                        <a:latin typeface="Cambria Math" panose="02040503050406030204" pitchFamily="18" charset="0"/>
                      </a:rPr>
                      <m:t>0</m:t>
                    </m:r>
                  </m:oMath>
                </a14:m>
                <a:r>
                  <a:rPr lang="en-US" sz="1800" dirty="0">
                    <a:solidFill>
                      <a:srgbClr val="003366"/>
                    </a:solidFill>
                    <a:latin typeface="Aptos Display" panose="020B0004020202020204" pitchFamily="34" charset="0"/>
                  </a:rPr>
                  <a:t> otherwise. </a:t>
                </a: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We construct a perturbed adjacency matrix </a:t>
                </a:r>
                <a14:m>
                  <m:oMath xmlns:m="http://schemas.openxmlformats.org/officeDocument/2006/math">
                    <m:acc>
                      <m:accPr>
                        <m:chr m:val="˜"/>
                        <m:ctrlPr>
                          <a:rPr lang="en-US" sz="1800" i="1" dirty="0" smtClean="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𝐴</m:t>
                        </m:r>
                      </m:e>
                    </m:acc>
                  </m:oMath>
                </a14:m>
                <a:r>
                  <a:rPr lang="en-US" sz="1800" dirty="0">
                    <a:solidFill>
                      <a:srgbClr val="003366"/>
                    </a:solidFill>
                    <a:latin typeface="Aptos Display" panose="020B0004020202020204" pitchFamily="34" charset="0"/>
                  </a:rPr>
                  <a:t> using a randomized response mechanism:</a:t>
                </a:r>
              </a:p>
              <a:p>
                <a:pPr algn="just"/>
                <a:endParaRPr lang="en-US" sz="1800" dirty="0">
                  <a:solidFill>
                    <a:srgbClr val="003366"/>
                  </a:solidFill>
                  <a:latin typeface="Aptos Display" panose="020B0004020202020204" pitchFamily="34" charset="0"/>
                </a:endParaRPr>
              </a:p>
              <a:p>
                <a:pPr>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𝐴</m:t>
                                </m:r>
                              </m:e>
                            </m:acc>
                          </m:e>
                          <m:sub>
                            <m:r>
                              <a:rPr lang="en-US" sz="1800" i="1" dirty="0">
                                <a:solidFill>
                                  <a:srgbClr val="003366"/>
                                </a:solidFill>
                                <a:latin typeface="Cambria Math" panose="02040503050406030204" pitchFamily="18" charset="0"/>
                              </a:rPr>
                              <m:t>𝑖𝑗</m:t>
                            </m:r>
                          </m:sub>
                        </m:sSub>
                        <m:r>
                          <a:rPr lang="en-US" sz="1800" i="0" dirty="0">
                            <a:solidFill>
                              <a:srgbClr val="003366"/>
                            </a:solidFill>
                            <a:latin typeface="Cambria Math" panose="02040503050406030204" pitchFamily="18" charset="0"/>
                          </a:rPr>
                          <m:t>=</m:t>
                        </m:r>
                        <m:d>
                          <m:dPr>
                            <m:begChr m:val="{"/>
                            <m:endChr m:val=""/>
                            <m:ctrlPr>
                              <a:rPr lang="en-US" sz="1800" i="1" dirty="0">
                                <a:solidFill>
                                  <a:srgbClr val="003366"/>
                                </a:solidFill>
                                <a:latin typeface="Cambria Math" panose="02040503050406030204" pitchFamily="18" charset="0"/>
                              </a:rPr>
                            </m:ctrlPr>
                          </m:dPr>
                          <m:e>
                            <m:m>
                              <m:mPr>
                                <m:mcs>
                                  <m:mc>
                                    <m:mcPr>
                                      <m:count m:val="2"/>
                                      <m:mcJc m:val="center"/>
                                    </m:mcPr>
                                  </m:mc>
                                </m:mcs>
                                <m:ctrlPr>
                                  <a:rPr lang="en-US" sz="1800" i="1" dirty="0">
                                    <a:solidFill>
                                      <a:srgbClr val="003366"/>
                                    </a:solidFill>
                                    <a:latin typeface="Cambria Math" panose="02040503050406030204" pitchFamily="18" charset="0"/>
                                  </a:rPr>
                                </m:ctrlPr>
                              </m:mPr>
                              <m:mr>
                                <m:e>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1" dirty="0">
                                          <a:solidFill>
                                            <a:srgbClr val="003366"/>
                                          </a:solidFill>
                                          <a:latin typeface="Cambria Math" panose="02040503050406030204" pitchFamily="18" charset="0"/>
                                        </a:rPr>
                                        <m:t>𝑖𝑗</m:t>
                                      </m:r>
                                    </m:sub>
                                  </m:sSub>
                                </m:e>
                                <m:e>
                                  <m:r>
                                    <m:rPr>
                                      <m:nor/>
                                    </m:rPr>
                                    <a:rPr lang="en-US" sz="1800" i="0" dirty="0">
                                      <a:solidFill>
                                        <a:srgbClr val="003366"/>
                                      </a:solidFill>
                                      <a:latin typeface="Aptos Display" panose="020B0004020202020204" pitchFamily="34" charset="0"/>
                                    </a:rPr>
                                    <m:t>with</m:t>
                                  </m:r>
                                  <m:r>
                                    <m:rPr>
                                      <m:nor/>
                                    </m:rPr>
                                    <a:rPr lang="en-US" sz="1800" i="0" dirty="0">
                                      <a:solidFill>
                                        <a:srgbClr val="003366"/>
                                      </a:solidFill>
                                      <a:latin typeface="Aptos Display" panose="020B0004020202020204" pitchFamily="34" charset="0"/>
                                    </a:rPr>
                                    <m:t> </m:t>
                                  </m:r>
                                  <m:r>
                                    <m:rPr>
                                      <m:nor/>
                                    </m:rPr>
                                    <a:rPr lang="en-US" sz="1800" i="0" dirty="0">
                                      <a:solidFill>
                                        <a:srgbClr val="003366"/>
                                      </a:solidFill>
                                      <a:latin typeface="Aptos Display" panose="020B0004020202020204" pitchFamily="34" charset="0"/>
                                    </a:rPr>
                                    <m:t>probability</m:t>
                                  </m:r>
                                  <m:r>
                                    <m:rPr>
                                      <m:nor/>
                                    </m:rPr>
                                    <a:rPr lang="en-US" sz="1800" i="0" dirty="0">
                                      <a:solidFill>
                                        <a:srgbClr val="003366"/>
                                      </a:solidFill>
                                      <a:latin typeface="Aptos Display" panose="020B0004020202020204" pitchFamily="34" charset="0"/>
                                    </a:rPr>
                                    <m:t> </m:t>
                                  </m:r>
                                  <m:r>
                                    <a:rPr lang="en-US" sz="1800" i="1" dirty="0">
                                      <a:solidFill>
                                        <a:srgbClr val="003366"/>
                                      </a:solidFill>
                                      <a:latin typeface="Cambria Math" panose="02040503050406030204" pitchFamily="18" charset="0"/>
                                    </a:rPr>
                                    <m:t>𝑝</m:t>
                                  </m:r>
                                </m:e>
                              </m:mr>
                              <m:mr>
                                <m:e>
                                  <m:r>
                                    <a:rPr lang="en-US" sz="1800" i="0" dirty="0">
                                      <a:solidFill>
                                        <a:srgbClr val="003366"/>
                                      </a:solidFill>
                                      <a:latin typeface="Cambria Math" panose="02040503050406030204" pitchFamily="18" charset="0"/>
                                    </a:rPr>
                                    <m:t>1−</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1" dirty="0">
                                          <a:solidFill>
                                            <a:srgbClr val="003366"/>
                                          </a:solidFill>
                                          <a:latin typeface="Cambria Math" panose="02040503050406030204" pitchFamily="18" charset="0"/>
                                        </a:rPr>
                                        <m:t>𝑖𝑗</m:t>
                                      </m:r>
                                    </m:sub>
                                  </m:sSub>
                                </m:e>
                                <m:e>
                                  <m:r>
                                    <m:rPr>
                                      <m:nor/>
                                    </m:rPr>
                                    <a:rPr lang="en-US" sz="1800" i="0" dirty="0">
                                      <a:solidFill>
                                        <a:srgbClr val="003366"/>
                                      </a:solidFill>
                                      <a:latin typeface="Aptos Display" panose="020B0004020202020204" pitchFamily="34" charset="0"/>
                                    </a:rPr>
                                    <m:t>with</m:t>
                                  </m:r>
                                  <m:r>
                                    <m:rPr>
                                      <m:nor/>
                                    </m:rPr>
                                    <a:rPr lang="en-US" sz="1800" i="0" dirty="0">
                                      <a:solidFill>
                                        <a:srgbClr val="003366"/>
                                      </a:solidFill>
                                      <a:latin typeface="Aptos Display" panose="020B0004020202020204" pitchFamily="34" charset="0"/>
                                    </a:rPr>
                                    <m:t> </m:t>
                                  </m:r>
                                  <m:r>
                                    <m:rPr>
                                      <m:nor/>
                                    </m:rPr>
                                    <a:rPr lang="en-US" sz="1800" i="0" dirty="0">
                                      <a:solidFill>
                                        <a:srgbClr val="003366"/>
                                      </a:solidFill>
                                      <a:latin typeface="Aptos Display" panose="020B0004020202020204" pitchFamily="34" charset="0"/>
                                    </a:rPr>
                                    <m:t>probability</m:t>
                                  </m:r>
                                  <m:r>
                                    <m:rPr>
                                      <m:nor/>
                                    </m:rPr>
                                    <a:rPr lang="en-US" sz="1800" i="0" dirty="0">
                                      <a:solidFill>
                                        <a:srgbClr val="003366"/>
                                      </a:solidFill>
                                      <a:latin typeface="Aptos Display" panose="020B0004020202020204" pitchFamily="34" charset="0"/>
                                    </a:rPr>
                                    <m:t> </m:t>
                                  </m:r>
                                  <m:r>
                                    <a:rPr lang="en-US" sz="1800" i="0" dirty="0">
                                      <a:solidFill>
                                        <a:srgbClr val="003366"/>
                                      </a:solidFill>
                                      <a:latin typeface="Cambria Math" panose="02040503050406030204" pitchFamily="18" charset="0"/>
                                    </a:rPr>
                                    <m:t>1−</m:t>
                                  </m:r>
                                  <m:r>
                                    <a:rPr lang="en-US" sz="1800" i="1" dirty="0">
                                      <a:solidFill>
                                        <a:srgbClr val="003366"/>
                                      </a:solidFill>
                                      <a:latin typeface="Cambria Math" panose="02040503050406030204" pitchFamily="18" charset="0"/>
                                    </a:rPr>
                                    <m:t>𝑝</m:t>
                                  </m:r>
                                </m:e>
                              </m:mr>
                            </m:m>
                          </m:e>
                        </m:d>
                      </m:e>
                    </m:eqArr>
                  </m:oMath>
                </a14:m>
                <a:endParaRPr lang="en-US" sz="1800" dirty="0">
                  <a:solidFill>
                    <a:srgbClr val="003366"/>
                  </a:solidFill>
                  <a:latin typeface="Aptos Display" panose="020B0004020202020204" pitchFamily="34" charset="0"/>
                </a:endParaRP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where the probability </a:t>
                </a:r>
                <a14:m>
                  <m:oMath xmlns:m="http://schemas.openxmlformats.org/officeDocument/2006/math">
                    <m:r>
                      <a:rPr lang="en-US" sz="1800" i="1" dirty="0" smtClean="0">
                        <a:solidFill>
                          <a:srgbClr val="003366"/>
                        </a:solidFill>
                        <a:latin typeface="Cambria Math" panose="02040503050406030204" pitchFamily="18" charset="0"/>
                      </a:rPr>
                      <m:t>𝑝</m:t>
                    </m:r>
                  </m:oMath>
                </a14:m>
                <a:r>
                  <a:rPr lang="en-US" sz="1800" dirty="0">
                    <a:solidFill>
                      <a:srgbClr val="003366"/>
                    </a:solidFill>
                    <a:latin typeface="Aptos Display" panose="020B0004020202020204" pitchFamily="34" charset="0"/>
                  </a:rPr>
                  <a:t> is derived from the privacy budget </a:t>
                </a:r>
                <a14:m>
                  <m:oMath xmlns:m="http://schemas.openxmlformats.org/officeDocument/2006/math">
                    <m:r>
                      <a:rPr lang="en-US" sz="1800" i="1" dirty="0" smtClean="0">
                        <a:solidFill>
                          <a:srgbClr val="003366"/>
                        </a:solidFill>
                        <a:latin typeface="Cambria Math" panose="02040503050406030204" pitchFamily="18" charset="0"/>
                      </a:rPr>
                      <m:t>𝜖</m:t>
                    </m:r>
                  </m:oMath>
                </a14:m>
                <a:r>
                  <a:rPr lang="en-US" sz="1800" dirty="0">
                    <a:solidFill>
                      <a:srgbClr val="003366"/>
                    </a:solidFill>
                    <a:latin typeface="Aptos Display" panose="020B0004020202020204" pitchFamily="34" charset="0"/>
                  </a:rPr>
                  <a:t>:</a:t>
                </a:r>
              </a:p>
              <a:p>
                <a:pPr algn="just"/>
                <a:endParaRPr lang="en-US" sz="1800" dirty="0">
                  <a:solidFill>
                    <a:srgbClr val="003366"/>
                  </a:solidFill>
                  <a:latin typeface="Aptos Display" panose="020B0004020202020204" pitchFamily="34" charset="0"/>
                </a:endParaRPr>
              </a:p>
              <a:p>
                <a:pPr algn="just">
                  <a:buFont typeface="Arial" panose="020B0604020202020204" pitchFamily="34" charset="0"/>
                  <a:buChar char="•"/>
                </a:pPr>
                <a14:m>
                  <m:oMath xmlns:m="http://schemas.openxmlformats.org/officeDocument/2006/math">
                    <m:eqArr>
                      <m:eqArrPr>
                        <m:ctrlPr>
                          <a:rPr lang="en-US" sz="1800" i="1" dirty="0" smtClean="0">
                            <a:solidFill>
                              <a:srgbClr val="003366"/>
                            </a:solidFill>
                            <a:latin typeface="Cambria Math" panose="02040503050406030204" pitchFamily="18" charset="0"/>
                          </a:rPr>
                        </m:ctrlPr>
                      </m:eqArrPr>
                      <m:e>
                        <m:r>
                          <a:rPr lang="en-US" sz="1800" i="1" dirty="0">
                            <a:solidFill>
                              <a:srgbClr val="003366"/>
                            </a:solidFill>
                            <a:latin typeface="Cambria Math" panose="02040503050406030204" pitchFamily="18" charset="0"/>
                          </a:rPr>
                          <m:t>𝑝</m:t>
                        </m:r>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1" dirty="0">
                                    <a:solidFill>
                                      <a:srgbClr val="003366"/>
                                    </a:solidFill>
                                    <a:latin typeface="Cambria Math" panose="02040503050406030204" pitchFamily="18" charset="0"/>
                                  </a:rPr>
                                  <m:t>𝜖</m:t>
                                </m:r>
                              </m:sup>
                            </m:sSup>
                          </m:num>
                          <m:den>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1" dirty="0">
                                    <a:solidFill>
                                      <a:srgbClr val="003366"/>
                                    </a:solidFill>
                                    <a:latin typeface="Cambria Math" panose="02040503050406030204" pitchFamily="18" charset="0"/>
                                  </a:rPr>
                                  <m:t>𝜖</m:t>
                                </m:r>
                              </m:sup>
                            </m:sSup>
                            <m:r>
                              <a:rPr lang="en-US" sz="1800" i="0" dirty="0">
                                <a:solidFill>
                                  <a:srgbClr val="003366"/>
                                </a:solidFill>
                                <a:latin typeface="Cambria Math" panose="02040503050406030204" pitchFamily="18" charset="0"/>
                              </a:rPr>
                              <m:t>+1</m:t>
                            </m:r>
                          </m:den>
                        </m:f>
                      </m:e>
                    </m:eqArr>
                  </m:oMath>
                </a14:m>
                <a:endParaRPr lang="en-US" sz="1800" dirty="0">
                  <a:solidFill>
                    <a:srgbClr val="003366"/>
                  </a:solidFill>
                  <a:latin typeface="Aptos Display" panose="020B0004020202020204" pitchFamily="34" charset="0"/>
                </a:endParaRPr>
              </a:p>
              <a:p>
                <a:pPr algn="just"/>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The GNN is trained on the perturbed structure </a:t>
                </a:r>
                <a14:m>
                  <m:oMath xmlns:m="http://schemas.openxmlformats.org/officeDocument/2006/math">
                    <m:acc>
                      <m:accPr>
                        <m:chr m:val="˜"/>
                        <m:ctrlPr>
                          <a:rPr lang="en-US" sz="1800" i="1" dirty="0" smtClean="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𝐴</m:t>
                        </m:r>
                      </m:e>
                    </m:acc>
                  </m:oMath>
                </a14:m>
                <a:r>
                  <a:rPr lang="en-US" sz="1800" dirty="0">
                    <a:solidFill>
                      <a:srgbClr val="003366"/>
                    </a:solidFill>
                    <a:latin typeface="Aptos Display" panose="020B0004020202020204" pitchFamily="34" charset="0"/>
                  </a:rPr>
                  <a:t>, which protects individual connections while preserving the global graph properties.</a:t>
                </a:r>
              </a:p>
            </p:txBody>
          </p:sp>
        </mc:Choice>
        <mc:Fallback xmlns="">
          <p:sp>
            <p:nvSpPr>
              <p:cNvPr id="5" name="Content Placeholder 4">
                <a:extLst>
                  <a:ext uri="{FF2B5EF4-FFF2-40B4-BE49-F238E27FC236}">
                    <a16:creationId xmlns:a16="http://schemas.microsoft.com/office/drawing/2014/main" id="{F776EE27-DF06-D841-0DD9-30DFF1F80F8C}"/>
                  </a:ext>
                </a:extLst>
              </p:cNvPr>
              <p:cNvSpPr>
                <a:spLocks noGrp="1" noRot="1" noChangeAspect="1" noMove="1" noResize="1" noEditPoints="1" noAdjustHandles="1" noChangeArrowheads="1" noChangeShapeType="1" noTextEdit="1"/>
              </p:cNvSpPr>
              <p:nvPr>
                <p:ph idx="1"/>
              </p:nvPr>
            </p:nvSpPr>
            <p:spPr>
              <a:xfrm>
                <a:off x="467544" y="1066800"/>
                <a:ext cx="8481194" cy="5314528"/>
              </a:xfrm>
              <a:blipFill>
                <a:blip r:embed="rId3"/>
                <a:stretch>
                  <a:fillRect l="-4783" t="-1432" r="-1644"/>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8B015591-8087-48D0-EDD1-EC7ACA7B815C}"/>
              </a:ext>
            </a:extLst>
          </p:cNvPr>
          <p:cNvSpPr>
            <a:spLocks noGrp="1"/>
          </p:cNvSpPr>
          <p:nvPr>
            <p:ph type="sldNum" sz="quarter" idx="10"/>
          </p:nvPr>
        </p:nvSpPr>
        <p:spPr/>
        <p:txBody>
          <a:bodyPr/>
          <a:lstStyle/>
          <a:p>
            <a:pPr>
              <a:defRPr/>
            </a:pPr>
            <a:fld id="{FE5AEF74-5102-4921-8DBA-649C609AF6D1}" type="slidenum">
              <a:rPr lang="it-IT" smtClean="0"/>
              <a:pPr>
                <a:defRPr/>
              </a:pPr>
              <a:t>39</a:t>
            </a:fld>
            <a:endParaRPr lang="it-IT"/>
          </a:p>
        </p:txBody>
      </p:sp>
    </p:spTree>
    <p:extLst>
      <p:ext uri="{BB962C8B-B14F-4D97-AF65-F5344CB8AC3E}">
        <p14:creationId xmlns:p14="http://schemas.microsoft.com/office/powerpoint/2010/main" val="14625747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479E-3E89-5262-27D2-EB6B7C8BB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8502C-48BA-725E-CFE3-8E4D99CD5731}"/>
              </a:ext>
            </a:extLst>
          </p:cNvPr>
          <p:cNvSpPr>
            <a:spLocks noGrp="1"/>
          </p:cNvSpPr>
          <p:nvPr>
            <p:ph type="title"/>
          </p:nvPr>
        </p:nvSpPr>
        <p:spPr>
          <a:xfrm>
            <a:off x="719138" y="286544"/>
            <a:ext cx="4860974" cy="838200"/>
          </a:xfrm>
        </p:spPr>
        <p:txBody>
          <a:bodyPr/>
          <a:lstStyle/>
          <a:p>
            <a:r>
              <a:rPr lang="en-CA" sz="2800" i="1" dirty="0">
                <a:latin typeface="Cambria"/>
              </a:rPr>
              <a:t>D</a:t>
            </a:r>
            <a:r>
              <a:rPr lang="en-CA" sz="2600" i="1" dirty="0">
                <a:latin typeface="Cambria"/>
              </a:rPr>
              <a:t>EFENDING </a:t>
            </a:r>
            <a:r>
              <a:rPr lang="en-CA" sz="2800" i="1" dirty="0">
                <a:latin typeface="Cambria"/>
              </a:rPr>
              <a:t>G</a:t>
            </a:r>
            <a:r>
              <a:rPr lang="en-CA" sz="2600" i="1" dirty="0">
                <a:latin typeface="Cambria"/>
              </a:rPr>
              <a:t>RAPH </a:t>
            </a:r>
            <a:r>
              <a:rPr lang="en-CA" sz="2800" i="1" dirty="0">
                <a:latin typeface="Cambria"/>
              </a:rPr>
              <a:t>M</a:t>
            </a:r>
            <a:r>
              <a:rPr lang="en-CA" sz="2600" i="1" dirty="0">
                <a:latin typeface="Cambria"/>
              </a:rPr>
              <a:t>ODELS</a:t>
            </a:r>
            <a:endParaRPr lang="en-CA" sz="2600" b="1" dirty="0">
              <a:solidFill>
                <a:srgbClr val="003F6E"/>
              </a:solidFill>
              <a:latin typeface="Cambria"/>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68C838D-C878-68AD-BA63-E1B3DED4232F}"/>
                  </a:ext>
                </a:extLst>
              </p:cNvPr>
              <p:cNvSpPr>
                <a:spLocks noGrp="1"/>
              </p:cNvSpPr>
              <p:nvPr>
                <p:ph idx="1"/>
              </p:nvPr>
            </p:nvSpPr>
            <p:spPr>
              <a:xfrm>
                <a:off x="467544" y="1066800"/>
                <a:ext cx="8136904" cy="5504656"/>
              </a:xfrm>
            </p:spPr>
            <p:txBody>
              <a:bodyPr/>
              <a:lstStyle/>
              <a:p>
                <a:pPr algn="just"/>
                <a:r>
                  <a:rPr lang="en-US" sz="1800" dirty="0">
                    <a:solidFill>
                      <a:srgbClr val="003366"/>
                    </a:solidFill>
                    <a:latin typeface="Aptos Display" panose="020B0004020202020204" pitchFamily="34" charset="0"/>
                  </a:rPr>
                  <a:t>Consider a connection between Node 1 and Node 2 (</a:t>
                </a:r>
                <a14:m>
                  <m:oMath xmlns:m="http://schemas.openxmlformats.org/officeDocument/2006/math">
                    <m:sSub>
                      <m:sSubPr>
                        <m:ctrlPr>
                          <a:rPr lang="en-US" sz="1800" i="1" dirty="0" smtClean="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0" dirty="0">
                            <a:solidFill>
                              <a:srgbClr val="003366"/>
                            </a:solidFill>
                            <a:latin typeface="Cambria Math" panose="02040503050406030204" pitchFamily="18" charset="0"/>
                          </a:rPr>
                          <m:t>12</m:t>
                        </m:r>
                      </m:sub>
                    </m:sSub>
                    <m:r>
                      <a:rPr lang="en-US" sz="1800" i="0" dirty="0">
                        <a:solidFill>
                          <a:srgbClr val="003366"/>
                        </a:solidFill>
                        <a:latin typeface="Cambria Math" panose="02040503050406030204" pitchFamily="18" charset="0"/>
                      </a:rPr>
                      <m:t>=1</m:t>
                    </m:r>
                  </m:oMath>
                </a14:m>
                <a:r>
                  <a:rPr lang="en-US" sz="1800" dirty="0">
                    <a:solidFill>
                      <a:srgbClr val="003366"/>
                    </a:solidFill>
                    <a:latin typeface="Aptos Display" panose="020B0004020202020204" pitchFamily="34" charset="0"/>
                  </a:rPr>
                  <a:t>). We set the privacy parameter </a:t>
                </a:r>
                <a14:m>
                  <m:oMath xmlns:m="http://schemas.openxmlformats.org/officeDocument/2006/math">
                    <m:r>
                      <a:rPr lang="en-US" sz="1800" i="1" dirty="0" smtClean="0">
                        <a:solidFill>
                          <a:srgbClr val="003366"/>
                        </a:solidFill>
                        <a:latin typeface="Cambria Math" panose="02040503050406030204" pitchFamily="18" charset="0"/>
                      </a:rPr>
                      <m:t>𝜖</m:t>
                    </m:r>
                    <m:r>
                      <a:rPr lang="en-US" sz="1800" i="0" dirty="0">
                        <a:solidFill>
                          <a:srgbClr val="003366"/>
                        </a:solidFill>
                        <a:latin typeface="Cambria Math" panose="02040503050406030204" pitchFamily="18" charset="0"/>
                      </a:rPr>
                      <m:t>=2.197</m:t>
                    </m:r>
                  </m:oMath>
                </a14:m>
                <a:r>
                  <a:rPr lang="en-US" sz="1800" dirty="0">
                    <a:solidFill>
                      <a:srgbClr val="003366"/>
                    </a:solidFill>
                    <a:latin typeface="Aptos Display" panose="020B0004020202020204" pitchFamily="34" charset="0"/>
                  </a:rPr>
                  <a:t>, which gives:</a:t>
                </a:r>
              </a:p>
              <a:p>
                <a:pPr algn="just"/>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r>
                        <a:rPr lang="en-US" sz="1800" i="1" dirty="0" smtClean="0">
                          <a:solidFill>
                            <a:srgbClr val="003366"/>
                          </a:solidFill>
                          <a:latin typeface="Cambria Math" panose="02040503050406030204" pitchFamily="18" charset="0"/>
                        </a:rPr>
                        <m:t>𝑝</m:t>
                      </m:r>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2.197</m:t>
                              </m:r>
                            </m:sup>
                          </m:sSup>
                        </m:num>
                        <m:den>
                          <m:sSup>
                            <m:sSupPr>
                              <m:ctrlPr>
                                <a:rPr lang="en-US" sz="1800" i="1" dirty="0">
                                  <a:solidFill>
                                    <a:srgbClr val="003366"/>
                                  </a:solidFill>
                                  <a:latin typeface="Cambria Math" panose="02040503050406030204" pitchFamily="18" charset="0"/>
                                </a:rPr>
                              </m:ctrlPr>
                            </m:sSupPr>
                            <m:e>
                              <m:r>
                                <a:rPr lang="en-US" sz="1800" i="1" dirty="0">
                                  <a:solidFill>
                                    <a:srgbClr val="003366"/>
                                  </a:solidFill>
                                  <a:latin typeface="Cambria Math" panose="02040503050406030204" pitchFamily="18" charset="0"/>
                                </a:rPr>
                                <m:t>𝑒</m:t>
                              </m:r>
                            </m:e>
                            <m:sup>
                              <m:r>
                                <a:rPr lang="en-US" sz="1800" i="0" dirty="0">
                                  <a:solidFill>
                                    <a:srgbClr val="003366"/>
                                  </a:solidFill>
                                  <a:latin typeface="Cambria Math" panose="02040503050406030204" pitchFamily="18" charset="0"/>
                                </a:rPr>
                                <m:t>2.197</m:t>
                              </m:r>
                            </m:sup>
                          </m:sSup>
                          <m:r>
                            <a:rPr lang="en-US" sz="1800" i="0" dirty="0">
                              <a:solidFill>
                                <a:srgbClr val="003366"/>
                              </a:solidFill>
                              <a:latin typeface="Cambria Math" panose="02040503050406030204" pitchFamily="18" charset="0"/>
                            </a:rPr>
                            <m:t>+1</m:t>
                          </m:r>
                        </m:den>
                      </m:f>
                      <m:r>
                        <a:rPr lang="en-US" sz="1800" i="0" dirty="0">
                          <a:solidFill>
                            <a:srgbClr val="003366"/>
                          </a:solidFill>
                          <a:latin typeface="Cambria Math" panose="02040503050406030204" pitchFamily="18" charset="0"/>
                        </a:rPr>
                        <m:t>=</m:t>
                      </m:r>
                      <m:f>
                        <m:fPr>
                          <m:ctrlPr>
                            <a:rPr lang="en-US" sz="1800" i="1" dirty="0">
                              <a:solidFill>
                                <a:srgbClr val="003366"/>
                              </a:solidFill>
                              <a:latin typeface="Cambria Math" panose="02040503050406030204" pitchFamily="18" charset="0"/>
                            </a:rPr>
                          </m:ctrlPr>
                        </m:fPr>
                        <m:num>
                          <m:r>
                            <a:rPr lang="en-US" sz="1800" i="0" dirty="0">
                              <a:solidFill>
                                <a:srgbClr val="003366"/>
                              </a:solidFill>
                              <a:latin typeface="Cambria Math" panose="02040503050406030204" pitchFamily="18" charset="0"/>
                            </a:rPr>
                            <m:t>9.0</m:t>
                          </m:r>
                        </m:num>
                        <m:den>
                          <m:r>
                            <a:rPr lang="en-US" sz="1800" i="0" dirty="0">
                              <a:solidFill>
                                <a:srgbClr val="003366"/>
                              </a:solidFill>
                              <a:latin typeface="Cambria Math" panose="02040503050406030204" pitchFamily="18" charset="0"/>
                            </a:rPr>
                            <m:t>9.0+1.0</m:t>
                          </m:r>
                        </m:den>
                      </m:f>
                      <m:r>
                        <a:rPr lang="en-US" sz="1800" i="0" dirty="0">
                          <a:solidFill>
                            <a:srgbClr val="003366"/>
                          </a:solidFill>
                          <a:latin typeface="Cambria Math" panose="02040503050406030204" pitchFamily="18" charset="0"/>
                        </a:rPr>
                        <m:t>=0.90 </m:t>
                      </m:r>
                      <m:d>
                        <m:dPr>
                          <m:ctrlPr>
                            <a:rPr lang="en-US" sz="1800" i="1" dirty="0">
                              <a:solidFill>
                                <a:srgbClr val="003366"/>
                              </a:solidFill>
                              <a:latin typeface="Cambria Math" panose="02040503050406030204" pitchFamily="18" charset="0"/>
                            </a:rPr>
                          </m:ctrlPr>
                        </m:dPr>
                        <m:e>
                          <m:r>
                            <a:rPr lang="en-US" sz="1800" i="0" dirty="0">
                              <a:solidFill>
                                <a:srgbClr val="003366"/>
                              </a:solidFill>
                              <a:latin typeface="Cambria Math" panose="02040503050406030204" pitchFamily="18" charset="0"/>
                            </a:rPr>
                            <m:t>90%</m:t>
                          </m:r>
                        </m:e>
                      </m:d>
                    </m:oMath>
                  </m:oMathPara>
                </a14:m>
                <a:endParaRPr lang="en-US" sz="1800" dirty="0">
                  <a:solidFill>
                    <a:srgbClr val="003366"/>
                  </a:solidFill>
                  <a:latin typeface="Aptos Display" panose="020B0004020202020204" pitchFamily="34" charset="0"/>
                </a:endParaRPr>
              </a:p>
              <a:p>
                <a:pPr algn="just"/>
                <a:endParaRPr lang="en-US" sz="1800" b="1" dirty="0">
                  <a:solidFill>
                    <a:srgbClr val="003366"/>
                  </a:solidFill>
                  <a:latin typeface="Aptos Display" panose="020B0004020202020204" pitchFamily="34" charset="0"/>
                </a:endParaRPr>
              </a:p>
              <a:p>
                <a:pPr algn="just"/>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𝐒𝐜𝐞𝐧𝐚𝐫𝐢𝐨</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𝐀</m:t>
                        </m:r>
                      </m:e>
                    </m:box>
                  </m:oMath>
                </a14:m>
                <a:r>
                  <a:rPr lang="en-US" sz="1800" dirty="0">
                    <a:solidFill>
                      <a:srgbClr val="003366"/>
                    </a:solidFill>
                    <a:latin typeface="Aptos Display" panose="020B0004020202020204" pitchFamily="34" charset="0"/>
                  </a:rPr>
                  <a:t>: With </a:t>
                </a:r>
                <a14:m>
                  <m:oMath xmlns:m="http://schemas.openxmlformats.org/officeDocument/2006/math">
                    <m:r>
                      <a:rPr lang="en-US" sz="1800" dirty="0" smtClean="0">
                        <a:solidFill>
                          <a:srgbClr val="003366"/>
                        </a:solidFill>
                        <a:latin typeface="Cambria Math" panose="02040503050406030204" pitchFamily="18" charset="0"/>
                      </a:rPr>
                      <m:t>90</m:t>
                    </m:r>
                    <m:r>
                      <a:rPr lang="en-US" sz="1800" i="0" dirty="0">
                        <a:solidFill>
                          <a:srgbClr val="003366"/>
                        </a:solidFill>
                        <a:latin typeface="Cambria Math" panose="02040503050406030204" pitchFamily="18" charset="0"/>
                      </a:rPr>
                      <m:t>%</m:t>
                    </m:r>
                  </m:oMath>
                </a14:m>
                <a:r>
                  <a:rPr lang="en-US" sz="1800" dirty="0">
                    <a:solidFill>
                      <a:srgbClr val="003366"/>
                    </a:solidFill>
                    <a:latin typeface="Aptos Display" panose="020B0004020202020204" pitchFamily="34" charset="0"/>
                  </a:rPr>
                  <a:t> probability, we keep the true connection:</a:t>
                </a:r>
              </a:p>
              <a:p>
                <a:r>
                  <a:rPr lang="en-US" sz="1800" dirty="0">
                    <a:solidFill>
                      <a:srgbClr val="003366"/>
                    </a:solidFill>
                    <a:latin typeface="Aptos Display" panose="020B0004020202020204" pitchFamily="34" charset="0"/>
                  </a:rPr>
                  <a:t>    </a:t>
                </a:r>
              </a:p>
              <a:p>
                <a:pPr/>
                <a14:m>
                  <m:oMathPara xmlns:m="http://schemas.openxmlformats.org/officeDocument/2006/math">
                    <m:oMathParaPr>
                      <m:jc m:val="centerGroup"/>
                    </m:oMathParaPr>
                    <m:oMath xmlns:m="http://schemas.openxmlformats.org/officeDocument/2006/math">
                      <m:sSub>
                        <m:sSubPr>
                          <m:ctrlPr>
                            <a:rPr lang="en-US" sz="1800" i="1" dirty="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𝐴</m:t>
                              </m:r>
                            </m:e>
                          </m:acc>
                        </m:e>
                        <m:sub>
                          <m:r>
                            <a:rPr lang="en-US" sz="1800" i="0" dirty="0">
                              <a:solidFill>
                                <a:srgbClr val="003366"/>
                              </a:solidFill>
                              <a:latin typeface="Cambria Math" panose="02040503050406030204" pitchFamily="18" charset="0"/>
                            </a:rPr>
                            <m:t>12</m:t>
                          </m:r>
                        </m:sub>
                      </m:sSub>
                      <m:r>
                        <a:rPr lang="en-US" sz="1800" i="0" dirty="0">
                          <a:solidFill>
                            <a:srgbClr val="003366"/>
                          </a:solidFill>
                          <a:latin typeface="Cambria Math" panose="02040503050406030204" pitchFamily="18" charset="0"/>
                        </a:rPr>
                        <m:t>=</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0" dirty="0">
                              <a:solidFill>
                                <a:srgbClr val="003366"/>
                              </a:solidFill>
                              <a:latin typeface="Cambria Math" panose="02040503050406030204" pitchFamily="18" charset="0"/>
                            </a:rPr>
                            <m:t>12</m:t>
                          </m:r>
                        </m:sub>
                      </m:sSub>
                      <m:r>
                        <a:rPr lang="en-US" sz="1800" i="0" dirty="0">
                          <a:solidFill>
                            <a:srgbClr val="003366"/>
                          </a:solidFill>
                          <a:latin typeface="Cambria Math" panose="02040503050406030204" pitchFamily="18" charset="0"/>
                        </a:rPr>
                        <m:t>=1</m:t>
                      </m:r>
                    </m:oMath>
                  </m:oMathPara>
                </a14:m>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    </a:t>
                </a:r>
              </a:p>
              <a:p>
                <a:pPr algn="just"/>
                <a14:m>
                  <m:oMath xmlns:m="http://schemas.openxmlformats.org/officeDocument/2006/math">
                    <m:box>
                      <m:boxPr>
                        <m:ctrlPr>
                          <a:rPr lang="en-US" sz="1800" b="1" i="1" dirty="0" smtClean="0">
                            <a:solidFill>
                              <a:srgbClr val="003366"/>
                            </a:solidFill>
                            <a:latin typeface="Cambria Math" panose="02040503050406030204" pitchFamily="18" charset="0"/>
                          </a:rPr>
                        </m:ctrlPr>
                      </m:boxPr>
                      <m:e>
                        <m:r>
                          <a:rPr lang="en-US" sz="1800" b="1" dirty="0">
                            <a:solidFill>
                              <a:srgbClr val="003366"/>
                            </a:solidFill>
                            <a:latin typeface="Cambria Math" panose="02040503050406030204" pitchFamily="18" charset="0"/>
                          </a:rPr>
                          <m:t>𝐒𝐜𝐞𝐧𝐚𝐫𝐢𝐨</m:t>
                        </m:r>
                        <m:r>
                          <a:rPr lang="en-US" sz="1800" b="0" i="0" dirty="0">
                            <a:solidFill>
                              <a:srgbClr val="003366"/>
                            </a:solidFill>
                            <a:latin typeface="Cambria Math" panose="02040503050406030204" pitchFamily="18" charset="0"/>
                          </a:rPr>
                          <m:t> </m:t>
                        </m:r>
                        <m:r>
                          <a:rPr lang="en-US" sz="1800" b="1" i="0" dirty="0">
                            <a:solidFill>
                              <a:srgbClr val="003366"/>
                            </a:solidFill>
                            <a:latin typeface="Cambria Math" panose="02040503050406030204" pitchFamily="18" charset="0"/>
                          </a:rPr>
                          <m:t>𝐁</m:t>
                        </m:r>
                      </m:e>
                    </m:box>
                  </m:oMath>
                </a14:m>
                <a:r>
                  <a:rPr lang="en-US" sz="1800" dirty="0">
                    <a:solidFill>
                      <a:srgbClr val="003366"/>
                    </a:solidFill>
                    <a:latin typeface="Aptos Display" panose="020B0004020202020204" pitchFamily="34" charset="0"/>
                  </a:rPr>
                  <a:t>: With </a:t>
                </a:r>
                <a14:m>
                  <m:oMath xmlns:m="http://schemas.openxmlformats.org/officeDocument/2006/math">
                    <m:r>
                      <a:rPr lang="en-US" sz="1800" dirty="0" smtClean="0">
                        <a:solidFill>
                          <a:srgbClr val="003366"/>
                        </a:solidFill>
                        <a:latin typeface="Cambria Math" panose="02040503050406030204" pitchFamily="18" charset="0"/>
                      </a:rPr>
                      <m:t>10</m:t>
                    </m:r>
                    <m:r>
                      <a:rPr lang="en-US" sz="1800" i="0" dirty="0">
                        <a:solidFill>
                          <a:srgbClr val="003366"/>
                        </a:solidFill>
                        <a:latin typeface="Cambria Math" panose="02040503050406030204" pitchFamily="18" charset="0"/>
                      </a:rPr>
                      <m:t>%</m:t>
                    </m:r>
                  </m:oMath>
                </a14:m>
                <a:r>
                  <a:rPr lang="en-US" sz="1800" dirty="0">
                    <a:solidFill>
                      <a:srgbClr val="003366"/>
                    </a:solidFill>
                    <a:latin typeface="Aptos Display" panose="020B0004020202020204" pitchFamily="34" charset="0"/>
                  </a:rPr>
                  <a:t> probability, we flip the value:</a:t>
                </a:r>
              </a:p>
              <a:p>
                <a:pPr algn="just"/>
                <a:endParaRPr lang="en-US" sz="1800" dirty="0">
                  <a:solidFill>
                    <a:srgbClr val="003366"/>
                  </a:solidFill>
                  <a:latin typeface="Aptos Display" panose="020B00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800" i="1" dirty="0" smtClean="0">
                              <a:solidFill>
                                <a:srgbClr val="003366"/>
                              </a:solidFill>
                              <a:latin typeface="Cambria Math" panose="02040503050406030204" pitchFamily="18" charset="0"/>
                            </a:rPr>
                          </m:ctrlPr>
                        </m:sSubPr>
                        <m:e>
                          <m:acc>
                            <m:accPr>
                              <m:chr m:val="˜"/>
                              <m:ctrlPr>
                                <a:rPr lang="en-US" sz="1800" i="1" dirty="0">
                                  <a:solidFill>
                                    <a:srgbClr val="003366"/>
                                  </a:solidFill>
                                  <a:latin typeface="Cambria Math" panose="02040503050406030204" pitchFamily="18" charset="0"/>
                                </a:rPr>
                              </m:ctrlPr>
                            </m:accPr>
                            <m:e>
                              <m:r>
                                <a:rPr lang="en-US" sz="1800" i="1" dirty="0">
                                  <a:solidFill>
                                    <a:srgbClr val="003366"/>
                                  </a:solidFill>
                                  <a:latin typeface="Cambria Math" panose="02040503050406030204" pitchFamily="18" charset="0"/>
                                </a:rPr>
                                <m:t>𝐴</m:t>
                              </m:r>
                            </m:e>
                          </m:acc>
                        </m:e>
                        <m:sub>
                          <m:r>
                            <a:rPr lang="en-US" sz="1800" i="0" dirty="0">
                              <a:solidFill>
                                <a:srgbClr val="003366"/>
                              </a:solidFill>
                              <a:latin typeface="Cambria Math" panose="02040503050406030204" pitchFamily="18" charset="0"/>
                            </a:rPr>
                            <m:t>12</m:t>
                          </m:r>
                        </m:sub>
                      </m:sSub>
                      <m:r>
                        <a:rPr lang="en-US" sz="1800" i="0" dirty="0">
                          <a:solidFill>
                            <a:srgbClr val="003366"/>
                          </a:solidFill>
                          <a:latin typeface="Cambria Math" panose="02040503050406030204" pitchFamily="18" charset="0"/>
                        </a:rPr>
                        <m:t>=1−</m:t>
                      </m:r>
                      <m:sSub>
                        <m:sSubPr>
                          <m:ctrlPr>
                            <a:rPr lang="en-US" sz="1800" i="1" dirty="0">
                              <a:solidFill>
                                <a:srgbClr val="003366"/>
                              </a:solidFill>
                              <a:latin typeface="Cambria Math" panose="02040503050406030204" pitchFamily="18" charset="0"/>
                            </a:rPr>
                          </m:ctrlPr>
                        </m:sSubPr>
                        <m:e>
                          <m:r>
                            <a:rPr lang="en-US" sz="1800" i="1" dirty="0">
                              <a:solidFill>
                                <a:srgbClr val="003366"/>
                              </a:solidFill>
                              <a:latin typeface="Cambria Math" panose="02040503050406030204" pitchFamily="18" charset="0"/>
                            </a:rPr>
                            <m:t>𝐴</m:t>
                          </m:r>
                        </m:e>
                        <m:sub>
                          <m:r>
                            <a:rPr lang="en-US" sz="1800" i="0" dirty="0">
                              <a:solidFill>
                                <a:srgbClr val="003366"/>
                              </a:solidFill>
                              <a:latin typeface="Cambria Math" panose="02040503050406030204" pitchFamily="18" charset="0"/>
                            </a:rPr>
                            <m:t>12</m:t>
                          </m:r>
                        </m:sub>
                      </m:sSub>
                      <m:r>
                        <a:rPr lang="en-US" sz="1800" i="0" dirty="0">
                          <a:solidFill>
                            <a:srgbClr val="003366"/>
                          </a:solidFill>
                          <a:latin typeface="Cambria Math" panose="02040503050406030204" pitchFamily="18" charset="0"/>
                        </a:rPr>
                        <m:t>=0</m:t>
                      </m:r>
                    </m:oMath>
                  </m:oMathPara>
                </a14:m>
                <a:endParaRPr lang="en-US" sz="1800" dirty="0">
                  <a:solidFill>
                    <a:srgbClr val="003366"/>
                  </a:solidFill>
                  <a:latin typeface="Aptos Display" panose="020B0004020202020204" pitchFamily="34" charset="0"/>
                </a:endParaRPr>
              </a:p>
              <a:p>
                <a:endParaRPr lang="en-US" sz="1800" dirty="0">
                  <a:solidFill>
                    <a:srgbClr val="003366"/>
                  </a:solidFill>
                  <a:latin typeface="Aptos Display" panose="020B0004020202020204" pitchFamily="34" charset="0"/>
                </a:endParaRPr>
              </a:p>
              <a:p>
                <a:pPr algn="just"/>
                <a:r>
                  <a:rPr lang="en-US" sz="1800" dirty="0">
                    <a:solidFill>
                      <a:srgbClr val="003366"/>
                    </a:solidFill>
                    <a:latin typeface="Aptos Display" panose="020B0004020202020204" pitchFamily="34" charset="0"/>
                  </a:rPr>
                  <a:t> This perturbation hides the true connection from attackers attempting topological reconstruction.</a:t>
                </a:r>
              </a:p>
            </p:txBody>
          </p:sp>
        </mc:Choice>
        <mc:Fallback xmlns="">
          <p:sp>
            <p:nvSpPr>
              <p:cNvPr id="5" name="Content Placeholder 4">
                <a:extLst>
                  <a:ext uri="{FF2B5EF4-FFF2-40B4-BE49-F238E27FC236}">
                    <a16:creationId xmlns:a16="http://schemas.microsoft.com/office/drawing/2014/main" id="{E68C838D-C878-68AD-BA63-E1B3DED4232F}"/>
                  </a:ext>
                </a:extLst>
              </p:cNvPr>
              <p:cNvSpPr>
                <a:spLocks noGrp="1" noRot="1" noChangeAspect="1" noMove="1" noResize="1" noEditPoints="1" noAdjustHandles="1" noChangeArrowheads="1" noChangeShapeType="1" noTextEdit="1"/>
              </p:cNvSpPr>
              <p:nvPr>
                <p:ph idx="1"/>
              </p:nvPr>
            </p:nvSpPr>
            <p:spPr>
              <a:xfrm>
                <a:off x="467544" y="1066800"/>
                <a:ext cx="8136904" cy="5504656"/>
              </a:xfrm>
              <a:blipFill>
                <a:blip r:embed="rId3"/>
                <a:stretch>
                  <a:fillRect l="-1713" t="-1382" r="-1713"/>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4C06A94D-664D-7BFB-FD2D-2202614393E3}"/>
              </a:ext>
            </a:extLst>
          </p:cNvPr>
          <p:cNvSpPr>
            <a:spLocks noGrp="1"/>
          </p:cNvSpPr>
          <p:nvPr>
            <p:ph type="sldNum" sz="quarter" idx="10"/>
          </p:nvPr>
        </p:nvSpPr>
        <p:spPr/>
        <p:txBody>
          <a:bodyPr/>
          <a:lstStyle/>
          <a:p>
            <a:pPr>
              <a:defRPr/>
            </a:pPr>
            <a:fld id="{FE5AEF74-5102-4921-8DBA-649C609AF6D1}" type="slidenum">
              <a:rPr lang="it-IT" smtClean="0"/>
              <a:pPr>
                <a:defRPr/>
              </a:pPr>
              <a:t>40</a:t>
            </a:fld>
            <a:endParaRPr lang="it-IT"/>
          </a:p>
        </p:txBody>
      </p:sp>
      <p:sp>
        <p:nvSpPr>
          <p:cNvPr id="3" name="Round Diagonal Corner Rectangle 2">
            <a:extLst>
              <a:ext uri="{FF2B5EF4-FFF2-40B4-BE49-F238E27FC236}">
                <a16:creationId xmlns:a16="http://schemas.microsoft.com/office/drawing/2014/main" id="{3CDDD0A7-E4A1-3999-7ADA-E603AEDF5749}"/>
              </a:ext>
            </a:extLst>
          </p:cNvPr>
          <p:cNvSpPr/>
          <p:nvPr/>
        </p:nvSpPr>
        <p:spPr>
          <a:xfrm>
            <a:off x="254406" y="4005065"/>
            <a:ext cx="8422050" cy="2088231"/>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 Diagonal Corner Rectangle 3">
            <a:extLst>
              <a:ext uri="{FF2B5EF4-FFF2-40B4-BE49-F238E27FC236}">
                <a16:creationId xmlns:a16="http://schemas.microsoft.com/office/drawing/2014/main" id="{C89DBEDE-55C0-EABD-BF4C-1DB8194EF7C3}"/>
              </a:ext>
            </a:extLst>
          </p:cNvPr>
          <p:cNvSpPr/>
          <p:nvPr/>
        </p:nvSpPr>
        <p:spPr>
          <a:xfrm>
            <a:off x="257733" y="2636912"/>
            <a:ext cx="8422050" cy="1224136"/>
          </a:xfrm>
          <a:prstGeom prst="round2DiagRect">
            <a:avLst/>
          </a:prstGeom>
          <a:noFill/>
          <a:ln>
            <a:solidFill>
              <a:srgbClr val="33669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45099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311" y="260766"/>
            <a:ext cx="5943600" cy="838200"/>
          </a:xfrm>
        </p:spPr>
        <p:txBody>
          <a:bodyPr/>
          <a:lstStyle/>
          <a:p>
            <a:r>
              <a:rPr sz="2800" b="1" i="1" dirty="0">
                <a:solidFill>
                  <a:srgbClr val="003F6E"/>
                </a:solidFill>
                <a:latin typeface="Cambria"/>
              </a:rPr>
              <a:t>O</a:t>
            </a:r>
            <a:r>
              <a:rPr lang="en-CA" sz="2600" b="1" i="1" dirty="0">
                <a:solidFill>
                  <a:srgbClr val="003F6E"/>
                </a:solidFill>
                <a:latin typeface="Cambria"/>
              </a:rPr>
              <a:t>PEN </a:t>
            </a:r>
            <a:r>
              <a:rPr lang="en-CA" sz="2800" b="1" i="1" dirty="0">
                <a:solidFill>
                  <a:srgbClr val="003F6E"/>
                </a:solidFill>
                <a:latin typeface="Cambria"/>
              </a:rPr>
              <a:t>C</a:t>
            </a:r>
            <a:r>
              <a:rPr lang="en-CA" sz="2600" b="1" i="1" dirty="0">
                <a:solidFill>
                  <a:srgbClr val="003F6E"/>
                </a:solidFill>
                <a:latin typeface="Cambria"/>
              </a:rPr>
              <a:t>HALLENGES</a:t>
            </a:r>
            <a:endParaRPr sz="2600" b="1" i="1" dirty="0">
              <a:solidFill>
                <a:srgbClr val="003F6E"/>
              </a:solidFill>
              <a:latin typeface="Cambria"/>
            </a:endParaRPr>
          </a:p>
        </p:txBody>
      </p:sp>
      <p:graphicFrame>
        <p:nvGraphicFramePr>
          <p:cNvPr id="5" name="Content Placeholder 4">
            <a:extLst>
              <a:ext uri="{FF2B5EF4-FFF2-40B4-BE49-F238E27FC236}">
                <a16:creationId xmlns:a16="http://schemas.microsoft.com/office/drawing/2014/main" id="{E36499DB-3EF3-274A-E5B4-ED81DEADBEA0}"/>
              </a:ext>
            </a:extLst>
          </p:cNvPr>
          <p:cNvGraphicFramePr>
            <a:graphicFrameLocks noGrp="1"/>
          </p:cNvGraphicFramePr>
          <p:nvPr>
            <p:ph idx="1"/>
            <p:extLst>
              <p:ext uri="{D42A27DB-BD31-4B8C-83A1-F6EECF244321}">
                <p14:modId xmlns:p14="http://schemas.microsoft.com/office/powerpoint/2010/main" val="3879292463"/>
              </p:ext>
            </p:extLst>
          </p:nvPr>
        </p:nvGraphicFramePr>
        <p:xfrm>
          <a:off x="731520" y="1645920"/>
          <a:ext cx="7680960"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9312FF0-7620-6A9D-5E02-6D231F70433E}"/>
              </a:ext>
            </a:extLst>
          </p:cNvPr>
          <p:cNvSpPr>
            <a:spLocks noGrp="1"/>
          </p:cNvSpPr>
          <p:nvPr>
            <p:ph type="sldNum" sz="quarter" idx="10"/>
          </p:nvPr>
        </p:nvSpPr>
        <p:spPr/>
        <p:txBody>
          <a:bodyPr/>
          <a:lstStyle/>
          <a:p>
            <a:pPr>
              <a:defRPr/>
            </a:pPr>
            <a:fld id="{FE5AEF74-5102-4921-8DBA-649C609AF6D1}" type="slidenum">
              <a:rPr lang="it-IT" smtClean="0"/>
              <a:pPr>
                <a:defRPr/>
              </a:pPr>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97731"/>
            <a:ext cx="4032448" cy="466973"/>
          </a:xfrm>
        </p:spPr>
        <p:txBody>
          <a:bodyPr/>
          <a:lstStyle/>
          <a:p>
            <a:r>
              <a:rPr sz="2800" b="1" dirty="0">
                <a:solidFill>
                  <a:srgbClr val="003F6E"/>
                </a:solidFill>
                <a:latin typeface="Cambria"/>
              </a:rPr>
              <a:t>M</a:t>
            </a:r>
            <a:r>
              <a:rPr lang="en-CA" sz="2800" b="1" dirty="0">
                <a:solidFill>
                  <a:srgbClr val="003F6E"/>
                </a:solidFill>
                <a:latin typeface="Cambria"/>
              </a:rPr>
              <a:t>AIN REFERENCES</a:t>
            </a:r>
            <a:endParaRPr sz="2800" b="1" dirty="0">
              <a:solidFill>
                <a:srgbClr val="003F6E"/>
              </a:solidFill>
              <a:latin typeface="Cambria"/>
            </a:endParaRPr>
          </a:p>
        </p:txBody>
      </p:sp>
      <p:sp>
        <p:nvSpPr>
          <p:cNvPr id="3" name="Content Placeholder 2"/>
          <p:cNvSpPr>
            <a:spLocks noGrp="1"/>
          </p:cNvSpPr>
          <p:nvPr>
            <p:ph idx="1"/>
          </p:nvPr>
        </p:nvSpPr>
        <p:spPr>
          <a:xfrm>
            <a:off x="395536" y="1170856"/>
            <a:ext cx="8532440" cy="5652219"/>
          </a:xfrm>
        </p:spPr>
        <p:txBody>
          <a:bodyPr wrap="square"/>
          <a:lstStyle/>
          <a:p>
            <a:pPr>
              <a:spcAft>
                <a:spcPts val="600"/>
              </a:spcAft>
            </a:pPr>
            <a:r>
              <a:rPr sz="1800" dirty="0">
                <a:solidFill>
                  <a:srgbClr val="000000"/>
                </a:solidFill>
                <a:latin typeface="Cambria"/>
              </a:rPr>
              <a:t>• Florian </a:t>
            </a:r>
            <a:r>
              <a:rPr sz="1800" dirty="0" err="1">
                <a:solidFill>
                  <a:srgbClr val="000000"/>
                </a:solidFill>
                <a:latin typeface="Cambria"/>
              </a:rPr>
              <a:t>Tramèr</a:t>
            </a:r>
            <a:r>
              <a:rPr sz="1800" dirty="0">
                <a:solidFill>
                  <a:srgbClr val="000000"/>
                </a:solidFill>
                <a:latin typeface="Cambria"/>
              </a:rPr>
              <a:t>, Fan Zhang, Ari Juels, Michael K. Reiter, and Thomas </a:t>
            </a:r>
            <a:r>
              <a:rPr sz="1800" dirty="0" err="1">
                <a:solidFill>
                  <a:srgbClr val="000000"/>
                </a:solidFill>
                <a:latin typeface="Cambria"/>
              </a:rPr>
              <a:t>Ristenpart</a:t>
            </a:r>
            <a:r>
              <a:rPr sz="1800" dirty="0">
                <a:solidFill>
                  <a:srgbClr val="000000"/>
                </a:solidFill>
                <a:latin typeface="Cambria"/>
              </a:rPr>
              <a:t>.</a:t>
            </a:r>
          </a:p>
          <a:p>
            <a:pPr lvl="1">
              <a:spcAft>
                <a:spcPts val="600"/>
              </a:spcAft>
            </a:pPr>
            <a:r>
              <a:rPr sz="1600" dirty="0">
                <a:solidFill>
                  <a:srgbClr val="000000"/>
                </a:solidFill>
                <a:latin typeface="Cambria"/>
              </a:rPr>
              <a:t>  "Stealing Machine Learning Models via Prediction APIs", USENIX Security 2016.</a:t>
            </a:r>
          </a:p>
          <a:p>
            <a:pPr>
              <a:spcAft>
                <a:spcPts val="600"/>
              </a:spcAft>
            </a:pPr>
            <a:r>
              <a:rPr sz="1800" dirty="0">
                <a:solidFill>
                  <a:srgbClr val="000000"/>
                </a:solidFill>
                <a:latin typeface="Cambria"/>
              </a:rPr>
              <a:t>• Daryna Oliynyk, Rudolf Mayer, and Andreas Rauber.</a:t>
            </a:r>
          </a:p>
          <a:p>
            <a:pPr lvl="1">
              <a:spcAft>
                <a:spcPts val="600"/>
              </a:spcAft>
            </a:pPr>
            <a:r>
              <a:rPr sz="1600" dirty="0">
                <a:solidFill>
                  <a:srgbClr val="000000"/>
                </a:solidFill>
                <a:latin typeface="Cambria"/>
              </a:rPr>
              <a:t>  "I Know What You Trained Last Summer: A Survey on Stealing Machine Learning Models and </a:t>
            </a:r>
            <a:r>
              <a:rPr sz="1600" dirty="0" err="1">
                <a:solidFill>
                  <a:srgbClr val="000000"/>
                </a:solidFill>
                <a:latin typeface="Cambria"/>
              </a:rPr>
              <a:t>Defences</a:t>
            </a:r>
            <a:r>
              <a:rPr sz="1600" dirty="0">
                <a:solidFill>
                  <a:srgbClr val="000000"/>
                </a:solidFill>
                <a:latin typeface="Cambria"/>
              </a:rPr>
              <a:t>", ACM </a:t>
            </a:r>
            <a:r>
              <a:rPr sz="1600" dirty="0" err="1">
                <a:solidFill>
                  <a:srgbClr val="000000"/>
                </a:solidFill>
                <a:latin typeface="Cambria"/>
              </a:rPr>
              <a:t>Comput</a:t>
            </a:r>
            <a:r>
              <a:rPr sz="1600" dirty="0">
                <a:solidFill>
                  <a:srgbClr val="000000"/>
                </a:solidFill>
                <a:latin typeface="Cambria"/>
              </a:rPr>
              <a:t>. </a:t>
            </a:r>
            <a:r>
              <a:rPr sz="1600" dirty="0" err="1">
                <a:solidFill>
                  <a:srgbClr val="000000"/>
                </a:solidFill>
                <a:latin typeface="Cambria"/>
              </a:rPr>
              <a:t>Surv</a:t>
            </a:r>
            <a:r>
              <a:rPr sz="1600" dirty="0">
                <a:solidFill>
                  <a:srgbClr val="000000"/>
                </a:solidFill>
                <a:latin typeface="Cambria"/>
              </a:rPr>
              <a:t>. 2023.</a:t>
            </a:r>
          </a:p>
          <a:p>
            <a:pPr>
              <a:spcAft>
                <a:spcPts val="600"/>
              </a:spcAft>
            </a:pPr>
            <a:r>
              <a:rPr sz="1800" dirty="0">
                <a:solidFill>
                  <a:srgbClr val="000000"/>
                </a:solidFill>
                <a:latin typeface="Cambria"/>
              </a:rPr>
              <a:t>• </a:t>
            </a:r>
            <a:r>
              <a:rPr sz="1800" dirty="0" err="1">
                <a:solidFill>
                  <a:srgbClr val="000000"/>
                </a:solidFill>
                <a:latin typeface="Cambria"/>
              </a:rPr>
              <a:t>Kaixiang</a:t>
            </a:r>
            <a:r>
              <a:rPr sz="1800" dirty="0">
                <a:solidFill>
                  <a:srgbClr val="000000"/>
                </a:solidFill>
                <a:latin typeface="Cambria"/>
              </a:rPr>
              <a:t> Zhao, </a:t>
            </a:r>
            <a:r>
              <a:rPr sz="1800" dirty="0" err="1">
                <a:solidFill>
                  <a:srgbClr val="000000"/>
                </a:solidFill>
                <a:latin typeface="Cambria"/>
              </a:rPr>
              <a:t>Lincan</a:t>
            </a:r>
            <a:r>
              <a:rPr sz="1800" dirty="0">
                <a:solidFill>
                  <a:srgbClr val="000000"/>
                </a:solidFill>
                <a:latin typeface="Cambria"/>
              </a:rPr>
              <a:t> Li, </a:t>
            </a:r>
            <a:r>
              <a:rPr sz="1800" dirty="0" err="1">
                <a:solidFill>
                  <a:srgbClr val="000000"/>
                </a:solidFill>
                <a:latin typeface="Cambria"/>
              </a:rPr>
              <a:t>Kaize</a:t>
            </a:r>
            <a:r>
              <a:rPr sz="1800" dirty="0">
                <a:solidFill>
                  <a:srgbClr val="000000"/>
                </a:solidFill>
                <a:latin typeface="Cambria"/>
              </a:rPr>
              <a:t> Ding, Neil </a:t>
            </a:r>
            <a:r>
              <a:rPr sz="1800" dirty="0" err="1">
                <a:solidFill>
                  <a:srgbClr val="000000"/>
                </a:solidFill>
                <a:latin typeface="Cambria"/>
              </a:rPr>
              <a:t>Zhenqiang</a:t>
            </a:r>
            <a:r>
              <a:rPr sz="1800" dirty="0">
                <a:solidFill>
                  <a:srgbClr val="000000"/>
                </a:solidFill>
                <a:latin typeface="Cambria"/>
              </a:rPr>
              <a:t> Gong, Yue Zhao, and </a:t>
            </a:r>
            <a:r>
              <a:rPr sz="1800" dirty="0" err="1">
                <a:solidFill>
                  <a:srgbClr val="000000"/>
                </a:solidFill>
                <a:latin typeface="Cambria"/>
              </a:rPr>
              <a:t>Yushun</a:t>
            </a:r>
            <a:r>
              <a:rPr sz="1800" dirty="0">
                <a:solidFill>
                  <a:srgbClr val="000000"/>
                </a:solidFill>
                <a:latin typeface="Cambria"/>
              </a:rPr>
              <a:t> Dong.</a:t>
            </a:r>
          </a:p>
          <a:p>
            <a:pPr lvl="1">
              <a:spcAft>
                <a:spcPts val="600"/>
              </a:spcAft>
            </a:pPr>
            <a:r>
              <a:rPr sz="1600" dirty="0">
                <a:solidFill>
                  <a:srgbClr val="000000"/>
                </a:solidFill>
                <a:latin typeface="Cambria"/>
              </a:rPr>
              <a:t>  "A Systematic Survey of Model Extraction Attacks and Defenses: State-of-the-Art and Perspectives", </a:t>
            </a:r>
            <a:r>
              <a:rPr sz="1600" dirty="0" err="1">
                <a:solidFill>
                  <a:srgbClr val="000000"/>
                </a:solidFill>
                <a:latin typeface="Cambria"/>
              </a:rPr>
              <a:t>arXiv</a:t>
            </a:r>
            <a:r>
              <a:rPr sz="1600" dirty="0">
                <a:solidFill>
                  <a:srgbClr val="000000"/>
                </a:solidFill>
                <a:latin typeface="Cambria"/>
              </a:rPr>
              <a:t> 2025.</a:t>
            </a:r>
          </a:p>
          <a:p>
            <a:pPr>
              <a:spcAft>
                <a:spcPts val="600"/>
              </a:spcAft>
            </a:pPr>
            <a:r>
              <a:rPr sz="1800" dirty="0">
                <a:solidFill>
                  <a:srgbClr val="000000"/>
                </a:solidFill>
                <a:latin typeface="Cambria"/>
              </a:rPr>
              <a:t>• Bang Wu, </a:t>
            </a:r>
            <a:r>
              <a:rPr sz="1800" dirty="0" err="1">
                <a:solidFill>
                  <a:srgbClr val="000000"/>
                </a:solidFill>
                <a:latin typeface="Cambria"/>
              </a:rPr>
              <a:t>Xiangwen</a:t>
            </a:r>
            <a:r>
              <a:rPr sz="1800" dirty="0">
                <a:solidFill>
                  <a:srgbClr val="000000"/>
                </a:solidFill>
                <a:latin typeface="Cambria"/>
              </a:rPr>
              <a:t> Yang, </a:t>
            </a:r>
            <a:r>
              <a:rPr sz="1800" dirty="0" err="1">
                <a:solidFill>
                  <a:srgbClr val="000000"/>
                </a:solidFill>
                <a:latin typeface="Cambria"/>
              </a:rPr>
              <a:t>Shirui</a:t>
            </a:r>
            <a:r>
              <a:rPr sz="1800" dirty="0">
                <a:solidFill>
                  <a:srgbClr val="000000"/>
                </a:solidFill>
                <a:latin typeface="Cambria"/>
              </a:rPr>
              <a:t> Pan, and </a:t>
            </a:r>
            <a:r>
              <a:rPr sz="1800" dirty="0" err="1">
                <a:solidFill>
                  <a:srgbClr val="000000"/>
                </a:solidFill>
                <a:latin typeface="Cambria"/>
              </a:rPr>
              <a:t>Xingliang</a:t>
            </a:r>
            <a:r>
              <a:rPr sz="1800" dirty="0">
                <a:solidFill>
                  <a:srgbClr val="000000"/>
                </a:solidFill>
                <a:latin typeface="Cambria"/>
              </a:rPr>
              <a:t> Yuan.</a:t>
            </a:r>
          </a:p>
          <a:p>
            <a:pPr lvl="1">
              <a:spcAft>
                <a:spcPts val="600"/>
              </a:spcAft>
            </a:pPr>
            <a:r>
              <a:rPr sz="1600" dirty="0">
                <a:solidFill>
                  <a:srgbClr val="000000"/>
                </a:solidFill>
                <a:latin typeface="Cambria"/>
              </a:rPr>
              <a:t>  "Model Extraction Attacks on Graph Neural Networks: Taxonomy and </a:t>
            </a:r>
            <a:r>
              <a:rPr sz="1600" dirty="0" err="1">
                <a:solidFill>
                  <a:srgbClr val="000000"/>
                </a:solidFill>
                <a:latin typeface="Cambria"/>
              </a:rPr>
              <a:t>Realisation</a:t>
            </a:r>
            <a:r>
              <a:rPr sz="1600" dirty="0">
                <a:solidFill>
                  <a:srgbClr val="000000"/>
                </a:solidFill>
                <a:latin typeface="Cambria"/>
              </a:rPr>
              <a:t>", ASIA CCS 2022.</a:t>
            </a:r>
          </a:p>
          <a:p>
            <a:pPr>
              <a:spcAft>
                <a:spcPts val="600"/>
              </a:spcAft>
            </a:pPr>
            <a:r>
              <a:rPr sz="1800" dirty="0">
                <a:solidFill>
                  <a:srgbClr val="000000"/>
                </a:solidFill>
                <a:latin typeface="Cambria"/>
              </a:rPr>
              <a:t>• Tushar Nayan, Qiming Guo, Mohammed Al </a:t>
            </a:r>
            <a:r>
              <a:rPr sz="1800" dirty="0" err="1">
                <a:solidFill>
                  <a:srgbClr val="000000"/>
                </a:solidFill>
                <a:latin typeface="Cambria"/>
              </a:rPr>
              <a:t>Duniawi</a:t>
            </a:r>
            <a:r>
              <a:rPr sz="1800" dirty="0">
                <a:solidFill>
                  <a:srgbClr val="000000"/>
                </a:solidFill>
                <a:latin typeface="Cambria"/>
              </a:rPr>
              <a:t>, Marcus Botacin, Selcuk </a:t>
            </a:r>
            <a:r>
              <a:rPr sz="1800" dirty="0" err="1">
                <a:solidFill>
                  <a:srgbClr val="000000"/>
                </a:solidFill>
                <a:latin typeface="Cambria"/>
              </a:rPr>
              <a:t>Uluagac</a:t>
            </a:r>
            <a:r>
              <a:rPr sz="1800" dirty="0">
                <a:solidFill>
                  <a:srgbClr val="000000"/>
                </a:solidFill>
                <a:latin typeface="Cambria"/>
              </a:rPr>
              <a:t>, and </a:t>
            </a:r>
            <a:r>
              <a:rPr sz="1800" dirty="0" err="1">
                <a:solidFill>
                  <a:srgbClr val="000000"/>
                </a:solidFill>
                <a:latin typeface="Cambria"/>
              </a:rPr>
              <a:t>Ruimin</a:t>
            </a:r>
            <a:r>
              <a:rPr sz="1800" dirty="0">
                <a:solidFill>
                  <a:srgbClr val="000000"/>
                </a:solidFill>
                <a:latin typeface="Cambria"/>
              </a:rPr>
              <a:t> Sun.</a:t>
            </a:r>
          </a:p>
          <a:p>
            <a:pPr lvl="1">
              <a:spcAft>
                <a:spcPts val="600"/>
              </a:spcAft>
            </a:pPr>
            <a:r>
              <a:rPr sz="1600" dirty="0">
                <a:solidFill>
                  <a:srgbClr val="000000"/>
                </a:solidFill>
                <a:latin typeface="Cambria"/>
              </a:rPr>
              <a:t>  "</a:t>
            </a:r>
            <a:r>
              <a:rPr sz="1600" dirty="0" err="1">
                <a:solidFill>
                  <a:srgbClr val="000000"/>
                </a:solidFill>
                <a:latin typeface="Cambria"/>
              </a:rPr>
              <a:t>SoK</a:t>
            </a:r>
            <a:r>
              <a:rPr sz="1600" dirty="0">
                <a:solidFill>
                  <a:srgbClr val="000000"/>
                </a:solidFill>
                <a:latin typeface="Cambria"/>
              </a:rPr>
              <a:t>: All You Need to Know About On-Device ML Model Extraction", USENIX Security 2024.</a:t>
            </a:r>
          </a:p>
        </p:txBody>
      </p:sp>
      <p:sp>
        <p:nvSpPr>
          <p:cNvPr id="4" name="Slide Number Placeholder 3">
            <a:extLst>
              <a:ext uri="{FF2B5EF4-FFF2-40B4-BE49-F238E27FC236}">
                <a16:creationId xmlns:a16="http://schemas.microsoft.com/office/drawing/2014/main" id="{208CCEC6-5B2C-CE50-FBEC-07412B6265E2}"/>
              </a:ext>
            </a:extLst>
          </p:cNvPr>
          <p:cNvSpPr>
            <a:spLocks noGrp="1"/>
          </p:cNvSpPr>
          <p:nvPr>
            <p:ph type="sldNum" sz="quarter" idx="10"/>
          </p:nvPr>
        </p:nvSpPr>
        <p:spPr/>
        <p:txBody>
          <a:bodyPr/>
          <a:lstStyle/>
          <a:p>
            <a:pPr>
              <a:defRPr/>
            </a:pPr>
            <a:fld id="{FE5AEF74-5102-4921-8DBA-649C609AF6D1}" type="slidenum">
              <a:rPr lang="it-IT" smtClean="0"/>
              <a:pPr>
                <a:defRPr/>
              </a:pPr>
              <a:t>42</a:t>
            </a:fld>
            <a:endParaRPr lang="it-IT"/>
          </a:p>
        </p:txBody>
      </p:sp>
    </p:spTree>
  </p:cSld>
  <p:clrMapOvr>
    <a:masterClrMapping/>
  </p:clrMapOvr>
</p:sld>
</file>

<file path=ppt/theme/theme1.xml><?xml version="1.0" encoding="utf-8"?>
<a:theme xmlns:a="http://schemas.openxmlformats.org/drawingml/2006/main" name="2_Struttura predefinita">
  <a:themeElements>
    <a:clrScheme name="2_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Struttura predefini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Struttura predefinit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Struttura predefinit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Struttura predefinit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Struttura predefinit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Struttura predefinit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Struttura predefinit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43621</TotalTime>
  <Words>5189</Words>
  <Application>Microsoft Macintosh PowerPoint</Application>
  <PresentationFormat>On-screen Show (4:3)</PresentationFormat>
  <Paragraphs>552</Paragraphs>
  <Slides>42</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Aptos Display</vt:lpstr>
      <vt:lpstr>Arial</vt:lpstr>
      <vt:lpstr>Cambria</vt:lpstr>
      <vt:lpstr>Cambria Math</vt:lpstr>
      <vt:lpstr>Minion Web</vt:lpstr>
      <vt:lpstr>Wingdings</vt:lpstr>
      <vt:lpstr>2_Struttura predefinita</vt:lpstr>
      <vt:lpstr>PowerPoint Presentation</vt:lpstr>
      <vt:lpstr>AGENDA</vt:lpstr>
      <vt:lpstr>INTRODUCTION</vt:lpstr>
      <vt:lpstr>DEFENSE TAXONOMY</vt:lpstr>
      <vt:lpstr>ATTACK DETECTION</vt:lpstr>
      <vt:lpstr>MONITORING-BASED METHODS</vt:lpstr>
      <vt:lpstr>MONITORING-BASED METHODS</vt:lpstr>
      <vt:lpstr>MONITORING-BASED METHODS</vt:lpstr>
      <vt:lpstr>MONITORING-BASED METHODS</vt:lpstr>
      <vt:lpstr>MONITORING-BASED METHODS</vt:lpstr>
      <vt:lpstr>OWNERSHIP VERIFICATION</vt:lpstr>
      <vt:lpstr>WATERMARKING</vt:lpstr>
      <vt:lpstr>WATERMARKING</vt:lpstr>
      <vt:lpstr>WATERMARKING</vt:lpstr>
      <vt:lpstr>WATERMARKING</vt:lpstr>
      <vt:lpstr>FINGERPRINTING</vt:lpstr>
      <vt:lpstr>FINGERPRINTING</vt:lpstr>
      <vt:lpstr>FINGERPRINTING</vt:lpstr>
      <vt:lpstr>ATTACK PREVENTION</vt:lpstr>
      <vt:lpstr>DATA PERTURBATION</vt:lpstr>
      <vt:lpstr>DATA PERTURBATION</vt:lpstr>
      <vt:lpstr>DATA PERTURBATION</vt:lpstr>
      <vt:lpstr>MODEL MODIFICATION</vt:lpstr>
      <vt:lpstr>MODEL MODIFICATION</vt:lpstr>
      <vt:lpstr>MODEL MODIFICATION</vt:lpstr>
      <vt:lpstr>ACCESS CONTROL</vt:lpstr>
      <vt:lpstr>ADVERSARIAL TRAINING</vt:lpstr>
      <vt:lpstr>ADVERSARIAL TRAINING</vt:lpstr>
      <vt:lpstr>ADVERSARIAL TRAINING</vt:lpstr>
      <vt:lpstr>INTEGRATED DEFENSE</vt:lpstr>
      <vt:lpstr>DEFENSE FOR OTHER MODALITIES</vt:lpstr>
      <vt:lpstr>DEFENDING TEXT MODELS</vt:lpstr>
      <vt:lpstr>DEFENDING TEXT MODELS</vt:lpstr>
      <vt:lpstr>DEFENDING TEXT MODELS</vt:lpstr>
      <vt:lpstr>DEFENDING VISION MODELS</vt:lpstr>
      <vt:lpstr>DEFENDING VISION MODELS</vt:lpstr>
      <vt:lpstr>DEFENDING VISION MODELS</vt:lpstr>
      <vt:lpstr>DEFENDING GRAPH MODELS</vt:lpstr>
      <vt:lpstr>DEFENDING GRAPH MODELS</vt:lpstr>
      <vt:lpstr>DEFENDING GRAPH MODELS</vt:lpstr>
      <vt:lpstr>OPEN CHALLENGES</vt:lpstr>
      <vt:lpstr>MAIN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Project</dc:title>
  <dc:creator>Roozbeh</dc:creator>
  <cp:lastModifiedBy>Refat Ishrak Hemel</cp:lastModifiedBy>
  <cp:revision>1539</cp:revision>
  <cp:lastPrinted>2025-01-08T22:41:49Z</cp:lastPrinted>
  <dcterms:created xsi:type="dcterms:W3CDTF">2006-07-06T09:00:29Z</dcterms:created>
  <dcterms:modified xsi:type="dcterms:W3CDTF">2026-08-12T02:12:20Z</dcterms:modified>
</cp:coreProperties>
</file>