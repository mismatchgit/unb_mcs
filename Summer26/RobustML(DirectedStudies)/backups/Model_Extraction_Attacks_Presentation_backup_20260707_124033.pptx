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66" r:id="rId1"/>
  </p:sldMasterIdLst>
  <p:notesMasterIdLst>
    <p:notesMasterId r:id="rId22"/>
  </p:notesMasterIdLst>
  <p:handoutMasterIdLst>
    <p:handoutMasterId r:id="rId23"/>
  </p:handoutMasterIdLst>
  <p:sldIdLst>
    <p:sldId id="774" r:id="rId2"/>
    <p:sldId id="775" r:id="rId3"/>
    <p:sldId id="776" r:id="rId4"/>
    <p:sldId id="793" r:id="rId5"/>
    <p:sldId id="777" r:id="rId6"/>
    <p:sldId id="778" r:id="rId7"/>
    <p:sldId id="779" r:id="rId8"/>
    <p:sldId id="780" r:id="rId9"/>
    <p:sldId id="781" r:id="rId10"/>
    <p:sldId id="782" r:id="rId11"/>
    <p:sldId id="783" r:id="rId12"/>
    <p:sldId id="784" r:id="rId13"/>
    <p:sldId id="785" r:id="rId14"/>
    <p:sldId id="786" r:id="rId15"/>
    <p:sldId id="787" r:id="rId16"/>
    <p:sldId id="788" r:id="rId17"/>
    <p:sldId id="789" r:id="rId18"/>
    <p:sldId id="790" r:id="rId19"/>
    <p:sldId id="791" r:id="rId20"/>
    <p:sldId id="792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E00"/>
    <a:srgbClr val="FF9900"/>
    <a:srgbClr val="003366"/>
    <a:srgbClr val="336699"/>
    <a:srgbClr val="00CC99"/>
    <a:srgbClr val="99FF66"/>
    <a:srgbClr val="3366CC"/>
    <a:srgbClr val="003399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77F07-A393-4417-94E7-23E06335FA1D}" v="3" dt="2026-01-23T21:01:30.013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Stile scuro 2 - Colore 5/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1" autoAdjust="0"/>
    <p:restoredTop sz="81246" autoAdjust="0"/>
  </p:normalViewPr>
  <p:slideViewPr>
    <p:cSldViewPr>
      <p:cViewPr varScale="1">
        <p:scale>
          <a:sx n="103" d="100"/>
          <a:sy n="103" d="100"/>
        </p:scale>
        <p:origin x="2264" y="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zbeh Razavi-Far" userId="54a6735f-f923-4b24-bfab-7de18e907ca6" providerId="ADAL" clId="{A5F2370B-B243-4F27-AF05-38FC5B32BD93}"/>
    <pc:docChg chg="delSld modSld">
      <pc:chgData name="Roozbeh Razavi-Far" userId="54a6735f-f923-4b24-bfab-7de18e907ca6" providerId="ADAL" clId="{A5F2370B-B243-4F27-AF05-38FC5B32BD93}" dt="2026-01-23T21:02:35.305" v="184" actId="6549"/>
      <pc:docMkLst>
        <pc:docMk/>
      </pc:docMkLst>
      <pc:sldChg chg="modSp mod">
        <pc:chgData name="Roozbeh Razavi-Far" userId="54a6735f-f923-4b24-bfab-7de18e907ca6" providerId="ADAL" clId="{A5F2370B-B243-4F27-AF05-38FC5B32BD93}" dt="2026-01-23T21:02:35.305" v="184" actId="6549"/>
        <pc:sldMkLst>
          <pc:docMk/>
          <pc:sldMk cId="0" sldId="774"/>
        </pc:sldMkLst>
        <pc:spChg chg="mod">
          <ac:chgData name="Roozbeh Razavi-Far" userId="54a6735f-f923-4b24-bfab-7de18e907ca6" providerId="ADAL" clId="{A5F2370B-B243-4F27-AF05-38FC5B32BD93}" dt="2026-01-23T21:02:10.740" v="125" actId="6549"/>
          <ac:spMkLst>
            <pc:docMk/>
            <pc:sldMk cId="0" sldId="774"/>
            <ac:spMk id="18433" creationId="{00000000-0000-0000-0000-000000000000}"/>
          </ac:spMkLst>
        </pc:spChg>
        <pc:spChg chg="mod">
          <ac:chgData name="Roozbeh Razavi-Far" userId="54a6735f-f923-4b24-bfab-7de18e907ca6" providerId="ADAL" clId="{A5F2370B-B243-4F27-AF05-38FC5B32BD93}" dt="2026-01-23T21:02:35.305" v="184" actId="6549"/>
          <ac:spMkLst>
            <pc:docMk/>
            <pc:sldMk cId="0" sldId="774"/>
            <ac:spMk id="18435" creationId="{00000000-0000-0000-0000-000000000000}"/>
          </ac:spMkLst>
        </pc:spChg>
      </pc:sldChg>
      <pc:sldChg chg="del">
        <pc:chgData name="Roozbeh Razavi-Far" userId="54a6735f-f923-4b24-bfab-7de18e907ca6" providerId="ADAL" clId="{A5F2370B-B243-4F27-AF05-38FC5B32BD93}" dt="2026-01-23T21:01:04.312" v="4" actId="47"/>
        <pc:sldMkLst>
          <pc:docMk/>
          <pc:sldMk cId="0" sldId="1010"/>
        </pc:sldMkLst>
      </pc:sldChg>
      <pc:sldChg chg="del">
        <pc:chgData name="Roozbeh Razavi-Far" userId="54a6735f-f923-4b24-bfab-7de18e907ca6" providerId="ADAL" clId="{A5F2370B-B243-4F27-AF05-38FC5B32BD93}" dt="2026-01-23T21:01:04.347" v="5" actId="47"/>
        <pc:sldMkLst>
          <pc:docMk/>
          <pc:sldMk cId="0" sldId="1011"/>
        </pc:sldMkLst>
      </pc:sldChg>
      <pc:sldChg chg="del">
        <pc:chgData name="Roozbeh Razavi-Far" userId="54a6735f-f923-4b24-bfab-7de18e907ca6" providerId="ADAL" clId="{A5F2370B-B243-4F27-AF05-38FC5B32BD93}" dt="2026-01-23T21:01:04.666" v="15" actId="47"/>
        <pc:sldMkLst>
          <pc:docMk/>
          <pc:sldMk cId="4278508695" sldId="1063"/>
        </pc:sldMkLst>
      </pc:sldChg>
      <pc:sldChg chg="del">
        <pc:chgData name="Roozbeh Razavi-Far" userId="54a6735f-f923-4b24-bfab-7de18e907ca6" providerId="ADAL" clId="{A5F2370B-B243-4F27-AF05-38FC5B32BD93}" dt="2026-01-23T21:01:04.784" v="19" actId="47"/>
        <pc:sldMkLst>
          <pc:docMk/>
          <pc:sldMk cId="2382801353" sldId="1068"/>
        </pc:sldMkLst>
      </pc:sldChg>
      <pc:sldChg chg="del">
        <pc:chgData name="Roozbeh Razavi-Far" userId="54a6735f-f923-4b24-bfab-7de18e907ca6" providerId="ADAL" clId="{A5F2370B-B243-4F27-AF05-38FC5B32BD93}" dt="2026-01-23T21:01:04.997" v="26" actId="47"/>
        <pc:sldMkLst>
          <pc:docMk/>
          <pc:sldMk cId="3960419075" sldId="1082"/>
        </pc:sldMkLst>
      </pc:sldChg>
      <pc:sldChg chg="del">
        <pc:chgData name="Roozbeh Razavi-Far" userId="54a6735f-f923-4b24-bfab-7de18e907ca6" providerId="ADAL" clId="{A5F2370B-B243-4F27-AF05-38FC5B32BD93}" dt="2026-01-23T21:01:05.045" v="27" actId="47"/>
        <pc:sldMkLst>
          <pc:docMk/>
          <pc:sldMk cId="3297132831" sldId="1084"/>
        </pc:sldMkLst>
      </pc:sldChg>
      <pc:sldChg chg="del">
        <pc:chgData name="Roozbeh Razavi-Far" userId="54a6735f-f923-4b24-bfab-7de18e907ca6" providerId="ADAL" clId="{A5F2370B-B243-4F27-AF05-38FC5B32BD93}" dt="2026-01-23T21:01:04.728" v="17" actId="47"/>
        <pc:sldMkLst>
          <pc:docMk/>
          <pc:sldMk cId="3519892179" sldId="1126"/>
        </pc:sldMkLst>
      </pc:sldChg>
      <pc:sldChg chg="del">
        <pc:chgData name="Roozbeh Razavi-Far" userId="54a6735f-f923-4b24-bfab-7de18e907ca6" providerId="ADAL" clId="{A5F2370B-B243-4F27-AF05-38FC5B32BD93}" dt="2026-01-23T21:01:04.752" v="18" actId="47"/>
        <pc:sldMkLst>
          <pc:docMk/>
          <pc:sldMk cId="704632050" sldId="1127"/>
        </pc:sldMkLst>
      </pc:sldChg>
      <pc:sldChg chg="del">
        <pc:chgData name="Roozbeh Razavi-Far" userId="54a6735f-f923-4b24-bfab-7de18e907ca6" providerId="ADAL" clId="{A5F2370B-B243-4F27-AF05-38FC5B32BD93}" dt="2026-01-23T21:01:04.815" v="20" actId="47"/>
        <pc:sldMkLst>
          <pc:docMk/>
          <pc:sldMk cId="1032690912" sldId="1128"/>
        </pc:sldMkLst>
      </pc:sldChg>
      <pc:sldChg chg="del">
        <pc:chgData name="Roozbeh Razavi-Far" userId="54a6735f-f923-4b24-bfab-7de18e907ca6" providerId="ADAL" clId="{A5F2370B-B243-4F27-AF05-38FC5B32BD93}" dt="2026-01-23T21:01:04.683" v="16" actId="47"/>
        <pc:sldMkLst>
          <pc:docMk/>
          <pc:sldMk cId="2416657147" sldId="1130"/>
        </pc:sldMkLst>
      </pc:sldChg>
      <pc:sldChg chg="del">
        <pc:chgData name="Roozbeh Razavi-Far" userId="54a6735f-f923-4b24-bfab-7de18e907ca6" providerId="ADAL" clId="{A5F2370B-B243-4F27-AF05-38FC5B32BD93}" dt="2026-01-23T21:01:04.851" v="21" actId="47"/>
        <pc:sldMkLst>
          <pc:docMk/>
          <pc:sldMk cId="2636887327" sldId="1131"/>
        </pc:sldMkLst>
      </pc:sldChg>
      <pc:sldChg chg="del">
        <pc:chgData name="Roozbeh Razavi-Far" userId="54a6735f-f923-4b24-bfab-7de18e907ca6" providerId="ADAL" clId="{A5F2370B-B243-4F27-AF05-38FC5B32BD93}" dt="2026-01-23T21:01:04.891" v="22" actId="47"/>
        <pc:sldMkLst>
          <pc:docMk/>
          <pc:sldMk cId="1643230204" sldId="1132"/>
        </pc:sldMkLst>
      </pc:sldChg>
      <pc:sldChg chg="del">
        <pc:chgData name="Roozbeh Razavi-Far" userId="54a6735f-f923-4b24-bfab-7de18e907ca6" providerId="ADAL" clId="{A5F2370B-B243-4F27-AF05-38FC5B32BD93}" dt="2026-01-23T21:01:04.915" v="23" actId="47"/>
        <pc:sldMkLst>
          <pc:docMk/>
          <pc:sldMk cId="3217103471" sldId="1133"/>
        </pc:sldMkLst>
      </pc:sldChg>
      <pc:sldChg chg="del">
        <pc:chgData name="Roozbeh Razavi-Far" userId="54a6735f-f923-4b24-bfab-7de18e907ca6" providerId="ADAL" clId="{A5F2370B-B243-4F27-AF05-38FC5B32BD93}" dt="2026-01-23T21:01:04.975" v="25" actId="47"/>
        <pc:sldMkLst>
          <pc:docMk/>
          <pc:sldMk cId="526867578" sldId="1134"/>
        </pc:sldMkLst>
      </pc:sldChg>
      <pc:sldChg chg="del">
        <pc:chgData name="Roozbeh Razavi-Far" userId="54a6735f-f923-4b24-bfab-7de18e907ca6" providerId="ADAL" clId="{A5F2370B-B243-4F27-AF05-38FC5B32BD93}" dt="2026-01-23T21:01:05.083" v="28" actId="47"/>
        <pc:sldMkLst>
          <pc:docMk/>
          <pc:sldMk cId="1880874412" sldId="1135"/>
        </pc:sldMkLst>
      </pc:sldChg>
      <pc:sldChg chg="del">
        <pc:chgData name="Roozbeh Razavi-Far" userId="54a6735f-f923-4b24-bfab-7de18e907ca6" providerId="ADAL" clId="{A5F2370B-B243-4F27-AF05-38FC5B32BD93}" dt="2026-01-23T21:01:05.316" v="29" actId="47"/>
        <pc:sldMkLst>
          <pc:docMk/>
          <pc:sldMk cId="174868321" sldId="1136"/>
        </pc:sldMkLst>
      </pc:sldChg>
      <pc:sldChg chg="del">
        <pc:chgData name="Roozbeh Razavi-Far" userId="54a6735f-f923-4b24-bfab-7de18e907ca6" providerId="ADAL" clId="{A5F2370B-B243-4F27-AF05-38FC5B32BD93}" dt="2026-01-23T21:01:05.560" v="30" actId="47"/>
        <pc:sldMkLst>
          <pc:docMk/>
          <pc:sldMk cId="1251906149" sldId="1192"/>
        </pc:sldMkLst>
      </pc:sldChg>
      <pc:sldChg chg="del">
        <pc:chgData name="Roozbeh Razavi-Far" userId="54a6735f-f923-4b24-bfab-7de18e907ca6" providerId="ADAL" clId="{A5F2370B-B243-4F27-AF05-38FC5B32BD93}" dt="2026-01-23T21:01:05.800" v="31" actId="47"/>
        <pc:sldMkLst>
          <pc:docMk/>
          <pc:sldMk cId="4294820974" sldId="1193"/>
        </pc:sldMkLst>
      </pc:sldChg>
      <pc:sldChg chg="del">
        <pc:chgData name="Roozbeh Razavi-Far" userId="54a6735f-f923-4b24-bfab-7de18e907ca6" providerId="ADAL" clId="{A5F2370B-B243-4F27-AF05-38FC5B32BD93}" dt="2026-01-23T21:01:06.001" v="32" actId="47"/>
        <pc:sldMkLst>
          <pc:docMk/>
          <pc:sldMk cId="4122930347" sldId="1194"/>
        </pc:sldMkLst>
      </pc:sldChg>
      <pc:sldChg chg="del">
        <pc:chgData name="Roozbeh Razavi-Far" userId="54a6735f-f923-4b24-bfab-7de18e907ca6" providerId="ADAL" clId="{A5F2370B-B243-4F27-AF05-38FC5B32BD93}" dt="2026-01-23T21:01:06.226" v="33" actId="47"/>
        <pc:sldMkLst>
          <pc:docMk/>
          <pc:sldMk cId="3202684305" sldId="1195"/>
        </pc:sldMkLst>
      </pc:sldChg>
      <pc:sldChg chg="del">
        <pc:chgData name="Roozbeh Razavi-Far" userId="54a6735f-f923-4b24-bfab-7de18e907ca6" providerId="ADAL" clId="{A5F2370B-B243-4F27-AF05-38FC5B32BD93}" dt="2026-01-23T21:01:06.444" v="34" actId="47"/>
        <pc:sldMkLst>
          <pc:docMk/>
          <pc:sldMk cId="1630352643" sldId="1196"/>
        </pc:sldMkLst>
      </pc:sldChg>
      <pc:sldChg chg="del">
        <pc:chgData name="Roozbeh Razavi-Far" userId="54a6735f-f923-4b24-bfab-7de18e907ca6" providerId="ADAL" clId="{A5F2370B-B243-4F27-AF05-38FC5B32BD93}" dt="2026-01-23T21:01:06.695" v="35" actId="47"/>
        <pc:sldMkLst>
          <pc:docMk/>
          <pc:sldMk cId="2405247606" sldId="1197"/>
        </pc:sldMkLst>
      </pc:sldChg>
      <pc:sldChg chg="del">
        <pc:chgData name="Roozbeh Razavi-Far" userId="54a6735f-f923-4b24-bfab-7de18e907ca6" providerId="ADAL" clId="{A5F2370B-B243-4F27-AF05-38FC5B32BD93}" dt="2026-01-23T21:01:06.931" v="36" actId="47"/>
        <pc:sldMkLst>
          <pc:docMk/>
          <pc:sldMk cId="3670373943" sldId="1198"/>
        </pc:sldMkLst>
      </pc:sldChg>
      <pc:sldChg chg="del">
        <pc:chgData name="Roozbeh Razavi-Far" userId="54a6735f-f923-4b24-bfab-7de18e907ca6" providerId="ADAL" clId="{A5F2370B-B243-4F27-AF05-38FC5B32BD93}" dt="2026-01-23T21:01:07.128" v="37" actId="47"/>
        <pc:sldMkLst>
          <pc:docMk/>
          <pc:sldMk cId="2614665432" sldId="1199"/>
        </pc:sldMkLst>
      </pc:sldChg>
      <pc:sldChg chg="del">
        <pc:chgData name="Roozbeh Razavi-Far" userId="54a6735f-f923-4b24-bfab-7de18e907ca6" providerId="ADAL" clId="{A5F2370B-B243-4F27-AF05-38FC5B32BD93}" dt="2026-01-23T21:01:07.600" v="39" actId="47"/>
        <pc:sldMkLst>
          <pc:docMk/>
          <pc:sldMk cId="3041715320" sldId="1200"/>
        </pc:sldMkLst>
      </pc:sldChg>
      <pc:sldChg chg="del">
        <pc:chgData name="Roozbeh Razavi-Far" userId="54a6735f-f923-4b24-bfab-7de18e907ca6" providerId="ADAL" clId="{A5F2370B-B243-4F27-AF05-38FC5B32BD93}" dt="2026-01-23T21:01:07.791" v="40" actId="47"/>
        <pc:sldMkLst>
          <pc:docMk/>
          <pc:sldMk cId="1240067388" sldId="1201"/>
        </pc:sldMkLst>
      </pc:sldChg>
      <pc:sldChg chg="del">
        <pc:chgData name="Roozbeh Razavi-Far" userId="54a6735f-f923-4b24-bfab-7de18e907ca6" providerId="ADAL" clId="{A5F2370B-B243-4F27-AF05-38FC5B32BD93}" dt="2026-01-23T21:01:08.035" v="41" actId="47"/>
        <pc:sldMkLst>
          <pc:docMk/>
          <pc:sldMk cId="378735036" sldId="1202"/>
        </pc:sldMkLst>
      </pc:sldChg>
      <pc:sldChg chg="del">
        <pc:chgData name="Roozbeh Razavi-Far" userId="54a6735f-f923-4b24-bfab-7de18e907ca6" providerId="ADAL" clId="{A5F2370B-B243-4F27-AF05-38FC5B32BD93}" dt="2026-01-23T21:01:08.206" v="42" actId="47"/>
        <pc:sldMkLst>
          <pc:docMk/>
          <pc:sldMk cId="2596850166" sldId="1203"/>
        </pc:sldMkLst>
      </pc:sldChg>
      <pc:sldChg chg="del">
        <pc:chgData name="Roozbeh Razavi-Far" userId="54a6735f-f923-4b24-bfab-7de18e907ca6" providerId="ADAL" clId="{A5F2370B-B243-4F27-AF05-38FC5B32BD93}" dt="2026-01-23T21:01:08.474" v="43" actId="47"/>
        <pc:sldMkLst>
          <pc:docMk/>
          <pc:sldMk cId="326806211" sldId="1204"/>
        </pc:sldMkLst>
      </pc:sldChg>
      <pc:sldChg chg="del">
        <pc:chgData name="Roozbeh Razavi-Far" userId="54a6735f-f923-4b24-bfab-7de18e907ca6" providerId="ADAL" clId="{A5F2370B-B243-4F27-AF05-38FC5B32BD93}" dt="2026-01-23T21:01:08.683" v="44" actId="47"/>
        <pc:sldMkLst>
          <pc:docMk/>
          <pc:sldMk cId="417237581" sldId="1205"/>
        </pc:sldMkLst>
      </pc:sldChg>
      <pc:sldChg chg="del">
        <pc:chgData name="Roozbeh Razavi-Far" userId="54a6735f-f923-4b24-bfab-7de18e907ca6" providerId="ADAL" clId="{A5F2370B-B243-4F27-AF05-38FC5B32BD93}" dt="2026-01-23T21:01:08.853" v="45" actId="47"/>
        <pc:sldMkLst>
          <pc:docMk/>
          <pc:sldMk cId="3657188734" sldId="1206"/>
        </pc:sldMkLst>
      </pc:sldChg>
      <pc:sldChg chg="del">
        <pc:chgData name="Roozbeh Razavi-Far" userId="54a6735f-f923-4b24-bfab-7de18e907ca6" providerId="ADAL" clId="{A5F2370B-B243-4F27-AF05-38FC5B32BD93}" dt="2026-01-23T21:01:09.329" v="46" actId="47"/>
        <pc:sldMkLst>
          <pc:docMk/>
          <pc:sldMk cId="3802900119" sldId="1207"/>
        </pc:sldMkLst>
      </pc:sldChg>
      <pc:sldChg chg="del">
        <pc:chgData name="Roozbeh Razavi-Far" userId="54a6735f-f923-4b24-bfab-7de18e907ca6" providerId="ADAL" clId="{A5F2370B-B243-4F27-AF05-38FC5B32BD93}" dt="2026-01-23T21:01:09.392" v="47" actId="47"/>
        <pc:sldMkLst>
          <pc:docMk/>
          <pc:sldMk cId="2912562507" sldId="1208"/>
        </pc:sldMkLst>
      </pc:sldChg>
      <pc:sldChg chg="del">
        <pc:chgData name="Roozbeh Razavi-Far" userId="54a6735f-f923-4b24-bfab-7de18e907ca6" providerId="ADAL" clId="{A5F2370B-B243-4F27-AF05-38FC5B32BD93}" dt="2026-01-23T21:01:09.456" v="48" actId="47"/>
        <pc:sldMkLst>
          <pc:docMk/>
          <pc:sldMk cId="1661647475" sldId="1209"/>
        </pc:sldMkLst>
      </pc:sldChg>
      <pc:sldChg chg="del">
        <pc:chgData name="Roozbeh Razavi-Far" userId="54a6735f-f923-4b24-bfab-7de18e907ca6" providerId="ADAL" clId="{A5F2370B-B243-4F27-AF05-38FC5B32BD93}" dt="2026-01-23T21:01:09.507" v="49" actId="47"/>
        <pc:sldMkLst>
          <pc:docMk/>
          <pc:sldMk cId="466620633" sldId="1210"/>
        </pc:sldMkLst>
      </pc:sldChg>
      <pc:sldChg chg="del">
        <pc:chgData name="Roozbeh Razavi-Far" userId="54a6735f-f923-4b24-bfab-7de18e907ca6" providerId="ADAL" clId="{A5F2370B-B243-4F27-AF05-38FC5B32BD93}" dt="2026-01-23T21:01:04.583" v="13" actId="47"/>
        <pc:sldMkLst>
          <pc:docMk/>
          <pc:sldMk cId="1751878752" sldId="1233"/>
        </pc:sldMkLst>
      </pc:sldChg>
      <pc:sldChg chg="del">
        <pc:chgData name="Roozbeh Razavi-Far" userId="54a6735f-f923-4b24-bfab-7de18e907ca6" providerId="ADAL" clId="{A5F2370B-B243-4F27-AF05-38FC5B32BD93}" dt="2026-01-23T21:01:04.629" v="14" actId="47"/>
        <pc:sldMkLst>
          <pc:docMk/>
          <pc:sldMk cId="222221722" sldId="1242"/>
        </pc:sldMkLst>
      </pc:sldChg>
      <pc:sldChg chg="del">
        <pc:chgData name="Roozbeh Razavi-Far" userId="54a6735f-f923-4b24-bfab-7de18e907ca6" providerId="ADAL" clId="{A5F2370B-B243-4F27-AF05-38FC5B32BD93}" dt="2026-01-23T21:01:09.550" v="51" actId="47"/>
        <pc:sldMkLst>
          <pc:docMk/>
          <pc:sldMk cId="1032266227" sldId="1243"/>
        </pc:sldMkLst>
      </pc:sldChg>
      <pc:sldChg chg="del">
        <pc:chgData name="Roozbeh Razavi-Far" userId="54a6735f-f923-4b24-bfab-7de18e907ca6" providerId="ADAL" clId="{A5F2370B-B243-4F27-AF05-38FC5B32BD93}" dt="2026-01-23T21:01:09.582" v="52" actId="47"/>
        <pc:sldMkLst>
          <pc:docMk/>
          <pc:sldMk cId="3454125738" sldId="1244"/>
        </pc:sldMkLst>
      </pc:sldChg>
      <pc:sldChg chg="del">
        <pc:chgData name="Roozbeh Razavi-Far" userId="54a6735f-f923-4b24-bfab-7de18e907ca6" providerId="ADAL" clId="{A5F2370B-B243-4F27-AF05-38FC5B32BD93}" dt="2026-01-23T21:01:09.614" v="53" actId="47"/>
        <pc:sldMkLst>
          <pc:docMk/>
          <pc:sldMk cId="2109120217" sldId="1245"/>
        </pc:sldMkLst>
      </pc:sldChg>
      <pc:sldChg chg="del">
        <pc:chgData name="Roozbeh Razavi-Far" userId="54a6735f-f923-4b24-bfab-7de18e907ca6" providerId="ADAL" clId="{A5F2370B-B243-4F27-AF05-38FC5B32BD93}" dt="2026-01-23T21:01:09.677" v="54" actId="47"/>
        <pc:sldMkLst>
          <pc:docMk/>
          <pc:sldMk cId="1905713084" sldId="1246"/>
        </pc:sldMkLst>
      </pc:sldChg>
      <pc:sldChg chg="del">
        <pc:chgData name="Roozbeh Razavi-Far" userId="54a6735f-f923-4b24-bfab-7de18e907ca6" providerId="ADAL" clId="{A5F2370B-B243-4F27-AF05-38FC5B32BD93}" dt="2026-01-23T21:01:09.724" v="55" actId="47"/>
        <pc:sldMkLst>
          <pc:docMk/>
          <pc:sldMk cId="1569705117" sldId="1247"/>
        </pc:sldMkLst>
      </pc:sldChg>
      <pc:sldChg chg="del">
        <pc:chgData name="Roozbeh Razavi-Far" userId="54a6735f-f923-4b24-bfab-7de18e907ca6" providerId="ADAL" clId="{A5F2370B-B243-4F27-AF05-38FC5B32BD93}" dt="2026-01-23T21:01:09.758" v="56" actId="47"/>
        <pc:sldMkLst>
          <pc:docMk/>
          <pc:sldMk cId="1676867210" sldId="1248"/>
        </pc:sldMkLst>
      </pc:sldChg>
      <pc:sldChg chg="del">
        <pc:chgData name="Roozbeh Razavi-Far" userId="54a6735f-f923-4b24-bfab-7de18e907ca6" providerId="ADAL" clId="{A5F2370B-B243-4F27-AF05-38FC5B32BD93}" dt="2026-01-23T21:01:10.145" v="58" actId="47"/>
        <pc:sldMkLst>
          <pc:docMk/>
          <pc:sldMk cId="1288152385" sldId="1249"/>
        </pc:sldMkLst>
      </pc:sldChg>
      <pc:sldChg chg="del">
        <pc:chgData name="Roozbeh Razavi-Far" userId="54a6735f-f923-4b24-bfab-7de18e907ca6" providerId="ADAL" clId="{A5F2370B-B243-4F27-AF05-38FC5B32BD93}" dt="2026-01-23T21:01:10.377" v="59" actId="47"/>
        <pc:sldMkLst>
          <pc:docMk/>
          <pc:sldMk cId="3087385503" sldId="1250"/>
        </pc:sldMkLst>
      </pc:sldChg>
      <pc:sldChg chg="del">
        <pc:chgData name="Roozbeh Razavi-Far" userId="54a6735f-f923-4b24-bfab-7de18e907ca6" providerId="ADAL" clId="{A5F2370B-B243-4F27-AF05-38FC5B32BD93}" dt="2026-01-23T21:01:10.590" v="60" actId="47"/>
        <pc:sldMkLst>
          <pc:docMk/>
          <pc:sldMk cId="664643172" sldId="1251"/>
        </pc:sldMkLst>
      </pc:sldChg>
      <pc:sldChg chg="del">
        <pc:chgData name="Roozbeh Razavi-Far" userId="54a6735f-f923-4b24-bfab-7de18e907ca6" providerId="ADAL" clId="{A5F2370B-B243-4F27-AF05-38FC5B32BD93}" dt="2026-01-23T21:01:10.791" v="61" actId="47"/>
        <pc:sldMkLst>
          <pc:docMk/>
          <pc:sldMk cId="561112980" sldId="1252"/>
        </pc:sldMkLst>
      </pc:sldChg>
      <pc:sldChg chg="del">
        <pc:chgData name="Roozbeh Razavi-Far" userId="54a6735f-f923-4b24-bfab-7de18e907ca6" providerId="ADAL" clId="{A5F2370B-B243-4F27-AF05-38FC5B32BD93}" dt="2026-01-23T21:01:11.030" v="62" actId="47"/>
        <pc:sldMkLst>
          <pc:docMk/>
          <pc:sldMk cId="4253565402" sldId="1253"/>
        </pc:sldMkLst>
      </pc:sldChg>
      <pc:sldChg chg="del">
        <pc:chgData name="Roozbeh Razavi-Far" userId="54a6735f-f923-4b24-bfab-7de18e907ca6" providerId="ADAL" clId="{A5F2370B-B243-4F27-AF05-38FC5B32BD93}" dt="2026-01-23T21:01:11.257" v="63" actId="47"/>
        <pc:sldMkLst>
          <pc:docMk/>
          <pc:sldMk cId="3859416107" sldId="1254"/>
        </pc:sldMkLst>
      </pc:sldChg>
      <pc:sldChg chg="del">
        <pc:chgData name="Roozbeh Razavi-Far" userId="54a6735f-f923-4b24-bfab-7de18e907ca6" providerId="ADAL" clId="{A5F2370B-B243-4F27-AF05-38FC5B32BD93}" dt="2026-01-23T21:01:11.533" v="64" actId="47"/>
        <pc:sldMkLst>
          <pc:docMk/>
          <pc:sldMk cId="395761542" sldId="1255"/>
        </pc:sldMkLst>
      </pc:sldChg>
      <pc:sldChg chg="del">
        <pc:chgData name="Roozbeh Razavi-Far" userId="54a6735f-f923-4b24-bfab-7de18e907ca6" providerId="ADAL" clId="{A5F2370B-B243-4F27-AF05-38FC5B32BD93}" dt="2026-01-23T21:01:11.695" v="65" actId="47"/>
        <pc:sldMkLst>
          <pc:docMk/>
          <pc:sldMk cId="1789852585" sldId="1256"/>
        </pc:sldMkLst>
      </pc:sldChg>
      <pc:sldChg chg="del">
        <pc:chgData name="Roozbeh Razavi-Far" userId="54a6735f-f923-4b24-bfab-7de18e907ca6" providerId="ADAL" clId="{A5F2370B-B243-4F27-AF05-38FC5B32BD93}" dt="2026-01-23T21:01:12.940" v="75" actId="47"/>
        <pc:sldMkLst>
          <pc:docMk/>
          <pc:sldMk cId="3880135206" sldId="1262"/>
        </pc:sldMkLst>
      </pc:sldChg>
      <pc:sldChg chg="del">
        <pc:chgData name="Roozbeh Razavi-Far" userId="54a6735f-f923-4b24-bfab-7de18e907ca6" providerId="ADAL" clId="{A5F2370B-B243-4F27-AF05-38FC5B32BD93}" dt="2026-01-23T21:01:13.054" v="78" actId="47"/>
        <pc:sldMkLst>
          <pc:docMk/>
          <pc:sldMk cId="2949881896" sldId="1263"/>
        </pc:sldMkLst>
      </pc:sldChg>
      <pc:sldChg chg="del">
        <pc:chgData name="Roozbeh Razavi-Far" userId="54a6735f-f923-4b24-bfab-7de18e907ca6" providerId="ADAL" clId="{A5F2370B-B243-4F27-AF05-38FC5B32BD93}" dt="2026-01-23T21:01:13.082" v="79" actId="47"/>
        <pc:sldMkLst>
          <pc:docMk/>
          <pc:sldMk cId="2823459019" sldId="1264"/>
        </pc:sldMkLst>
      </pc:sldChg>
      <pc:sldChg chg="del">
        <pc:chgData name="Roozbeh Razavi-Far" userId="54a6735f-f923-4b24-bfab-7de18e907ca6" providerId="ADAL" clId="{A5F2370B-B243-4F27-AF05-38FC5B32BD93}" dt="2026-01-23T21:01:13.113" v="80" actId="47"/>
        <pc:sldMkLst>
          <pc:docMk/>
          <pc:sldMk cId="3394144231" sldId="1265"/>
        </pc:sldMkLst>
      </pc:sldChg>
      <pc:sldChg chg="del">
        <pc:chgData name="Roozbeh Razavi-Far" userId="54a6735f-f923-4b24-bfab-7de18e907ca6" providerId="ADAL" clId="{A5F2370B-B243-4F27-AF05-38FC5B32BD93}" dt="2026-01-23T21:01:13.145" v="81" actId="47"/>
        <pc:sldMkLst>
          <pc:docMk/>
          <pc:sldMk cId="280663057" sldId="1266"/>
        </pc:sldMkLst>
      </pc:sldChg>
      <pc:sldChg chg="del">
        <pc:chgData name="Roozbeh Razavi-Far" userId="54a6735f-f923-4b24-bfab-7de18e907ca6" providerId="ADAL" clId="{A5F2370B-B243-4F27-AF05-38FC5B32BD93}" dt="2026-01-23T21:01:13.171" v="82" actId="47"/>
        <pc:sldMkLst>
          <pc:docMk/>
          <pc:sldMk cId="1121926097" sldId="1267"/>
        </pc:sldMkLst>
      </pc:sldChg>
      <pc:sldChg chg="del">
        <pc:chgData name="Roozbeh Razavi-Far" userId="54a6735f-f923-4b24-bfab-7de18e907ca6" providerId="ADAL" clId="{A5F2370B-B243-4F27-AF05-38FC5B32BD93}" dt="2026-01-23T21:01:13.787" v="83" actId="47"/>
        <pc:sldMkLst>
          <pc:docMk/>
          <pc:sldMk cId="3266351189" sldId="1268"/>
        </pc:sldMkLst>
      </pc:sldChg>
      <pc:sldChg chg="del">
        <pc:chgData name="Roozbeh Razavi-Far" userId="54a6735f-f923-4b24-bfab-7de18e907ca6" providerId="ADAL" clId="{A5F2370B-B243-4F27-AF05-38FC5B32BD93}" dt="2026-01-23T21:01:14.103" v="84" actId="47"/>
        <pc:sldMkLst>
          <pc:docMk/>
          <pc:sldMk cId="2120040114" sldId="1269"/>
        </pc:sldMkLst>
      </pc:sldChg>
      <pc:sldChg chg="del">
        <pc:chgData name="Roozbeh Razavi-Far" userId="54a6735f-f923-4b24-bfab-7de18e907ca6" providerId="ADAL" clId="{A5F2370B-B243-4F27-AF05-38FC5B32BD93}" dt="2026-01-23T21:01:14.539" v="85" actId="47"/>
        <pc:sldMkLst>
          <pc:docMk/>
          <pc:sldMk cId="92516932" sldId="1270"/>
        </pc:sldMkLst>
      </pc:sldChg>
      <pc:sldChg chg="del">
        <pc:chgData name="Roozbeh Razavi-Far" userId="54a6735f-f923-4b24-bfab-7de18e907ca6" providerId="ADAL" clId="{A5F2370B-B243-4F27-AF05-38FC5B32BD93}" dt="2026-01-23T21:01:15.422" v="86" actId="47"/>
        <pc:sldMkLst>
          <pc:docMk/>
          <pc:sldMk cId="845090906" sldId="1271"/>
        </pc:sldMkLst>
      </pc:sldChg>
      <pc:sldChg chg="del">
        <pc:chgData name="Roozbeh Razavi-Far" userId="54a6735f-f923-4b24-bfab-7de18e907ca6" providerId="ADAL" clId="{A5F2370B-B243-4F27-AF05-38FC5B32BD93}" dt="2026-01-23T21:01:04.372" v="6" actId="47"/>
        <pc:sldMkLst>
          <pc:docMk/>
          <pc:sldMk cId="965041766" sldId="1272"/>
        </pc:sldMkLst>
      </pc:sldChg>
      <pc:sldChg chg="del">
        <pc:chgData name="Roozbeh Razavi-Far" userId="54a6735f-f923-4b24-bfab-7de18e907ca6" providerId="ADAL" clId="{A5F2370B-B243-4F27-AF05-38FC5B32BD93}" dt="2026-01-23T21:01:04.404" v="7" actId="47"/>
        <pc:sldMkLst>
          <pc:docMk/>
          <pc:sldMk cId="2369886796" sldId="1273"/>
        </pc:sldMkLst>
      </pc:sldChg>
      <pc:sldChg chg="del">
        <pc:chgData name="Roozbeh Razavi-Far" userId="54a6735f-f923-4b24-bfab-7de18e907ca6" providerId="ADAL" clId="{A5F2370B-B243-4F27-AF05-38FC5B32BD93}" dt="2026-01-23T21:01:04.426" v="8" actId="47"/>
        <pc:sldMkLst>
          <pc:docMk/>
          <pc:sldMk cId="2673108383" sldId="1274"/>
        </pc:sldMkLst>
      </pc:sldChg>
      <pc:sldChg chg="del">
        <pc:chgData name="Roozbeh Razavi-Far" userId="54a6735f-f923-4b24-bfab-7de18e907ca6" providerId="ADAL" clId="{A5F2370B-B243-4F27-AF05-38FC5B32BD93}" dt="2026-01-23T21:01:04.459" v="9" actId="47"/>
        <pc:sldMkLst>
          <pc:docMk/>
          <pc:sldMk cId="3693742526" sldId="1275"/>
        </pc:sldMkLst>
      </pc:sldChg>
      <pc:sldChg chg="del">
        <pc:chgData name="Roozbeh Razavi-Far" userId="54a6735f-f923-4b24-bfab-7de18e907ca6" providerId="ADAL" clId="{A5F2370B-B243-4F27-AF05-38FC5B32BD93}" dt="2026-01-23T21:01:04.492" v="10" actId="47"/>
        <pc:sldMkLst>
          <pc:docMk/>
          <pc:sldMk cId="1687015516" sldId="1276"/>
        </pc:sldMkLst>
      </pc:sldChg>
      <pc:sldChg chg="del">
        <pc:chgData name="Roozbeh Razavi-Far" userId="54a6735f-f923-4b24-bfab-7de18e907ca6" providerId="ADAL" clId="{A5F2370B-B243-4F27-AF05-38FC5B32BD93}" dt="2026-01-23T21:01:04.530" v="11" actId="47"/>
        <pc:sldMkLst>
          <pc:docMk/>
          <pc:sldMk cId="2959396922" sldId="1277"/>
        </pc:sldMkLst>
      </pc:sldChg>
      <pc:sldChg chg="del">
        <pc:chgData name="Roozbeh Razavi-Far" userId="54a6735f-f923-4b24-bfab-7de18e907ca6" providerId="ADAL" clId="{A5F2370B-B243-4F27-AF05-38FC5B32BD93}" dt="2026-01-23T21:01:04.558" v="12" actId="47"/>
        <pc:sldMkLst>
          <pc:docMk/>
          <pc:sldMk cId="2473152448" sldId="1278"/>
        </pc:sldMkLst>
      </pc:sldChg>
      <pc:sldChg chg="del">
        <pc:chgData name="Roozbeh Razavi-Far" userId="54a6735f-f923-4b24-bfab-7de18e907ca6" providerId="ADAL" clId="{A5F2370B-B243-4F27-AF05-38FC5B32BD93}" dt="2026-01-23T21:01:11.872" v="66" actId="47"/>
        <pc:sldMkLst>
          <pc:docMk/>
          <pc:sldMk cId="2547972314" sldId="1279"/>
        </pc:sldMkLst>
      </pc:sldChg>
      <pc:sldChg chg="del">
        <pc:chgData name="Roozbeh Razavi-Far" userId="54a6735f-f923-4b24-bfab-7de18e907ca6" providerId="ADAL" clId="{A5F2370B-B243-4F27-AF05-38FC5B32BD93}" dt="2026-01-23T21:01:12.088" v="67" actId="47"/>
        <pc:sldMkLst>
          <pc:docMk/>
          <pc:sldMk cId="3892400086" sldId="1280"/>
        </pc:sldMkLst>
      </pc:sldChg>
      <pc:sldChg chg="del">
        <pc:chgData name="Roozbeh Razavi-Far" userId="54a6735f-f923-4b24-bfab-7de18e907ca6" providerId="ADAL" clId="{A5F2370B-B243-4F27-AF05-38FC5B32BD93}" dt="2026-01-23T21:01:12.286" v="68" actId="47"/>
        <pc:sldMkLst>
          <pc:docMk/>
          <pc:sldMk cId="3180300850" sldId="1281"/>
        </pc:sldMkLst>
      </pc:sldChg>
      <pc:sldChg chg="del">
        <pc:chgData name="Roozbeh Razavi-Far" userId="54a6735f-f923-4b24-bfab-7de18e907ca6" providerId="ADAL" clId="{A5F2370B-B243-4F27-AF05-38FC5B32BD93}" dt="2026-01-23T21:01:12.782" v="69" actId="47"/>
        <pc:sldMkLst>
          <pc:docMk/>
          <pc:sldMk cId="129330920" sldId="1282"/>
        </pc:sldMkLst>
      </pc:sldChg>
      <pc:sldChg chg="del">
        <pc:chgData name="Roozbeh Razavi-Far" userId="54a6735f-f923-4b24-bfab-7de18e907ca6" providerId="ADAL" clId="{A5F2370B-B243-4F27-AF05-38FC5B32BD93}" dt="2026-01-23T21:01:12.782" v="70" actId="47"/>
        <pc:sldMkLst>
          <pc:docMk/>
          <pc:sldMk cId="2995416658" sldId="1283"/>
        </pc:sldMkLst>
      </pc:sldChg>
      <pc:sldChg chg="del">
        <pc:chgData name="Roozbeh Razavi-Far" userId="54a6735f-f923-4b24-bfab-7de18e907ca6" providerId="ADAL" clId="{A5F2370B-B243-4F27-AF05-38FC5B32BD93}" dt="2026-01-23T21:01:12.821" v="71" actId="47"/>
        <pc:sldMkLst>
          <pc:docMk/>
          <pc:sldMk cId="2485555687" sldId="1284"/>
        </pc:sldMkLst>
      </pc:sldChg>
      <pc:sldChg chg="del">
        <pc:chgData name="Roozbeh Razavi-Far" userId="54a6735f-f923-4b24-bfab-7de18e907ca6" providerId="ADAL" clId="{A5F2370B-B243-4F27-AF05-38FC5B32BD93}" dt="2026-01-23T21:01:12.860" v="72" actId="47"/>
        <pc:sldMkLst>
          <pc:docMk/>
          <pc:sldMk cId="1327951036" sldId="1285"/>
        </pc:sldMkLst>
      </pc:sldChg>
      <pc:sldChg chg="del">
        <pc:chgData name="Roozbeh Razavi-Far" userId="54a6735f-f923-4b24-bfab-7de18e907ca6" providerId="ADAL" clId="{A5F2370B-B243-4F27-AF05-38FC5B32BD93}" dt="2026-01-23T21:01:12.892" v="73" actId="47"/>
        <pc:sldMkLst>
          <pc:docMk/>
          <pc:sldMk cId="2040263017" sldId="1286"/>
        </pc:sldMkLst>
      </pc:sldChg>
      <pc:sldChg chg="del">
        <pc:chgData name="Roozbeh Razavi-Far" userId="54a6735f-f923-4b24-bfab-7de18e907ca6" providerId="ADAL" clId="{A5F2370B-B243-4F27-AF05-38FC5B32BD93}" dt="2026-01-23T21:01:12.908" v="74" actId="47"/>
        <pc:sldMkLst>
          <pc:docMk/>
          <pc:sldMk cId="762664057" sldId="1287"/>
        </pc:sldMkLst>
      </pc:sldChg>
      <pc:sldChg chg="del">
        <pc:chgData name="Roozbeh Razavi-Far" userId="54a6735f-f923-4b24-bfab-7de18e907ca6" providerId="ADAL" clId="{A5F2370B-B243-4F27-AF05-38FC5B32BD93}" dt="2026-01-23T21:01:07.345" v="38" actId="47"/>
        <pc:sldMkLst>
          <pc:docMk/>
          <pc:sldMk cId="4101541583" sldId="1288"/>
        </pc:sldMkLst>
      </pc:sldChg>
      <pc:sldChg chg="del">
        <pc:chgData name="Roozbeh Razavi-Far" userId="54a6735f-f923-4b24-bfab-7de18e907ca6" providerId="ADAL" clId="{A5F2370B-B243-4F27-AF05-38FC5B32BD93}" dt="2026-01-23T21:00:59.188" v="0" actId="47"/>
        <pc:sldMkLst>
          <pc:docMk/>
          <pc:sldMk cId="2674476518" sldId="1292"/>
        </pc:sldMkLst>
      </pc:sldChg>
      <pc:sldChg chg="del">
        <pc:chgData name="Roozbeh Razavi-Far" userId="54a6735f-f923-4b24-bfab-7de18e907ca6" providerId="ADAL" clId="{A5F2370B-B243-4F27-AF05-38FC5B32BD93}" dt="2026-01-23T21:01:02.002" v="1" actId="47"/>
        <pc:sldMkLst>
          <pc:docMk/>
          <pc:sldMk cId="1704980168" sldId="1293"/>
        </pc:sldMkLst>
      </pc:sldChg>
      <pc:sldChg chg="del">
        <pc:chgData name="Roozbeh Razavi-Far" userId="54a6735f-f923-4b24-bfab-7de18e907ca6" providerId="ADAL" clId="{A5F2370B-B243-4F27-AF05-38FC5B32BD93}" dt="2026-01-23T21:01:02.684" v="2" actId="47"/>
        <pc:sldMkLst>
          <pc:docMk/>
          <pc:sldMk cId="768513983" sldId="1294"/>
        </pc:sldMkLst>
      </pc:sldChg>
      <pc:sldChg chg="del">
        <pc:chgData name="Roozbeh Razavi-Far" userId="54a6735f-f923-4b24-bfab-7de18e907ca6" providerId="ADAL" clId="{A5F2370B-B243-4F27-AF05-38FC5B32BD93}" dt="2026-01-23T21:01:03.820" v="3" actId="47"/>
        <pc:sldMkLst>
          <pc:docMk/>
          <pc:sldMk cId="1072759789" sldId="1296"/>
        </pc:sldMkLst>
      </pc:sldChg>
      <pc:sldChg chg="del">
        <pc:chgData name="Roozbeh Razavi-Far" userId="54a6735f-f923-4b24-bfab-7de18e907ca6" providerId="ADAL" clId="{A5F2370B-B243-4F27-AF05-38FC5B32BD93}" dt="2026-01-23T21:01:04.945" v="24" actId="47"/>
        <pc:sldMkLst>
          <pc:docMk/>
          <pc:sldMk cId="17708781" sldId="1297"/>
        </pc:sldMkLst>
      </pc:sldChg>
      <pc:sldChg chg="del">
        <pc:chgData name="Roozbeh Razavi-Far" userId="54a6735f-f923-4b24-bfab-7de18e907ca6" providerId="ADAL" clId="{A5F2370B-B243-4F27-AF05-38FC5B32BD93}" dt="2026-01-23T21:01:16.042" v="87" actId="47"/>
        <pc:sldMkLst>
          <pc:docMk/>
          <pc:sldMk cId="2316344761" sldId="1298"/>
        </pc:sldMkLst>
      </pc:sldChg>
      <pc:sldChg chg="del">
        <pc:chgData name="Roozbeh Razavi-Far" userId="54a6735f-f923-4b24-bfab-7de18e907ca6" providerId="ADAL" clId="{A5F2370B-B243-4F27-AF05-38FC5B32BD93}" dt="2026-01-23T21:01:13.010" v="77" actId="47"/>
        <pc:sldMkLst>
          <pc:docMk/>
          <pc:sldMk cId="3823961752" sldId="1299"/>
        </pc:sldMkLst>
      </pc:sldChg>
      <pc:sldChg chg="del">
        <pc:chgData name="Roozbeh Razavi-Far" userId="54a6735f-f923-4b24-bfab-7de18e907ca6" providerId="ADAL" clId="{A5F2370B-B243-4F27-AF05-38FC5B32BD93}" dt="2026-01-23T21:01:09.519" v="50" actId="47"/>
        <pc:sldMkLst>
          <pc:docMk/>
          <pc:sldMk cId="900088892" sldId="1300"/>
        </pc:sldMkLst>
      </pc:sldChg>
      <pc:sldChg chg="del">
        <pc:chgData name="Roozbeh Razavi-Far" userId="54a6735f-f923-4b24-bfab-7de18e907ca6" providerId="ADAL" clId="{A5F2370B-B243-4F27-AF05-38FC5B32BD93}" dt="2026-01-23T21:01:09.774" v="57" actId="47"/>
        <pc:sldMkLst>
          <pc:docMk/>
          <pc:sldMk cId="1562305540" sldId="1301"/>
        </pc:sldMkLst>
      </pc:sldChg>
      <pc:sldChg chg="del">
        <pc:chgData name="Roozbeh Razavi-Far" userId="54a6735f-f923-4b24-bfab-7de18e907ca6" providerId="ADAL" clId="{A5F2370B-B243-4F27-AF05-38FC5B32BD93}" dt="2026-01-23T21:01:12.971" v="76" actId="47"/>
        <pc:sldMkLst>
          <pc:docMk/>
          <pc:sldMk cId="1353353297" sldId="13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D243C66-358E-43DE-9130-C777BBDF2A11}" type="datetimeFigureOut">
              <a:rPr lang="it-IT"/>
              <a:pPr>
                <a:defRPr/>
              </a:pPr>
              <a:t>07/07/26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11860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143375" y="9118600"/>
            <a:ext cx="3170238" cy="481013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5EB37B43-0DDB-470A-9A4E-B978F0ACCA2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227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BC0F33B-1674-4AD7-BDC8-DD9E9E0A95D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6685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provide your detailed notes here, which will serve as your report.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0F33B-1674-4AD7-BDC8-DD9E9E0A95D4}" type="slidenum">
              <a:rPr lang="it-IT" smtClean="0"/>
              <a:pPr>
                <a:defRPr/>
              </a:pPr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25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56C8-A10D-4898-B650-8746653CB87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4127F-694B-3309-22A7-DBBDF75918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03642F-A754-1852-209F-BD244CF453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AEF74-5102-4921-8DBA-649C609AF6D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8C745-ADDA-EB40-CFDC-9C1551B87F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3F83F8-D83C-00C0-8052-5108D0BFA8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B9A68-2017-43A9-8865-D157CE7F9117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8F0CF-C25F-3456-4C68-0363BBEF51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53D8DD-B9F3-4BEE-E5A0-4812E09E7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0138" y="10668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35617-EE3C-41F5-B859-CA8A06225C8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AE0E6-919D-223B-4D47-AC9515AE45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C4B334-12F1-4FC7-34E6-8494506FE0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31E4-2839-4911-8921-316FAD32698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AA6FAB-3C18-4B65-4E7E-A178E9CB8C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B05A4A-D4BC-9505-8475-71C89F2F0C7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047E7-9CC8-4A91-A3B9-802559867DA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83C0B-ED83-FB29-E580-3D70DD657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AD11A5-5DD9-786B-7575-724C99331A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442CD-C245-4550-9D0D-61EDF6455B0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AB221-F9B9-B201-380F-4A3282C2BE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A47D07-3287-24FE-2DD0-756837E540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54487-9E76-4E96-BD09-B6A40810B38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388E4-FE90-8194-C69E-A28A4D08E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2B448A-5055-1F72-6480-D04F4797F4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A07BE-5472-4AAD-A0E5-CA72E1B922C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42604-7C4D-F648-C1CE-7A41AF5DB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F14BED-C935-B5DD-1FA3-37476F54A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53C23-4D31-494E-8564-BDE515A4FBE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B9FD7-EB23-7ACD-E239-76B093E7F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8BD500-7D85-32D8-50F7-71C60CE3FB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34925"/>
            <a:ext cx="2057400" cy="5984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138" y="34925"/>
            <a:ext cx="6019800" cy="5984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A8C84-2A6A-4884-8344-DF056296B402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79F17-8D45-7266-CDEA-EC7DFEE002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5F02CA-F615-A05E-9D0A-595D4EB963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19138" y="34925"/>
            <a:ext cx="8229600" cy="5984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AF368-75D9-4E63-B06C-A29C54E29B2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4AC94-9457-0ED2-309C-7885EAC399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332" y="6615239"/>
            <a:ext cx="2315172" cy="2477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FEBCD5-9AB6-7DF6-5A9F-83AE222253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84507" y="6577607"/>
            <a:ext cx="242399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59436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719138" y="1066800"/>
            <a:ext cx="82296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B9D2D-D862-4A1B-9118-D1CB277DFCF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35A7B-8837-D247-A824-7F20D9D233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6AA7FE-98E2-8DCD-E32F-7ABB419DF1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0" y="0"/>
            <a:ext cx="9169400" cy="687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rgbClr val="FF9900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rgbClr val="FF9900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rgbClr val="FF9900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rgbClr val="FF9900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rgbClr val="FF99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>
              <a:cs typeface="+mn-cs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6988"/>
            <a:ext cx="9163050" cy="3467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63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8" descr="up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80" descr="untitled"/>
          <p:cNvPicPr preferRelativeResize="0">
            <a:picLocks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3175" y="6556375"/>
            <a:ext cx="9140825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19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719138" y="34925"/>
            <a:ext cx="5943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Titolo diapositiva</a:t>
            </a:r>
          </a:p>
        </p:txBody>
      </p:sp>
      <p:sp>
        <p:nvSpPr>
          <p:cNvPr id="1029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0668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il testo</a:t>
            </a:r>
          </a:p>
          <a:p>
            <a:pPr lvl="1"/>
            <a:r>
              <a:rPr lang="it-IT"/>
              <a:t>Testo</a:t>
            </a:r>
          </a:p>
          <a:p>
            <a:pPr lvl="2"/>
            <a:r>
              <a:rPr lang="it-IT"/>
              <a:t>Testo</a:t>
            </a:r>
          </a:p>
          <a:p>
            <a:pPr lvl="3"/>
            <a:r>
              <a:rPr lang="it-IT"/>
              <a:t>testo</a:t>
            </a:r>
          </a:p>
        </p:txBody>
      </p:sp>
      <p:sp>
        <p:nvSpPr>
          <p:cNvPr id="7" name="Rectangle 6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" y="6613525"/>
            <a:ext cx="1328738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0" tIns="0" rIns="1080000" bIns="0" numCol="1" anchor="t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spcBef>
                <a:spcPct val="20000"/>
              </a:spcBef>
              <a:defRPr sz="1600" b="1">
                <a:solidFill>
                  <a:srgbClr val="FF9900"/>
                </a:solidFill>
                <a:latin typeface="+mn-lt"/>
                <a:cs typeface="Times New Roman" pitchFamily="18" charset="0"/>
              </a:defRPr>
            </a:lvl1pPr>
          </a:lstStyle>
          <a:p>
            <a:pPr>
              <a:defRPr/>
            </a:pPr>
            <a:fld id="{77B19931-720D-426D-9813-29D39344424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DE9E1C-3CA7-704C-A80A-D5F9314BD95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6615239"/>
            <a:ext cx="2232248" cy="2388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8F66B3-A208-23EE-CBC6-275E15082C4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32240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9" r:id="rId2"/>
    <p:sldLayoutId id="2147484270" r:id="rId3"/>
    <p:sldLayoutId id="2147484271" r:id="rId4"/>
    <p:sldLayoutId id="2147484272" r:id="rId5"/>
    <p:sldLayoutId id="2147484273" r:id="rId6"/>
    <p:sldLayoutId id="2147484274" r:id="rId7"/>
    <p:sldLayoutId id="2147484275" r:id="rId8"/>
    <p:sldLayoutId id="2147484276" r:id="rId9"/>
    <p:sldLayoutId id="2147484277" r:id="rId10"/>
    <p:sldLayoutId id="2147484278" r:id="rId11"/>
    <p:sldLayoutId id="2147484279" r:id="rId12"/>
    <p:sldLayoutId id="2147484280" r:id="rId13"/>
    <p:sldLayoutId id="214748428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F6E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4D82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4C80"/>
        </a:buClr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Minion Web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ChangeArrowheads="1"/>
          </p:cNvSpPr>
          <p:nvPr/>
        </p:nvSpPr>
        <p:spPr bwMode="auto">
          <a:xfrm>
            <a:off x="1403350" y="2636838"/>
            <a:ext cx="5904954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sz="4800" b="1" dirty="0">
                <a:solidFill>
                  <a:srgbClr val="003F6E"/>
                </a:solidFill>
                <a:latin typeface="Cambria"/>
              </a:rPr>
              <a:t>M</a:t>
            </a:r>
            <a:r>
              <a:rPr sz="4400" b="1" dirty="0">
                <a:solidFill>
                  <a:srgbClr val="003F6E"/>
                </a:solidFill>
                <a:latin typeface="Cambria"/>
              </a:rPr>
              <a:t>ODEL </a:t>
            </a:r>
            <a:r>
              <a:rPr sz="4800" b="1" dirty="0">
                <a:solidFill>
                  <a:srgbClr val="003F6E"/>
                </a:solidFill>
                <a:latin typeface="Cambria"/>
              </a:rPr>
              <a:t>E</a:t>
            </a:r>
            <a:r>
              <a:rPr sz="4400" b="1" dirty="0">
                <a:solidFill>
                  <a:srgbClr val="003F6E"/>
                </a:solidFill>
                <a:latin typeface="Cambria"/>
              </a:rPr>
              <a:t>XTRACTION </a:t>
            </a:r>
            <a:r>
              <a:rPr sz="4800" b="1" dirty="0">
                <a:solidFill>
                  <a:srgbClr val="003F6E"/>
                </a:solidFill>
                <a:latin typeface="Cambria"/>
              </a:rPr>
              <a:t>A</a:t>
            </a:r>
            <a:r>
              <a:rPr sz="4400" b="1" dirty="0">
                <a:solidFill>
                  <a:srgbClr val="003F6E"/>
                </a:solidFill>
                <a:latin typeface="Cambria"/>
              </a:rPr>
              <a:t>TTACKS</a:t>
            </a:r>
            <a:endParaRPr lang="en-CA" sz="4400" dirty="0">
              <a:solidFill>
                <a:srgbClr val="003F6E"/>
              </a:solidFill>
              <a:latin typeface="Cambria" pitchFamily="18" charset="0"/>
              <a:cs typeface="Times New Roman" pitchFamily="18" charset="0"/>
            </a:endParaRPr>
          </a:p>
          <a:p>
            <a:r>
              <a:rPr lang="en-CA" sz="4400" b="1" dirty="0">
                <a:solidFill>
                  <a:srgbClr val="003F6E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sz="4400" dirty="0"/>
              <a:t> </a:t>
            </a:r>
            <a:endParaRPr lang="en-CA" sz="4400" dirty="0">
              <a:solidFill>
                <a:srgbClr val="003F6E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395858" y="188640"/>
            <a:ext cx="2591966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CA" sz="1200" b="1" dirty="0">
                <a:solidFill>
                  <a:srgbClr val="EE8E00"/>
                </a:solidFill>
                <a:latin typeface="Cambria" pitchFamily="18" charset="0"/>
                <a:cs typeface="Times New Roman" pitchFamily="18" charset="0"/>
              </a:rPr>
              <a:t>UNIVERSITY OF NEW BRUNSWICK</a:t>
            </a:r>
          </a:p>
        </p:txBody>
      </p:sp>
      <p:sp>
        <p:nvSpPr>
          <p:cNvPr id="18435" name="Rectangle 1"/>
          <p:cNvSpPr>
            <a:spLocks noChangeArrowheads="1"/>
          </p:cNvSpPr>
          <p:nvPr/>
        </p:nvSpPr>
        <p:spPr bwMode="auto">
          <a:xfrm>
            <a:off x="1476375" y="5056148"/>
            <a:ext cx="2686248" cy="75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03366"/>
                </a:solidFill>
                <a:latin typeface="Cambria"/>
              </a:rPr>
              <a:t>Presenter: Refat Ishrak Hemel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3366"/>
                </a:solidFill>
                <a:latin typeface="Cambria"/>
              </a:rPr>
              <a:t>email: refat.ishrak.hemel@unb.ca</a:t>
            </a:r>
            <a:endParaRPr lang="en-CA" sz="1400" b="1" dirty="0">
              <a:solidFill>
                <a:srgbClr val="003366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7B0F7C-29D6-B73F-5BD8-DC227CB03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339" y="6577607"/>
            <a:ext cx="24960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400" b="1" i="1" dirty="0">
                <a:solidFill>
                  <a:srgbClr val="FF9900"/>
                </a:solidFill>
                <a:latin typeface="Cambria" pitchFamily="18" charset="0"/>
                <a:cs typeface="Times New Roman" pitchFamily="18" charset="0"/>
              </a:rPr>
              <a:t>© 2025 Roozbeh Razavi-Far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5943600" cy="838200"/>
          </a:xfrm>
        </p:spPr>
        <p:txBody>
          <a:bodyPr/>
          <a:lstStyle/>
          <a:p>
            <a:r>
              <a:rPr sz="2800" b="1" dirty="0">
                <a:solidFill>
                  <a:srgbClr val="003F6E"/>
                </a:solidFill>
                <a:latin typeface="Cambria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Introduction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The Attack Taxonomy </a:t>
            </a:r>
            <a:endParaRPr lang="en-CA" sz="1800" dirty="0">
              <a:solidFill>
                <a:srgbClr val="000000"/>
              </a:solidFill>
              <a:latin typeface="Aptos Display" panose="020B0004020202020204" pitchFamily="34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Traditional Model Extraction (LR, Decision Trees, MLPs)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Advanced Model Extraction (GNNs &amp; LLMs)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Physical, System &amp; Distributed Extraction (Edge ML &amp; Gradient Leakage)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Computing Environments &amp; Open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411480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The Secret Chef Analogy: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A chef works inside a locked kitchen, selling dishes through a small window.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A competitor orders dishes, tastes them, and reverse-engineers the recipe to open a copycat restaurant next door.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The </a:t>
            </a:r>
            <a:r>
              <a:rPr sz="18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MLaaS</a:t>
            </a: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 Dilemma: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APIs offer black-box access to proprietary machine learning models.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The outputs lease the internal model boundaries to anyone who queries them.</a:t>
            </a:r>
          </a:p>
        </p:txBody>
      </p:sp>
      <p:pic>
        <p:nvPicPr>
          <p:cNvPr id="4" name="Picture 3" descr="chef_analogy_1783398927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4A62-253F-6AF8-1182-EE7A6DA2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87EA-BBAA-8989-A370-E7458F73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600" b="1" dirty="0">
                <a:solidFill>
                  <a:srgbClr val="003F6E"/>
                </a:solidFill>
                <a:latin typeface="Cambria"/>
              </a:rPr>
              <a:t>Terminology</a:t>
            </a:r>
            <a:endParaRPr sz="2600" b="1" dirty="0">
              <a:solidFill>
                <a:srgbClr val="003F6E"/>
              </a:solidFill>
              <a:latin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54220C-E31C-06F5-DB5A-E2EADE84D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45920"/>
            <a:ext cx="384048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Core Terminology: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Target Model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[T]): The private victim model hosted on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MLaaS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or edge devices.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Surrogate Model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[S]): The student copycat model trained by the attacker.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Oracle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The victim API query interface returning predictions/probabilities.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Query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): An individual input data point sent to the target model.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Query Budget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B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): The maximum number of API queries allowed.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119A7-D3F5-2F21-988E-C28745864C27}"/>
              </a:ext>
            </a:extLst>
          </p:cNvPr>
          <p:cNvSpPr txBox="1"/>
          <p:nvPr/>
        </p:nvSpPr>
        <p:spPr>
          <a:xfrm>
            <a:off x="4754880" y="1645920"/>
            <a:ext cx="365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Mathematical Symbols: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[T],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[S]: Weight parameters of the target and surrogate models.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∈ R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d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Input sample feature vector of dimension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d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y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∈ [0, 1]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c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Output probability vector for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c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classes.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L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Loss function minimized during surrogate training.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σ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t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): Logistic sigmoid function: 1 / (1 +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e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-t).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∇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): Gradient of the function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at input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2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1" dirty="0">
                <a:solidFill>
                  <a:srgbClr val="003F6E"/>
                </a:solidFill>
                <a:latin typeface="Cambria"/>
              </a:rPr>
              <a:t>Real-World Impacts &amp; Why We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Intellectual Property (IP) Theft: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Extraction bypasses huge R&amp;D, data preparation, and GPU compute costs.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Enabling Downstream Attacks: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Stolen models act as white-box surrogates to generate perfect adversarial examples (evading spam/malware filters).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Privacy Violations: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Extracted models can be used for model inversion attacks to steal training data.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Real Cases: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LLM Leeching: Distilling GPT-4 capability into student models (e.g., Alpaca/Vicuna).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Voice Biometrics Fraud: Stealing synthesis boundaries to bypass bank security systems ($35M case).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7693342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Mathematical Foundations of Model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519384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Formal Setup: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Target private model: f[T](x) with parameters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[T].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Adversary's surrogate model: f[S](x) in hypothesis space H with parameters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[S].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The Extraction Goal: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Attacker queries f[T](x) to compile transfer dataset D = {(x[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], f[T](x[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]))}.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Optimization: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[S] =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arg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minθ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Σ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[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] L(f[S](x[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];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), f[T](x[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]))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Fidelity vs. Accuracy Extraction: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Fidelity Extraction: Replicating exact boundary behavior (including target errors):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max P[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arg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max f[S](x) =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arg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max f[T](x) ]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Accuracy Extraction: Training surrogate to perform well on ground-truth: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max P[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arg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max f[S](x) = y[true]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The Unified Attack Taxonomy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411480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Dimension 1: Attack Channels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Black-box query interfaces, distributed training parameters, and hardware/system side-channels.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Dimension 2: Attacker Constraints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Background knowledge limitations: problem domain vs. data-free query synthesis, GNN structural access levels.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Dimension 3: Extraction Objectives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Exact property leakage (weights, layer dimensions) vs. approximate behavior replication (fidelity).</a:t>
            </a:r>
          </a:p>
        </p:txBody>
      </p:sp>
      <p:pic>
        <p:nvPicPr>
          <p:cNvPr id="4" name="Picture 3" descr="taxonomy_diagram_1783398939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8424862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Attack Channel Dimension: Black-Box API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Black-Box Query Interface: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The target model parameters and architecture are completely hidden.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Information is gathered solely by analyzing output reactions to queries.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Query-Based Extraction Techniques: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Equation-Solving: Analytically finding parameters from precision confidence probabilities.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Witness-Finding: Locating decision boundaries using iterative feature line search.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Path-Finding: Identifying partition boundaries of tree nodes via continuous binary search.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Substitute Retraining: Querying target to label a surrogate transfer dataset.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Explanation-Guided: Exploiting local gradients or attribution outputs (SHAP/LIME).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8245350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Deep Dive: Stealing Linear &amp;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Binary Logistic Regression: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Probability output: f[1](x) =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σ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wT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x + b) where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σ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(t) = 1 / (1 + e-t)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Logit transformation linearizes the equation: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σ-1(f[1](x)) = ln( f[1](x) / (1 - f[1](x)) ) =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wT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x + b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Exact Parameter Extraction (Equation-Solving):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For d features, there are d+1 unknown parameters (w ∈ Rd, b ∈ R).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Querying d+1 linearly independent inputs (x[1] ... x[d+1]) creates a linear system: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[ x[1]T  1 ] [ w ] = [ σ-1(y[1]) ]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[ x[2]T  1 ] [ b ] = [ σ-1(y[2]) ]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Solving this system of equations extracts exact weights in d+1 queries with zero error!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7813302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Stealing Multiclass Regression &amp;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813302" cy="4591392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Multiclass </a:t>
            </a:r>
            <a:r>
              <a:rPr sz="18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Softmax</a:t>
            </a: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 Regression: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Logit values for class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relative to reference class 0 is linear: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ln( f[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](x) / f[0](x) ) = (w[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] - w[0])T x + (b[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i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] - b[0])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Querying (d+1) inputs extracts all relative parameters using (c-1)(d+1) unknowns.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Decision Tree Path-Finding (Algorithm 1):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Decision trees split space into axis-aligned boxes; standard equation-solving fails.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Path-Finding Extraction Steps: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1. Submit query x, obtain target classification leaf O(x).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2. Perform binary search (line search) on a single continuous feature to isolate the threshold.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3. Queue a query slightly past the threshold to discover the adjacent leaf node.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4. Repeat until all splits are localized, reconstructing the exact tree splits.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Stealing Neural Networks / MLPs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Multi-Layer </a:t>
            </a:r>
            <a:r>
              <a:rPr sz="18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Perceptrons</a:t>
            </a: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 (MLPs):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2-layer neural network output: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f(x) =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softmax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 W(2) g(W(1) x + b(1)) + b(2) 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Non-linear activation functions (g, e.g., Sigmoid,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ReLU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 prevent analytical solutions.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Optimization-Based Extraction: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Attacker queries N inputs to record target probability vector outputs y[j].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Solves for surrogate parameters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by formulating a loss minimization problem: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minθ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Σ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[j]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CrossEntropy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 f[S](x[j];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θ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), y[j] 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Optimizing this non-convex loss function using L-BFGS.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Reconstructs hidden layers with near-perfect fidelity using only 5,000–10,000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6949206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Attacker Constraints: Data-Driven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Background Data Domains: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Problem Domain (PD): Attacker has natural samples from the target distribution.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Non-Problem Domain (NPD): Attacker queries using unrelated natural data.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Data-Free: Zero access to natural data; query points must be synthesized.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Data-Free Query Synthesis Methods: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Generative Adversarial Networks (GANs): Training generators to find high-discrepancy boundary query points.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Jacobian-Based Data Augmentation: Perturbing initial seed inputs iteratively along the direction of the target Jacobian matrix: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x ← x +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λ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·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sgn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 J[f](x) 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Random Noise: Sending random pixel matrices to query labels and optimize active 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7021214" cy="838200"/>
          </a:xfrm>
        </p:spPr>
        <p:txBody>
          <a:bodyPr/>
          <a:lstStyle/>
          <a:p>
            <a:r>
              <a:rPr sz="2800" b="1" dirty="0">
                <a:solidFill>
                  <a:srgbClr val="003F6E"/>
                </a:solidFill>
                <a:latin typeface="Cambria"/>
              </a:rPr>
              <a:t>Graph Neural Network (GNN)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340768"/>
            <a:ext cx="4272528" cy="502344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The Non-Euclidean Challenge: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GNN predictions rely on both node features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and graph structure </a:t>
            </a:r>
            <a:r>
              <a:rPr sz="1600" i="1" dirty="0">
                <a:solidFill>
                  <a:srgbClr val="000000"/>
                </a:solidFill>
                <a:latin typeface="Aptos Display" panose="020B0004020202020204" pitchFamily="34" charset="0"/>
              </a:rPr>
              <a:t>A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A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,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=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softmax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 Â ·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ReLU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 Â ·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·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W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(0) ) ·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W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(1) )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GNN Attacker Knowledge Taxonomy (Bang Wu et al.):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Node Attributes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Known attributes vs. degree-averaged feature synthesis for uncompromised nodes: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</a:t>
            </a:r>
            <a:r>
              <a:rPr sz="1400" i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'vi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= α · mean( {</a:t>
            </a:r>
            <a:r>
              <a:rPr sz="1400" i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vj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} ∈ 1-hop ) + (1-α) · mean( {</a:t>
            </a:r>
            <a:r>
              <a:rPr sz="1400" i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vj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} ∈ 2-hop )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Graph Topology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Known adjacency subgraphs vs. synthetic structure learning (LDS optimization).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Domain access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Similar auxiliary shadow graph dataset availability.</a:t>
            </a:r>
          </a:p>
        </p:txBody>
      </p:sp>
      <p:pic>
        <p:nvPicPr>
          <p:cNvPr id="4" name="Picture 3" descr="gnn_extraction_1783398949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6589166" cy="838200"/>
          </a:xfrm>
        </p:spPr>
        <p:txBody>
          <a:bodyPr/>
          <a:lstStyle/>
          <a:p>
            <a:r>
              <a:rPr sz="2800" b="1" dirty="0">
                <a:solidFill>
                  <a:srgbClr val="003F6E"/>
                </a:solidFill>
                <a:latin typeface="Cambria"/>
              </a:rPr>
              <a:t>Large Language Model (LLM)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411480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LLM Functionality Extraction: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API Distillation: Querying teacher model (GPT-4) to label prompt datasets, training student clones (Alpaca).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Training Data Memorization Leakage: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Prefix prompting extracts sensitive records (PII, API keys):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E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M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= {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d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∈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D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[train] : prompt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p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yields sim(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M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p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),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d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&gt;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τ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}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Prompt &amp; Parameter Stealing: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Custom instructions leaked via jailbreaks.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Stealing projection head weights by solving equations in vocabulary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logprob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 spaces.</a:t>
            </a:r>
          </a:p>
        </p:txBody>
      </p:sp>
      <p:pic>
        <p:nvPicPr>
          <p:cNvPr id="4" name="Picture 3" descr="llm_extraction_1783398960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34925"/>
            <a:ext cx="7813302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Attack Channels: Side-Channels &amp; Edge ML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411480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Edge ML Deployments (Tushar Nayan et al.):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TFLite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/ONNX models deployed locally on mobile or IoT devices.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Attacker has physical access to hardware executing inferences.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Physical Extraction Channels: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App-Based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Decompiling serialized model files inside application packages.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Device-Based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Scanning runtime RAM memory to extract plaintext model parameters.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Aptos Display" panose="020B0004020202020204" pitchFamily="34" charset="0"/>
              </a:rPr>
              <a:t>Side-Channels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: Cache timing (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Flush+Reload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), electromagnetic (EM) emissions, power signatures, or </a:t>
            </a:r>
            <a:r>
              <a:rPr sz="16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Rowhammer</a:t>
            </a: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.</a:t>
            </a:r>
          </a:p>
        </p:txBody>
      </p:sp>
      <p:pic>
        <p:nvPicPr>
          <p:cNvPr id="4" name="Picture 3" descr="edge_extraction_1783398968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0"/>
            <a:ext cx="7021214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Distributed Paradigms &amp; Collaborative Gradient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Gradient Leakage in Federated Learning: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In Federated Learning, clients collaboratively train a shared global model by exchanging gradient updates instead of raw data.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Malicious clients can analyze gradient updates over training epochs to isolate and reconstruct private user parameters.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Gradient Estimation (Zeroth-Order Optimization):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Black-box adversaries can estimate gradients using finite differences:</a:t>
            </a:r>
          </a:p>
          <a:p>
            <a:pPr lvl="2">
              <a:spcAft>
                <a:spcPts val="600"/>
              </a:spcAft>
            </a:pP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 ∇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≈ [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+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ε</a:t>
            </a:r>
            <a:r>
              <a:rPr sz="1400" i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u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-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f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(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x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 - </a:t>
            </a:r>
            <a:r>
              <a:rPr sz="1400" dirty="0" err="1">
                <a:solidFill>
                  <a:srgbClr val="000000"/>
                </a:solidFill>
                <a:latin typeface="Aptos Display" panose="020B0004020202020204" pitchFamily="34" charset="0"/>
              </a:rPr>
              <a:t>ε</a:t>
            </a:r>
            <a:r>
              <a:rPr sz="1400" i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u</a:t>
            </a:r>
            <a:r>
              <a:rPr sz="1400" dirty="0">
                <a:solidFill>
                  <a:srgbClr val="000000"/>
                </a:solidFill>
                <a:latin typeface="Aptos Display" panose="020B0004020202020204" pitchFamily="34" charset="0"/>
              </a:rPr>
              <a:t>) ] / (2ε) · </a:t>
            </a:r>
            <a:r>
              <a:rPr sz="1400" i="1" dirty="0">
                <a:solidFill>
                  <a:srgbClr val="000000"/>
                </a:solidFill>
                <a:latin typeface="Aptos Display" panose="020B0004020202020204" pitchFamily="34" charset="0"/>
              </a:rPr>
              <a:t>u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This enables gradient-based optimization for proxy substitute model training without direct parameter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-25052"/>
            <a:ext cx="7597278" cy="838200"/>
          </a:xfrm>
        </p:spPr>
        <p:txBody>
          <a:bodyPr/>
          <a:lstStyle/>
          <a:p>
            <a:r>
              <a:rPr sz="2600" b="1" dirty="0">
                <a:solidFill>
                  <a:srgbClr val="003F6E"/>
                </a:solidFill>
                <a:latin typeface="Cambria"/>
              </a:rPr>
              <a:t>Computing Environments: Cloud vs. Edge vs. Federated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Centralized Cloud </a:t>
            </a:r>
            <a:r>
              <a:rPr sz="1800" b="1" dirty="0" err="1">
                <a:solidFill>
                  <a:srgbClr val="000000"/>
                </a:solidFill>
                <a:latin typeface="Aptos Display" panose="020B0004020202020204" pitchFamily="34" charset="0"/>
              </a:rPr>
              <a:t>MLaaS</a:t>
            </a: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API-based black-box access. The attacker is constrained by query cost budgets and query rate limiters.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Edge &amp; On-Device ML: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local storage access. The attacker bypasses API controls entirely, relying on static reverse-engineering, RAM dumps, and physical hardware side-channels.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0000"/>
                </a:solidFill>
                <a:latin typeface="Aptos Display" panose="020B0004020202020204" pitchFamily="34" charset="0"/>
              </a:rPr>
              <a:t>Collaborative &amp; Federated Networks: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Distributed training environment. The attacker exploits local training differences and shared model aggregation parameter updates.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F6E"/>
                </a:solidFill>
                <a:latin typeface="Cambria"/>
              </a:rPr>
              <a:t>Open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The Security-Utility Tradeoff: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Restricting output precision (rounding logits, adding differential noise) degrades accuracy for legitimate users.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Adaptive Adversaries: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Attackers learn to blend query features into natural distributions, making query monitoring systems (e.g. PRADA) ineffective.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Collaborative Extraction Integrity: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Securing global parameters from client-side gradient hijacking during training.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Aptos Display" panose="020B0004020202020204" pitchFamily="34" charset="0"/>
              </a:rPr>
              <a:t>Legal &amp; IP Policy: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Aptos Display" panose="020B0004020202020204" pitchFamily="34" charset="0"/>
              </a:rPr>
              <a:t>• Defining copyright infringement boundaries. Is a distilled or copied model legally plagiarism under the DMCA?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F6E"/>
                </a:solidFill>
                <a:latin typeface="Cambria"/>
              </a:rP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680960" cy="43891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</a:t>
            </a:r>
            <a:r>
              <a:rPr sz="1800" b="1">
                <a:solidFill>
                  <a:srgbClr val="000000"/>
                </a:solidFill>
                <a:latin typeface="Cambria"/>
              </a:rPr>
              <a:t>Model Extraction</a:t>
            </a:r>
            <a:r>
              <a:rPr sz="1800">
                <a:solidFill>
                  <a:srgbClr val="000000"/>
                </a:solidFill>
                <a:latin typeface="Cambria"/>
              </a:rPr>
              <a:t> is a systemic threat to private intellectual property and data privacy.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</a:t>
            </a:r>
            <a:r>
              <a:rPr sz="1800" b="1">
                <a:solidFill>
                  <a:srgbClr val="000000"/>
                </a:solidFill>
                <a:latin typeface="Cambria"/>
              </a:rPr>
              <a:t>Unified Attack Taxonomy</a:t>
            </a:r>
            <a:r>
              <a:rPr sz="1800">
                <a:solidFill>
                  <a:srgbClr val="000000"/>
                </a:solidFill>
                <a:latin typeface="Cambria"/>
              </a:rPr>
              <a:t> organizes extraction along Channels (API, Gradients, Side-channels), Constraints, and Objectives.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Simpler models (LR, Softmax, DT) are </a:t>
            </a:r>
            <a:r>
              <a:rPr sz="1800" b="1">
                <a:solidFill>
                  <a:srgbClr val="000000"/>
                </a:solidFill>
                <a:latin typeface="Cambria"/>
              </a:rPr>
              <a:t>analytically solvable</a:t>
            </a:r>
            <a:r>
              <a:rPr sz="1800">
                <a:solidFill>
                  <a:srgbClr val="000000"/>
                </a:solidFill>
                <a:latin typeface="Cambria"/>
              </a:rPr>
              <a:t> in </a:t>
            </a:r>
            <a:r>
              <a:rPr sz="1800" i="1">
                <a:solidFill>
                  <a:srgbClr val="000000"/>
                </a:solidFill>
                <a:latin typeface="Cambria"/>
              </a:rPr>
              <a:t>O</a:t>
            </a:r>
            <a:r>
              <a:rPr sz="1800">
                <a:solidFill>
                  <a:srgbClr val="000000"/>
                </a:solidFill>
                <a:latin typeface="Cambria"/>
              </a:rPr>
              <a:t>(</a:t>
            </a:r>
            <a:r>
              <a:rPr sz="1800" i="1">
                <a:solidFill>
                  <a:srgbClr val="000000"/>
                </a:solidFill>
                <a:latin typeface="Cambria"/>
              </a:rPr>
              <a:t>d</a:t>
            </a:r>
            <a:r>
              <a:rPr sz="1800">
                <a:solidFill>
                  <a:srgbClr val="000000"/>
                </a:solidFill>
                <a:latin typeface="Cambria"/>
              </a:rPr>
              <a:t>) queries.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Neural Networks (MLPs, GNNs) are extractable via </a:t>
            </a:r>
            <a:r>
              <a:rPr sz="1800" b="1">
                <a:solidFill>
                  <a:srgbClr val="000000"/>
                </a:solidFill>
                <a:latin typeface="Cambria"/>
              </a:rPr>
              <a:t>non-linear optimization</a:t>
            </a:r>
            <a:r>
              <a:rPr sz="1800">
                <a:solidFill>
                  <a:srgbClr val="000000"/>
                </a:solidFill>
                <a:latin typeface="Cambria"/>
              </a:rPr>
              <a:t> and structure reconstruction.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LLMs face </a:t>
            </a:r>
            <a:r>
              <a:rPr sz="1800" b="1">
                <a:solidFill>
                  <a:srgbClr val="000000"/>
                </a:solidFill>
                <a:latin typeface="Cambria"/>
              </a:rPr>
              <a:t>generative vulnerabilities</a:t>
            </a:r>
            <a:r>
              <a:rPr sz="1800">
                <a:solidFill>
                  <a:srgbClr val="000000"/>
                </a:solidFill>
                <a:latin typeface="Cambria"/>
              </a:rPr>
              <a:t> such as API functionality distillation and training data memorization leaks.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Cambria"/>
              </a:rPr>
              <a:t>• Edge deployments shift the extraction threat vector from query budgets to </a:t>
            </a:r>
            <a:r>
              <a:rPr sz="1800" b="1">
                <a:solidFill>
                  <a:srgbClr val="000000"/>
                </a:solidFill>
                <a:latin typeface="Cambria"/>
              </a:rPr>
              <a:t>physical side-channels</a:t>
            </a:r>
            <a:r>
              <a:rPr sz="1800">
                <a:solidFill>
                  <a:srgbClr val="000000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F6E"/>
                </a:solidFill>
                <a:latin typeface="Cambria"/>
              </a:rPr>
              <a:t>Main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70856"/>
            <a:ext cx="8532440" cy="5652219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Cambria"/>
              </a:rPr>
              <a:t>• Florian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Tramèr</a:t>
            </a:r>
            <a:r>
              <a:rPr sz="1800" dirty="0">
                <a:solidFill>
                  <a:srgbClr val="000000"/>
                </a:solidFill>
                <a:latin typeface="Cambria"/>
              </a:rPr>
              <a:t>, Fan Zhang, Ari Juels, Michael K. Reiter, and Thomas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Ristenpart</a:t>
            </a:r>
            <a:r>
              <a:rPr sz="1800" dirty="0">
                <a:solidFill>
                  <a:srgbClr val="000000"/>
                </a:solidFill>
                <a:latin typeface="Cambria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Cambria"/>
              </a:rPr>
              <a:t>  "Stealing Machine Learning Models via Prediction APIs", USENIX Security 2016.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Cambria"/>
              </a:rPr>
              <a:t>• Daryna Oliynyk, Rudolf Mayer, and Andreas Rauber.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Cambria"/>
              </a:rPr>
              <a:t>  "I Know What You Trained Last Summer: A Survey on Stealing Machine Learning Models and 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Defences</a:t>
            </a:r>
            <a:r>
              <a:rPr sz="1600" dirty="0">
                <a:solidFill>
                  <a:srgbClr val="000000"/>
                </a:solidFill>
                <a:latin typeface="Cambria"/>
              </a:rPr>
              <a:t>", ACM 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Comput</a:t>
            </a:r>
            <a:r>
              <a:rPr sz="1600" dirty="0">
                <a:solidFill>
                  <a:srgbClr val="000000"/>
                </a:solidFill>
                <a:latin typeface="Cambria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Surv</a:t>
            </a:r>
            <a:r>
              <a:rPr sz="1600" dirty="0">
                <a:solidFill>
                  <a:srgbClr val="000000"/>
                </a:solidFill>
                <a:latin typeface="Cambria"/>
              </a:rPr>
              <a:t>. 2023.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Cambria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Kaixiang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Zhao,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Lincan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Li,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Kaize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Ding, Neil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Zhenqiang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Gong, Yue Zhao, and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Yushun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Dong.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Cambria"/>
              </a:rPr>
              <a:t>  "A Systematic Survey of Model Extraction Attacks and Defenses: State-of-the-Art and Perspectives", 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arXiv</a:t>
            </a:r>
            <a:r>
              <a:rPr sz="1600" dirty="0">
                <a:solidFill>
                  <a:srgbClr val="000000"/>
                </a:solidFill>
                <a:latin typeface="Cambria"/>
              </a:rPr>
              <a:t> 2025.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Cambria"/>
              </a:rPr>
              <a:t>• Bang Wu,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Xiangwen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Yang,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Shirui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Pan, and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Xingliang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Yuan.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Cambria"/>
              </a:rPr>
              <a:t>  "Model Extraction Attacks on Graph Neural Networks: Taxonomy and 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Realisation</a:t>
            </a:r>
            <a:r>
              <a:rPr sz="1600" dirty="0">
                <a:solidFill>
                  <a:srgbClr val="000000"/>
                </a:solidFill>
                <a:latin typeface="Cambria"/>
              </a:rPr>
              <a:t>", ASIA CCS 2022.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00000"/>
                </a:solidFill>
                <a:latin typeface="Cambria"/>
              </a:rPr>
              <a:t>• Tushar Nayan, Qiming Guo, Mohammed Al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Duniawi</a:t>
            </a:r>
            <a:r>
              <a:rPr sz="1800" dirty="0">
                <a:solidFill>
                  <a:srgbClr val="000000"/>
                </a:solidFill>
                <a:latin typeface="Cambria"/>
              </a:rPr>
              <a:t>, Marcus Botacin, Selcuk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Uluagac</a:t>
            </a:r>
            <a:r>
              <a:rPr sz="1800" dirty="0">
                <a:solidFill>
                  <a:srgbClr val="000000"/>
                </a:solidFill>
                <a:latin typeface="Cambria"/>
              </a:rPr>
              <a:t>, and </a:t>
            </a:r>
            <a:r>
              <a:rPr sz="1800" dirty="0" err="1">
                <a:solidFill>
                  <a:srgbClr val="000000"/>
                </a:solidFill>
                <a:latin typeface="Cambria"/>
              </a:rPr>
              <a:t>Ruimin</a:t>
            </a:r>
            <a:r>
              <a:rPr sz="1800" dirty="0">
                <a:solidFill>
                  <a:srgbClr val="000000"/>
                </a:solidFill>
                <a:latin typeface="Cambria"/>
              </a:rPr>
              <a:t> Sun.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000000"/>
                </a:solidFill>
                <a:latin typeface="Cambria"/>
              </a:rPr>
              <a:t>  "</a:t>
            </a:r>
            <a:r>
              <a:rPr sz="1600" dirty="0" err="1">
                <a:solidFill>
                  <a:srgbClr val="000000"/>
                </a:solidFill>
                <a:latin typeface="Cambria"/>
              </a:rPr>
              <a:t>SoK</a:t>
            </a:r>
            <a:r>
              <a:rPr sz="1600" dirty="0">
                <a:solidFill>
                  <a:srgbClr val="000000"/>
                </a:solidFill>
                <a:latin typeface="Cambria"/>
              </a:rPr>
              <a:t>: All You Need to Know About On-Device ML Model Extraction", USENIX Security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Struttura predefinita">
  <a:themeElements>
    <a:clrScheme name="2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39959</TotalTime>
  <Words>2325</Words>
  <Application>Microsoft Macintosh PowerPoint</Application>
  <PresentationFormat>On-screen Show (4:3)</PresentationFormat>
  <Paragraphs>187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 Display</vt:lpstr>
      <vt:lpstr>Arial</vt:lpstr>
      <vt:lpstr>Cambria</vt:lpstr>
      <vt:lpstr>Minion Web</vt:lpstr>
      <vt:lpstr>Wingdings</vt:lpstr>
      <vt:lpstr>2_Struttura predefinita</vt:lpstr>
      <vt:lpstr>PowerPoint Presentation</vt:lpstr>
      <vt:lpstr>Agenda</vt:lpstr>
      <vt:lpstr>Introduction</vt:lpstr>
      <vt:lpstr>Terminology</vt:lpstr>
      <vt:lpstr>Real-World Impacts &amp; Why We Care</vt:lpstr>
      <vt:lpstr>Mathematical Foundations of Model Extraction</vt:lpstr>
      <vt:lpstr>The Unified Attack Taxonomy Space</vt:lpstr>
      <vt:lpstr>Attack Channel Dimension: Black-Box API Queries</vt:lpstr>
      <vt:lpstr>Deep Dive: Stealing Linear &amp; Logistic Regression</vt:lpstr>
      <vt:lpstr>Stealing Multiclass Regression &amp; Decision Trees</vt:lpstr>
      <vt:lpstr>Stealing Neural Networks / MLPs</vt:lpstr>
      <vt:lpstr>Attacker Constraints: Data-Driven Inputs</vt:lpstr>
      <vt:lpstr>Graph Neural Network (GNN) Extraction</vt:lpstr>
      <vt:lpstr>Large Language Model (LLM) Extraction</vt:lpstr>
      <vt:lpstr>Attack Channels: Side-Channels &amp; Edge ML Extraction</vt:lpstr>
      <vt:lpstr>Distributed Paradigms &amp; Collaborative Gradient Leakage</vt:lpstr>
      <vt:lpstr>Computing Environments: Cloud vs. Edge vs. Federated</vt:lpstr>
      <vt:lpstr>Open Challenges</vt:lpstr>
      <vt:lpstr>Summary &amp; Key Takeaways</vt:lpstr>
      <vt:lpstr>Main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Project</dc:title>
  <dc:creator>Roozbeh</dc:creator>
  <cp:lastModifiedBy>Refat Ishrak Hemel</cp:lastModifiedBy>
  <cp:revision>1534</cp:revision>
  <cp:lastPrinted>2025-01-08T22:41:49Z</cp:lastPrinted>
  <dcterms:created xsi:type="dcterms:W3CDTF">2006-07-06T09:00:29Z</dcterms:created>
  <dcterms:modified xsi:type="dcterms:W3CDTF">2026-07-14T01:50:31Z</dcterms:modified>
</cp:coreProperties>
</file>