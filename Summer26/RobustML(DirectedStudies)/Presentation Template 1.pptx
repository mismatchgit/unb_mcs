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66" r:id="rId1"/>
  </p:sldMasterIdLst>
  <p:notesMasterIdLst>
    <p:notesMasterId r:id="rId5"/>
  </p:notesMasterIdLst>
  <p:handoutMasterIdLst>
    <p:handoutMasterId r:id="rId6"/>
  </p:handoutMasterIdLst>
  <p:sldIdLst>
    <p:sldId id="774" r:id="rId2"/>
    <p:sldId id="1291" r:id="rId3"/>
    <p:sldId id="1295" r:id="rId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E00"/>
    <a:srgbClr val="FF9900"/>
    <a:srgbClr val="003366"/>
    <a:srgbClr val="336699"/>
    <a:srgbClr val="00CC99"/>
    <a:srgbClr val="99FF66"/>
    <a:srgbClr val="3366CC"/>
    <a:srgbClr val="003399"/>
    <a:srgbClr val="FF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77F07-A393-4417-94E7-23E06335FA1D}" v="3" dt="2026-01-23T21:01:30.013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Stile scuro 2 - Colore 5/Color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7CE84F3-28C3-443E-9E96-99CF82512B78}" styleName="Stile scuro 1 - Color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Stile chiaro 3 - Color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1" autoAdjust="0"/>
    <p:restoredTop sz="79869" autoAdjust="0"/>
  </p:normalViewPr>
  <p:slideViewPr>
    <p:cSldViewPr>
      <p:cViewPr varScale="1">
        <p:scale>
          <a:sx n="66" d="100"/>
          <a:sy n="66" d="100"/>
        </p:scale>
        <p:origin x="1819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zbeh Razavi-Far" userId="54a6735f-f923-4b24-bfab-7de18e907ca6" providerId="ADAL" clId="{A5F2370B-B243-4F27-AF05-38FC5B32BD93}"/>
    <pc:docChg chg="delSld modSld">
      <pc:chgData name="Roozbeh Razavi-Far" userId="54a6735f-f923-4b24-bfab-7de18e907ca6" providerId="ADAL" clId="{A5F2370B-B243-4F27-AF05-38FC5B32BD93}" dt="2026-01-23T21:02:35.305" v="184" actId="6549"/>
      <pc:docMkLst>
        <pc:docMk/>
      </pc:docMkLst>
      <pc:sldChg chg="modSp mod">
        <pc:chgData name="Roozbeh Razavi-Far" userId="54a6735f-f923-4b24-bfab-7de18e907ca6" providerId="ADAL" clId="{A5F2370B-B243-4F27-AF05-38FC5B32BD93}" dt="2026-01-23T21:02:35.305" v="184" actId="6549"/>
        <pc:sldMkLst>
          <pc:docMk/>
          <pc:sldMk cId="0" sldId="774"/>
        </pc:sldMkLst>
        <pc:spChg chg="mod">
          <ac:chgData name="Roozbeh Razavi-Far" userId="54a6735f-f923-4b24-bfab-7de18e907ca6" providerId="ADAL" clId="{A5F2370B-B243-4F27-AF05-38FC5B32BD93}" dt="2026-01-23T21:02:10.740" v="125" actId="6549"/>
          <ac:spMkLst>
            <pc:docMk/>
            <pc:sldMk cId="0" sldId="774"/>
            <ac:spMk id="18433" creationId="{00000000-0000-0000-0000-000000000000}"/>
          </ac:spMkLst>
        </pc:spChg>
        <pc:spChg chg="mod">
          <ac:chgData name="Roozbeh Razavi-Far" userId="54a6735f-f923-4b24-bfab-7de18e907ca6" providerId="ADAL" clId="{A5F2370B-B243-4F27-AF05-38FC5B32BD93}" dt="2026-01-23T21:02:35.305" v="184" actId="6549"/>
          <ac:spMkLst>
            <pc:docMk/>
            <pc:sldMk cId="0" sldId="774"/>
            <ac:spMk id="18435" creationId="{00000000-0000-0000-0000-000000000000}"/>
          </ac:spMkLst>
        </pc:spChg>
      </pc:sldChg>
      <pc:sldChg chg="del">
        <pc:chgData name="Roozbeh Razavi-Far" userId="54a6735f-f923-4b24-bfab-7de18e907ca6" providerId="ADAL" clId="{A5F2370B-B243-4F27-AF05-38FC5B32BD93}" dt="2026-01-23T21:01:04.312" v="4" actId="47"/>
        <pc:sldMkLst>
          <pc:docMk/>
          <pc:sldMk cId="0" sldId="1010"/>
        </pc:sldMkLst>
      </pc:sldChg>
      <pc:sldChg chg="del">
        <pc:chgData name="Roozbeh Razavi-Far" userId="54a6735f-f923-4b24-bfab-7de18e907ca6" providerId="ADAL" clId="{A5F2370B-B243-4F27-AF05-38FC5B32BD93}" dt="2026-01-23T21:01:04.347" v="5" actId="47"/>
        <pc:sldMkLst>
          <pc:docMk/>
          <pc:sldMk cId="0" sldId="1011"/>
        </pc:sldMkLst>
      </pc:sldChg>
      <pc:sldChg chg="del">
        <pc:chgData name="Roozbeh Razavi-Far" userId="54a6735f-f923-4b24-bfab-7de18e907ca6" providerId="ADAL" clId="{A5F2370B-B243-4F27-AF05-38FC5B32BD93}" dt="2026-01-23T21:01:04.666" v="15" actId="47"/>
        <pc:sldMkLst>
          <pc:docMk/>
          <pc:sldMk cId="4278508695" sldId="1063"/>
        </pc:sldMkLst>
      </pc:sldChg>
      <pc:sldChg chg="del">
        <pc:chgData name="Roozbeh Razavi-Far" userId="54a6735f-f923-4b24-bfab-7de18e907ca6" providerId="ADAL" clId="{A5F2370B-B243-4F27-AF05-38FC5B32BD93}" dt="2026-01-23T21:01:04.784" v="19" actId="47"/>
        <pc:sldMkLst>
          <pc:docMk/>
          <pc:sldMk cId="2382801353" sldId="1068"/>
        </pc:sldMkLst>
      </pc:sldChg>
      <pc:sldChg chg="del">
        <pc:chgData name="Roozbeh Razavi-Far" userId="54a6735f-f923-4b24-bfab-7de18e907ca6" providerId="ADAL" clId="{A5F2370B-B243-4F27-AF05-38FC5B32BD93}" dt="2026-01-23T21:01:04.997" v="26" actId="47"/>
        <pc:sldMkLst>
          <pc:docMk/>
          <pc:sldMk cId="3960419075" sldId="1082"/>
        </pc:sldMkLst>
      </pc:sldChg>
      <pc:sldChg chg="del">
        <pc:chgData name="Roozbeh Razavi-Far" userId="54a6735f-f923-4b24-bfab-7de18e907ca6" providerId="ADAL" clId="{A5F2370B-B243-4F27-AF05-38FC5B32BD93}" dt="2026-01-23T21:01:05.045" v="27" actId="47"/>
        <pc:sldMkLst>
          <pc:docMk/>
          <pc:sldMk cId="3297132831" sldId="1084"/>
        </pc:sldMkLst>
      </pc:sldChg>
      <pc:sldChg chg="del">
        <pc:chgData name="Roozbeh Razavi-Far" userId="54a6735f-f923-4b24-bfab-7de18e907ca6" providerId="ADAL" clId="{A5F2370B-B243-4F27-AF05-38FC5B32BD93}" dt="2026-01-23T21:01:04.728" v="17" actId="47"/>
        <pc:sldMkLst>
          <pc:docMk/>
          <pc:sldMk cId="3519892179" sldId="1126"/>
        </pc:sldMkLst>
      </pc:sldChg>
      <pc:sldChg chg="del">
        <pc:chgData name="Roozbeh Razavi-Far" userId="54a6735f-f923-4b24-bfab-7de18e907ca6" providerId="ADAL" clId="{A5F2370B-B243-4F27-AF05-38FC5B32BD93}" dt="2026-01-23T21:01:04.752" v="18" actId="47"/>
        <pc:sldMkLst>
          <pc:docMk/>
          <pc:sldMk cId="704632050" sldId="1127"/>
        </pc:sldMkLst>
      </pc:sldChg>
      <pc:sldChg chg="del">
        <pc:chgData name="Roozbeh Razavi-Far" userId="54a6735f-f923-4b24-bfab-7de18e907ca6" providerId="ADAL" clId="{A5F2370B-B243-4F27-AF05-38FC5B32BD93}" dt="2026-01-23T21:01:04.815" v="20" actId="47"/>
        <pc:sldMkLst>
          <pc:docMk/>
          <pc:sldMk cId="1032690912" sldId="1128"/>
        </pc:sldMkLst>
      </pc:sldChg>
      <pc:sldChg chg="del">
        <pc:chgData name="Roozbeh Razavi-Far" userId="54a6735f-f923-4b24-bfab-7de18e907ca6" providerId="ADAL" clId="{A5F2370B-B243-4F27-AF05-38FC5B32BD93}" dt="2026-01-23T21:01:04.683" v="16" actId="47"/>
        <pc:sldMkLst>
          <pc:docMk/>
          <pc:sldMk cId="2416657147" sldId="1130"/>
        </pc:sldMkLst>
      </pc:sldChg>
      <pc:sldChg chg="del">
        <pc:chgData name="Roozbeh Razavi-Far" userId="54a6735f-f923-4b24-bfab-7de18e907ca6" providerId="ADAL" clId="{A5F2370B-B243-4F27-AF05-38FC5B32BD93}" dt="2026-01-23T21:01:04.851" v="21" actId="47"/>
        <pc:sldMkLst>
          <pc:docMk/>
          <pc:sldMk cId="2636887327" sldId="1131"/>
        </pc:sldMkLst>
      </pc:sldChg>
      <pc:sldChg chg="del">
        <pc:chgData name="Roozbeh Razavi-Far" userId="54a6735f-f923-4b24-bfab-7de18e907ca6" providerId="ADAL" clId="{A5F2370B-B243-4F27-AF05-38FC5B32BD93}" dt="2026-01-23T21:01:04.891" v="22" actId="47"/>
        <pc:sldMkLst>
          <pc:docMk/>
          <pc:sldMk cId="1643230204" sldId="1132"/>
        </pc:sldMkLst>
      </pc:sldChg>
      <pc:sldChg chg="del">
        <pc:chgData name="Roozbeh Razavi-Far" userId="54a6735f-f923-4b24-bfab-7de18e907ca6" providerId="ADAL" clId="{A5F2370B-B243-4F27-AF05-38FC5B32BD93}" dt="2026-01-23T21:01:04.915" v="23" actId="47"/>
        <pc:sldMkLst>
          <pc:docMk/>
          <pc:sldMk cId="3217103471" sldId="1133"/>
        </pc:sldMkLst>
      </pc:sldChg>
      <pc:sldChg chg="del">
        <pc:chgData name="Roozbeh Razavi-Far" userId="54a6735f-f923-4b24-bfab-7de18e907ca6" providerId="ADAL" clId="{A5F2370B-B243-4F27-AF05-38FC5B32BD93}" dt="2026-01-23T21:01:04.975" v="25" actId="47"/>
        <pc:sldMkLst>
          <pc:docMk/>
          <pc:sldMk cId="526867578" sldId="1134"/>
        </pc:sldMkLst>
      </pc:sldChg>
      <pc:sldChg chg="del">
        <pc:chgData name="Roozbeh Razavi-Far" userId="54a6735f-f923-4b24-bfab-7de18e907ca6" providerId="ADAL" clId="{A5F2370B-B243-4F27-AF05-38FC5B32BD93}" dt="2026-01-23T21:01:05.083" v="28" actId="47"/>
        <pc:sldMkLst>
          <pc:docMk/>
          <pc:sldMk cId="1880874412" sldId="1135"/>
        </pc:sldMkLst>
      </pc:sldChg>
      <pc:sldChg chg="del">
        <pc:chgData name="Roozbeh Razavi-Far" userId="54a6735f-f923-4b24-bfab-7de18e907ca6" providerId="ADAL" clId="{A5F2370B-B243-4F27-AF05-38FC5B32BD93}" dt="2026-01-23T21:01:05.316" v="29" actId="47"/>
        <pc:sldMkLst>
          <pc:docMk/>
          <pc:sldMk cId="174868321" sldId="1136"/>
        </pc:sldMkLst>
      </pc:sldChg>
      <pc:sldChg chg="del">
        <pc:chgData name="Roozbeh Razavi-Far" userId="54a6735f-f923-4b24-bfab-7de18e907ca6" providerId="ADAL" clId="{A5F2370B-B243-4F27-AF05-38FC5B32BD93}" dt="2026-01-23T21:01:05.560" v="30" actId="47"/>
        <pc:sldMkLst>
          <pc:docMk/>
          <pc:sldMk cId="1251906149" sldId="1192"/>
        </pc:sldMkLst>
      </pc:sldChg>
      <pc:sldChg chg="del">
        <pc:chgData name="Roozbeh Razavi-Far" userId="54a6735f-f923-4b24-bfab-7de18e907ca6" providerId="ADAL" clId="{A5F2370B-B243-4F27-AF05-38FC5B32BD93}" dt="2026-01-23T21:01:05.800" v="31" actId="47"/>
        <pc:sldMkLst>
          <pc:docMk/>
          <pc:sldMk cId="4294820974" sldId="1193"/>
        </pc:sldMkLst>
      </pc:sldChg>
      <pc:sldChg chg="del">
        <pc:chgData name="Roozbeh Razavi-Far" userId="54a6735f-f923-4b24-bfab-7de18e907ca6" providerId="ADAL" clId="{A5F2370B-B243-4F27-AF05-38FC5B32BD93}" dt="2026-01-23T21:01:06.001" v="32" actId="47"/>
        <pc:sldMkLst>
          <pc:docMk/>
          <pc:sldMk cId="4122930347" sldId="1194"/>
        </pc:sldMkLst>
      </pc:sldChg>
      <pc:sldChg chg="del">
        <pc:chgData name="Roozbeh Razavi-Far" userId="54a6735f-f923-4b24-bfab-7de18e907ca6" providerId="ADAL" clId="{A5F2370B-B243-4F27-AF05-38FC5B32BD93}" dt="2026-01-23T21:01:06.226" v="33" actId="47"/>
        <pc:sldMkLst>
          <pc:docMk/>
          <pc:sldMk cId="3202684305" sldId="1195"/>
        </pc:sldMkLst>
      </pc:sldChg>
      <pc:sldChg chg="del">
        <pc:chgData name="Roozbeh Razavi-Far" userId="54a6735f-f923-4b24-bfab-7de18e907ca6" providerId="ADAL" clId="{A5F2370B-B243-4F27-AF05-38FC5B32BD93}" dt="2026-01-23T21:01:06.444" v="34" actId="47"/>
        <pc:sldMkLst>
          <pc:docMk/>
          <pc:sldMk cId="1630352643" sldId="1196"/>
        </pc:sldMkLst>
      </pc:sldChg>
      <pc:sldChg chg="del">
        <pc:chgData name="Roozbeh Razavi-Far" userId="54a6735f-f923-4b24-bfab-7de18e907ca6" providerId="ADAL" clId="{A5F2370B-B243-4F27-AF05-38FC5B32BD93}" dt="2026-01-23T21:01:06.695" v="35" actId="47"/>
        <pc:sldMkLst>
          <pc:docMk/>
          <pc:sldMk cId="2405247606" sldId="1197"/>
        </pc:sldMkLst>
      </pc:sldChg>
      <pc:sldChg chg="del">
        <pc:chgData name="Roozbeh Razavi-Far" userId="54a6735f-f923-4b24-bfab-7de18e907ca6" providerId="ADAL" clId="{A5F2370B-B243-4F27-AF05-38FC5B32BD93}" dt="2026-01-23T21:01:06.931" v="36" actId="47"/>
        <pc:sldMkLst>
          <pc:docMk/>
          <pc:sldMk cId="3670373943" sldId="1198"/>
        </pc:sldMkLst>
      </pc:sldChg>
      <pc:sldChg chg="del">
        <pc:chgData name="Roozbeh Razavi-Far" userId="54a6735f-f923-4b24-bfab-7de18e907ca6" providerId="ADAL" clId="{A5F2370B-B243-4F27-AF05-38FC5B32BD93}" dt="2026-01-23T21:01:07.128" v="37" actId="47"/>
        <pc:sldMkLst>
          <pc:docMk/>
          <pc:sldMk cId="2614665432" sldId="1199"/>
        </pc:sldMkLst>
      </pc:sldChg>
      <pc:sldChg chg="del">
        <pc:chgData name="Roozbeh Razavi-Far" userId="54a6735f-f923-4b24-bfab-7de18e907ca6" providerId="ADAL" clId="{A5F2370B-B243-4F27-AF05-38FC5B32BD93}" dt="2026-01-23T21:01:07.600" v="39" actId="47"/>
        <pc:sldMkLst>
          <pc:docMk/>
          <pc:sldMk cId="3041715320" sldId="1200"/>
        </pc:sldMkLst>
      </pc:sldChg>
      <pc:sldChg chg="del">
        <pc:chgData name="Roozbeh Razavi-Far" userId="54a6735f-f923-4b24-bfab-7de18e907ca6" providerId="ADAL" clId="{A5F2370B-B243-4F27-AF05-38FC5B32BD93}" dt="2026-01-23T21:01:07.791" v="40" actId="47"/>
        <pc:sldMkLst>
          <pc:docMk/>
          <pc:sldMk cId="1240067388" sldId="1201"/>
        </pc:sldMkLst>
      </pc:sldChg>
      <pc:sldChg chg="del">
        <pc:chgData name="Roozbeh Razavi-Far" userId="54a6735f-f923-4b24-bfab-7de18e907ca6" providerId="ADAL" clId="{A5F2370B-B243-4F27-AF05-38FC5B32BD93}" dt="2026-01-23T21:01:08.035" v="41" actId="47"/>
        <pc:sldMkLst>
          <pc:docMk/>
          <pc:sldMk cId="378735036" sldId="1202"/>
        </pc:sldMkLst>
      </pc:sldChg>
      <pc:sldChg chg="del">
        <pc:chgData name="Roozbeh Razavi-Far" userId="54a6735f-f923-4b24-bfab-7de18e907ca6" providerId="ADAL" clId="{A5F2370B-B243-4F27-AF05-38FC5B32BD93}" dt="2026-01-23T21:01:08.206" v="42" actId="47"/>
        <pc:sldMkLst>
          <pc:docMk/>
          <pc:sldMk cId="2596850166" sldId="1203"/>
        </pc:sldMkLst>
      </pc:sldChg>
      <pc:sldChg chg="del">
        <pc:chgData name="Roozbeh Razavi-Far" userId="54a6735f-f923-4b24-bfab-7de18e907ca6" providerId="ADAL" clId="{A5F2370B-B243-4F27-AF05-38FC5B32BD93}" dt="2026-01-23T21:01:08.474" v="43" actId="47"/>
        <pc:sldMkLst>
          <pc:docMk/>
          <pc:sldMk cId="326806211" sldId="1204"/>
        </pc:sldMkLst>
      </pc:sldChg>
      <pc:sldChg chg="del">
        <pc:chgData name="Roozbeh Razavi-Far" userId="54a6735f-f923-4b24-bfab-7de18e907ca6" providerId="ADAL" clId="{A5F2370B-B243-4F27-AF05-38FC5B32BD93}" dt="2026-01-23T21:01:08.683" v="44" actId="47"/>
        <pc:sldMkLst>
          <pc:docMk/>
          <pc:sldMk cId="417237581" sldId="1205"/>
        </pc:sldMkLst>
      </pc:sldChg>
      <pc:sldChg chg="del">
        <pc:chgData name="Roozbeh Razavi-Far" userId="54a6735f-f923-4b24-bfab-7de18e907ca6" providerId="ADAL" clId="{A5F2370B-B243-4F27-AF05-38FC5B32BD93}" dt="2026-01-23T21:01:08.853" v="45" actId="47"/>
        <pc:sldMkLst>
          <pc:docMk/>
          <pc:sldMk cId="3657188734" sldId="1206"/>
        </pc:sldMkLst>
      </pc:sldChg>
      <pc:sldChg chg="del">
        <pc:chgData name="Roozbeh Razavi-Far" userId="54a6735f-f923-4b24-bfab-7de18e907ca6" providerId="ADAL" clId="{A5F2370B-B243-4F27-AF05-38FC5B32BD93}" dt="2026-01-23T21:01:09.329" v="46" actId="47"/>
        <pc:sldMkLst>
          <pc:docMk/>
          <pc:sldMk cId="3802900119" sldId="1207"/>
        </pc:sldMkLst>
      </pc:sldChg>
      <pc:sldChg chg="del">
        <pc:chgData name="Roozbeh Razavi-Far" userId="54a6735f-f923-4b24-bfab-7de18e907ca6" providerId="ADAL" clId="{A5F2370B-B243-4F27-AF05-38FC5B32BD93}" dt="2026-01-23T21:01:09.392" v="47" actId="47"/>
        <pc:sldMkLst>
          <pc:docMk/>
          <pc:sldMk cId="2912562507" sldId="1208"/>
        </pc:sldMkLst>
      </pc:sldChg>
      <pc:sldChg chg="del">
        <pc:chgData name="Roozbeh Razavi-Far" userId="54a6735f-f923-4b24-bfab-7de18e907ca6" providerId="ADAL" clId="{A5F2370B-B243-4F27-AF05-38FC5B32BD93}" dt="2026-01-23T21:01:09.456" v="48" actId="47"/>
        <pc:sldMkLst>
          <pc:docMk/>
          <pc:sldMk cId="1661647475" sldId="1209"/>
        </pc:sldMkLst>
      </pc:sldChg>
      <pc:sldChg chg="del">
        <pc:chgData name="Roozbeh Razavi-Far" userId="54a6735f-f923-4b24-bfab-7de18e907ca6" providerId="ADAL" clId="{A5F2370B-B243-4F27-AF05-38FC5B32BD93}" dt="2026-01-23T21:01:09.507" v="49" actId="47"/>
        <pc:sldMkLst>
          <pc:docMk/>
          <pc:sldMk cId="466620633" sldId="1210"/>
        </pc:sldMkLst>
      </pc:sldChg>
      <pc:sldChg chg="del">
        <pc:chgData name="Roozbeh Razavi-Far" userId="54a6735f-f923-4b24-bfab-7de18e907ca6" providerId="ADAL" clId="{A5F2370B-B243-4F27-AF05-38FC5B32BD93}" dt="2026-01-23T21:01:04.583" v="13" actId="47"/>
        <pc:sldMkLst>
          <pc:docMk/>
          <pc:sldMk cId="1751878752" sldId="1233"/>
        </pc:sldMkLst>
      </pc:sldChg>
      <pc:sldChg chg="del">
        <pc:chgData name="Roozbeh Razavi-Far" userId="54a6735f-f923-4b24-bfab-7de18e907ca6" providerId="ADAL" clId="{A5F2370B-B243-4F27-AF05-38FC5B32BD93}" dt="2026-01-23T21:01:04.629" v="14" actId="47"/>
        <pc:sldMkLst>
          <pc:docMk/>
          <pc:sldMk cId="222221722" sldId="1242"/>
        </pc:sldMkLst>
      </pc:sldChg>
      <pc:sldChg chg="del">
        <pc:chgData name="Roozbeh Razavi-Far" userId="54a6735f-f923-4b24-bfab-7de18e907ca6" providerId="ADAL" clId="{A5F2370B-B243-4F27-AF05-38FC5B32BD93}" dt="2026-01-23T21:01:09.550" v="51" actId="47"/>
        <pc:sldMkLst>
          <pc:docMk/>
          <pc:sldMk cId="1032266227" sldId="1243"/>
        </pc:sldMkLst>
      </pc:sldChg>
      <pc:sldChg chg="del">
        <pc:chgData name="Roozbeh Razavi-Far" userId="54a6735f-f923-4b24-bfab-7de18e907ca6" providerId="ADAL" clId="{A5F2370B-B243-4F27-AF05-38FC5B32BD93}" dt="2026-01-23T21:01:09.582" v="52" actId="47"/>
        <pc:sldMkLst>
          <pc:docMk/>
          <pc:sldMk cId="3454125738" sldId="1244"/>
        </pc:sldMkLst>
      </pc:sldChg>
      <pc:sldChg chg="del">
        <pc:chgData name="Roozbeh Razavi-Far" userId="54a6735f-f923-4b24-bfab-7de18e907ca6" providerId="ADAL" clId="{A5F2370B-B243-4F27-AF05-38FC5B32BD93}" dt="2026-01-23T21:01:09.614" v="53" actId="47"/>
        <pc:sldMkLst>
          <pc:docMk/>
          <pc:sldMk cId="2109120217" sldId="1245"/>
        </pc:sldMkLst>
      </pc:sldChg>
      <pc:sldChg chg="del">
        <pc:chgData name="Roozbeh Razavi-Far" userId="54a6735f-f923-4b24-bfab-7de18e907ca6" providerId="ADAL" clId="{A5F2370B-B243-4F27-AF05-38FC5B32BD93}" dt="2026-01-23T21:01:09.677" v="54" actId="47"/>
        <pc:sldMkLst>
          <pc:docMk/>
          <pc:sldMk cId="1905713084" sldId="1246"/>
        </pc:sldMkLst>
      </pc:sldChg>
      <pc:sldChg chg="del">
        <pc:chgData name="Roozbeh Razavi-Far" userId="54a6735f-f923-4b24-bfab-7de18e907ca6" providerId="ADAL" clId="{A5F2370B-B243-4F27-AF05-38FC5B32BD93}" dt="2026-01-23T21:01:09.724" v="55" actId="47"/>
        <pc:sldMkLst>
          <pc:docMk/>
          <pc:sldMk cId="1569705117" sldId="1247"/>
        </pc:sldMkLst>
      </pc:sldChg>
      <pc:sldChg chg="del">
        <pc:chgData name="Roozbeh Razavi-Far" userId="54a6735f-f923-4b24-bfab-7de18e907ca6" providerId="ADAL" clId="{A5F2370B-B243-4F27-AF05-38FC5B32BD93}" dt="2026-01-23T21:01:09.758" v="56" actId="47"/>
        <pc:sldMkLst>
          <pc:docMk/>
          <pc:sldMk cId="1676867210" sldId="1248"/>
        </pc:sldMkLst>
      </pc:sldChg>
      <pc:sldChg chg="del">
        <pc:chgData name="Roozbeh Razavi-Far" userId="54a6735f-f923-4b24-bfab-7de18e907ca6" providerId="ADAL" clId="{A5F2370B-B243-4F27-AF05-38FC5B32BD93}" dt="2026-01-23T21:01:10.145" v="58" actId="47"/>
        <pc:sldMkLst>
          <pc:docMk/>
          <pc:sldMk cId="1288152385" sldId="1249"/>
        </pc:sldMkLst>
      </pc:sldChg>
      <pc:sldChg chg="del">
        <pc:chgData name="Roozbeh Razavi-Far" userId="54a6735f-f923-4b24-bfab-7de18e907ca6" providerId="ADAL" clId="{A5F2370B-B243-4F27-AF05-38FC5B32BD93}" dt="2026-01-23T21:01:10.377" v="59" actId="47"/>
        <pc:sldMkLst>
          <pc:docMk/>
          <pc:sldMk cId="3087385503" sldId="1250"/>
        </pc:sldMkLst>
      </pc:sldChg>
      <pc:sldChg chg="del">
        <pc:chgData name="Roozbeh Razavi-Far" userId="54a6735f-f923-4b24-bfab-7de18e907ca6" providerId="ADAL" clId="{A5F2370B-B243-4F27-AF05-38FC5B32BD93}" dt="2026-01-23T21:01:10.590" v="60" actId="47"/>
        <pc:sldMkLst>
          <pc:docMk/>
          <pc:sldMk cId="664643172" sldId="1251"/>
        </pc:sldMkLst>
      </pc:sldChg>
      <pc:sldChg chg="del">
        <pc:chgData name="Roozbeh Razavi-Far" userId="54a6735f-f923-4b24-bfab-7de18e907ca6" providerId="ADAL" clId="{A5F2370B-B243-4F27-AF05-38FC5B32BD93}" dt="2026-01-23T21:01:10.791" v="61" actId="47"/>
        <pc:sldMkLst>
          <pc:docMk/>
          <pc:sldMk cId="561112980" sldId="1252"/>
        </pc:sldMkLst>
      </pc:sldChg>
      <pc:sldChg chg="del">
        <pc:chgData name="Roozbeh Razavi-Far" userId="54a6735f-f923-4b24-bfab-7de18e907ca6" providerId="ADAL" clId="{A5F2370B-B243-4F27-AF05-38FC5B32BD93}" dt="2026-01-23T21:01:11.030" v="62" actId="47"/>
        <pc:sldMkLst>
          <pc:docMk/>
          <pc:sldMk cId="4253565402" sldId="1253"/>
        </pc:sldMkLst>
      </pc:sldChg>
      <pc:sldChg chg="del">
        <pc:chgData name="Roozbeh Razavi-Far" userId="54a6735f-f923-4b24-bfab-7de18e907ca6" providerId="ADAL" clId="{A5F2370B-B243-4F27-AF05-38FC5B32BD93}" dt="2026-01-23T21:01:11.257" v="63" actId="47"/>
        <pc:sldMkLst>
          <pc:docMk/>
          <pc:sldMk cId="3859416107" sldId="1254"/>
        </pc:sldMkLst>
      </pc:sldChg>
      <pc:sldChg chg="del">
        <pc:chgData name="Roozbeh Razavi-Far" userId="54a6735f-f923-4b24-bfab-7de18e907ca6" providerId="ADAL" clId="{A5F2370B-B243-4F27-AF05-38FC5B32BD93}" dt="2026-01-23T21:01:11.533" v="64" actId="47"/>
        <pc:sldMkLst>
          <pc:docMk/>
          <pc:sldMk cId="395761542" sldId="1255"/>
        </pc:sldMkLst>
      </pc:sldChg>
      <pc:sldChg chg="del">
        <pc:chgData name="Roozbeh Razavi-Far" userId="54a6735f-f923-4b24-bfab-7de18e907ca6" providerId="ADAL" clId="{A5F2370B-B243-4F27-AF05-38FC5B32BD93}" dt="2026-01-23T21:01:11.695" v="65" actId="47"/>
        <pc:sldMkLst>
          <pc:docMk/>
          <pc:sldMk cId="1789852585" sldId="1256"/>
        </pc:sldMkLst>
      </pc:sldChg>
      <pc:sldChg chg="del">
        <pc:chgData name="Roozbeh Razavi-Far" userId="54a6735f-f923-4b24-bfab-7de18e907ca6" providerId="ADAL" clId="{A5F2370B-B243-4F27-AF05-38FC5B32BD93}" dt="2026-01-23T21:01:12.940" v="75" actId="47"/>
        <pc:sldMkLst>
          <pc:docMk/>
          <pc:sldMk cId="3880135206" sldId="1262"/>
        </pc:sldMkLst>
      </pc:sldChg>
      <pc:sldChg chg="del">
        <pc:chgData name="Roozbeh Razavi-Far" userId="54a6735f-f923-4b24-bfab-7de18e907ca6" providerId="ADAL" clId="{A5F2370B-B243-4F27-AF05-38FC5B32BD93}" dt="2026-01-23T21:01:13.054" v="78" actId="47"/>
        <pc:sldMkLst>
          <pc:docMk/>
          <pc:sldMk cId="2949881896" sldId="1263"/>
        </pc:sldMkLst>
      </pc:sldChg>
      <pc:sldChg chg="del">
        <pc:chgData name="Roozbeh Razavi-Far" userId="54a6735f-f923-4b24-bfab-7de18e907ca6" providerId="ADAL" clId="{A5F2370B-B243-4F27-AF05-38FC5B32BD93}" dt="2026-01-23T21:01:13.082" v="79" actId="47"/>
        <pc:sldMkLst>
          <pc:docMk/>
          <pc:sldMk cId="2823459019" sldId="1264"/>
        </pc:sldMkLst>
      </pc:sldChg>
      <pc:sldChg chg="del">
        <pc:chgData name="Roozbeh Razavi-Far" userId="54a6735f-f923-4b24-bfab-7de18e907ca6" providerId="ADAL" clId="{A5F2370B-B243-4F27-AF05-38FC5B32BD93}" dt="2026-01-23T21:01:13.113" v="80" actId="47"/>
        <pc:sldMkLst>
          <pc:docMk/>
          <pc:sldMk cId="3394144231" sldId="1265"/>
        </pc:sldMkLst>
      </pc:sldChg>
      <pc:sldChg chg="del">
        <pc:chgData name="Roozbeh Razavi-Far" userId="54a6735f-f923-4b24-bfab-7de18e907ca6" providerId="ADAL" clId="{A5F2370B-B243-4F27-AF05-38FC5B32BD93}" dt="2026-01-23T21:01:13.145" v="81" actId="47"/>
        <pc:sldMkLst>
          <pc:docMk/>
          <pc:sldMk cId="280663057" sldId="1266"/>
        </pc:sldMkLst>
      </pc:sldChg>
      <pc:sldChg chg="del">
        <pc:chgData name="Roozbeh Razavi-Far" userId="54a6735f-f923-4b24-bfab-7de18e907ca6" providerId="ADAL" clId="{A5F2370B-B243-4F27-AF05-38FC5B32BD93}" dt="2026-01-23T21:01:13.171" v="82" actId="47"/>
        <pc:sldMkLst>
          <pc:docMk/>
          <pc:sldMk cId="1121926097" sldId="1267"/>
        </pc:sldMkLst>
      </pc:sldChg>
      <pc:sldChg chg="del">
        <pc:chgData name="Roozbeh Razavi-Far" userId="54a6735f-f923-4b24-bfab-7de18e907ca6" providerId="ADAL" clId="{A5F2370B-B243-4F27-AF05-38FC5B32BD93}" dt="2026-01-23T21:01:13.787" v="83" actId="47"/>
        <pc:sldMkLst>
          <pc:docMk/>
          <pc:sldMk cId="3266351189" sldId="1268"/>
        </pc:sldMkLst>
      </pc:sldChg>
      <pc:sldChg chg="del">
        <pc:chgData name="Roozbeh Razavi-Far" userId="54a6735f-f923-4b24-bfab-7de18e907ca6" providerId="ADAL" clId="{A5F2370B-B243-4F27-AF05-38FC5B32BD93}" dt="2026-01-23T21:01:14.103" v="84" actId="47"/>
        <pc:sldMkLst>
          <pc:docMk/>
          <pc:sldMk cId="2120040114" sldId="1269"/>
        </pc:sldMkLst>
      </pc:sldChg>
      <pc:sldChg chg="del">
        <pc:chgData name="Roozbeh Razavi-Far" userId="54a6735f-f923-4b24-bfab-7de18e907ca6" providerId="ADAL" clId="{A5F2370B-B243-4F27-AF05-38FC5B32BD93}" dt="2026-01-23T21:01:14.539" v="85" actId="47"/>
        <pc:sldMkLst>
          <pc:docMk/>
          <pc:sldMk cId="92516932" sldId="1270"/>
        </pc:sldMkLst>
      </pc:sldChg>
      <pc:sldChg chg="del">
        <pc:chgData name="Roozbeh Razavi-Far" userId="54a6735f-f923-4b24-bfab-7de18e907ca6" providerId="ADAL" clId="{A5F2370B-B243-4F27-AF05-38FC5B32BD93}" dt="2026-01-23T21:01:15.422" v="86" actId="47"/>
        <pc:sldMkLst>
          <pc:docMk/>
          <pc:sldMk cId="845090906" sldId="1271"/>
        </pc:sldMkLst>
      </pc:sldChg>
      <pc:sldChg chg="del">
        <pc:chgData name="Roozbeh Razavi-Far" userId="54a6735f-f923-4b24-bfab-7de18e907ca6" providerId="ADAL" clId="{A5F2370B-B243-4F27-AF05-38FC5B32BD93}" dt="2026-01-23T21:01:04.372" v="6" actId="47"/>
        <pc:sldMkLst>
          <pc:docMk/>
          <pc:sldMk cId="965041766" sldId="1272"/>
        </pc:sldMkLst>
      </pc:sldChg>
      <pc:sldChg chg="del">
        <pc:chgData name="Roozbeh Razavi-Far" userId="54a6735f-f923-4b24-bfab-7de18e907ca6" providerId="ADAL" clId="{A5F2370B-B243-4F27-AF05-38FC5B32BD93}" dt="2026-01-23T21:01:04.404" v="7" actId="47"/>
        <pc:sldMkLst>
          <pc:docMk/>
          <pc:sldMk cId="2369886796" sldId="1273"/>
        </pc:sldMkLst>
      </pc:sldChg>
      <pc:sldChg chg="del">
        <pc:chgData name="Roozbeh Razavi-Far" userId="54a6735f-f923-4b24-bfab-7de18e907ca6" providerId="ADAL" clId="{A5F2370B-B243-4F27-AF05-38FC5B32BD93}" dt="2026-01-23T21:01:04.426" v="8" actId="47"/>
        <pc:sldMkLst>
          <pc:docMk/>
          <pc:sldMk cId="2673108383" sldId="1274"/>
        </pc:sldMkLst>
      </pc:sldChg>
      <pc:sldChg chg="del">
        <pc:chgData name="Roozbeh Razavi-Far" userId="54a6735f-f923-4b24-bfab-7de18e907ca6" providerId="ADAL" clId="{A5F2370B-B243-4F27-AF05-38FC5B32BD93}" dt="2026-01-23T21:01:04.459" v="9" actId="47"/>
        <pc:sldMkLst>
          <pc:docMk/>
          <pc:sldMk cId="3693742526" sldId="1275"/>
        </pc:sldMkLst>
      </pc:sldChg>
      <pc:sldChg chg="del">
        <pc:chgData name="Roozbeh Razavi-Far" userId="54a6735f-f923-4b24-bfab-7de18e907ca6" providerId="ADAL" clId="{A5F2370B-B243-4F27-AF05-38FC5B32BD93}" dt="2026-01-23T21:01:04.492" v="10" actId="47"/>
        <pc:sldMkLst>
          <pc:docMk/>
          <pc:sldMk cId="1687015516" sldId="1276"/>
        </pc:sldMkLst>
      </pc:sldChg>
      <pc:sldChg chg="del">
        <pc:chgData name="Roozbeh Razavi-Far" userId="54a6735f-f923-4b24-bfab-7de18e907ca6" providerId="ADAL" clId="{A5F2370B-B243-4F27-AF05-38FC5B32BD93}" dt="2026-01-23T21:01:04.530" v="11" actId="47"/>
        <pc:sldMkLst>
          <pc:docMk/>
          <pc:sldMk cId="2959396922" sldId="1277"/>
        </pc:sldMkLst>
      </pc:sldChg>
      <pc:sldChg chg="del">
        <pc:chgData name="Roozbeh Razavi-Far" userId="54a6735f-f923-4b24-bfab-7de18e907ca6" providerId="ADAL" clId="{A5F2370B-B243-4F27-AF05-38FC5B32BD93}" dt="2026-01-23T21:01:04.558" v="12" actId="47"/>
        <pc:sldMkLst>
          <pc:docMk/>
          <pc:sldMk cId="2473152448" sldId="1278"/>
        </pc:sldMkLst>
      </pc:sldChg>
      <pc:sldChg chg="del">
        <pc:chgData name="Roozbeh Razavi-Far" userId="54a6735f-f923-4b24-bfab-7de18e907ca6" providerId="ADAL" clId="{A5F2370B-B243-4F27-AF05-38FC5B32BD93}" dt="2026-01-23T21:01:11.872" v="66" actId="47"/>
        <pc:sldMkLst>
          <pc:docMk/>
          <pc:sldMk cId="2547972314" sldId="1279"/>
        </pc:sldMkLst>
      </pc:sldChg>
      <pc:sldChg chg="del">
        <pc:chgData name="Roozbeh Razavi-Far" userId="54a6735f-f923-4b24-bfab-7de18e907ca6" providerId="ADAL" clId="{A5F2370B-B243-4F27-AF05-38FC5B32BD93}" dt="2026-01-23T21:01:12.088" v="67" actId="47"/>
        <pc:sldMkLst>
          <pc:docMk/>
          <pc:sldMk cId="3892400086" sldId="1280"/>
        </pc:sldMkLst>
      </pc:sldChg>
      <pc:sldChg chg="del">
        <pc:chgData name="Roozbeh Razavi-Far" userId="54a6735f-f923-4b24-bfab-7de18e907ca6" providerId="ADAL" clId="{A5F2370B-B243-4F27-AF05-38FC5B32BD93}" dt="2026-01-23T21:01:12.286" v="68" actId="47"/>
        <pc:sldMkLst>
          <pc:docMk/>
          <pc:sldMk cId="3180300850" sldId="1281"/>
        </pc:sldMkLst>
      </pc:sldChg>
      <pc:sldChg chg="del">
        <pc:chgData name="Roozbeh Razavi-Far" userId="54a6735f-f923-4b24-bfab-7de18e907ca6" providerId="ADAL" clId="{A5F2370B-B243-4F27-AF05-38FC5B32BD93}" dt="2026-01-23T21:01:12.782" v="69" actId="47"/>
        <pc:sldMkLst>
          <pc:docMk/>
          <pc:sldMk cId="129330920" sldId="1282"/>
        </pc:sldMkLst>
      </pc:sldChg>
      <pc:sldChg chg="del">
        <pc:chgData name="Roozbeh Razavi-Far" userId="54a6735f-f923-4b24-bfab-7de18e907ca6" providerId="ADAL" clId="{A5F2370B-B243-4F27-AF05-38FC5B32BD93}" dt="2026-01-23T21:01:12.782" v="70" actId="47"/>
        <pc:sldMkLst>
          <pc:docMk/>
          <pc:sldMk cId="2995416658" sldId="1283"/>
        </pc:sldMkLst>
      </pc:sldChg>
      <pc:sldChg chg="del">
        <pc:chgData name="Roozbeh Razavi-Far" userId="54a6735f-f923-4b24-bfab-7de18e907ca6" providerId="ADAL" clId="{A5F2370B-B243-4F27-AF05-38FC5B32BD93}" dt="2026-01-23T21:01:12.821" v="71" actId="47"/>
        <pc:sldMkLst>
          <pc:docMk/>
          <pc:sldMk cId="2485555687" sldId="1284"/>
        </pc:sldMkLst>
      </pc:sldChg>
      <pc:sldChg chg="del">
        <pc:chgData name="Roozbeh Razavi-Far" userId="54a6735f-f923-4b24-bfab-7de18e907ca6" providerId="ADAL" clId="{A5F2370B-B243-4F27-AF05-38FC5B32BD93}" dt="2026-01-23T21:01:12.860" v="72" actId="47"/>
        <pc:sldMkLst>
          <pc:docMk/>
          <pc:sldMk cId="1327951036" sldId="1285"/>
        </pc:sldMkLst>
      </pc:sldChg>
      <pc:sldChg chg="del">
        <pc:chgData name="Roozbeh Razavi-Far" userId="54a6735f-f923-4b24-bfab-7de18e907ca6" providerId="ADAL" clId="{A5F2370B-B243-4F27-AF05-38FC5B32BD93}" dt="2026-01-23T21:01:12.892" v="73" actId="47"/>
        <pc:sldMkLst>
          <pc:docMk/>
          <pc:sldMk cId="2040263017" sldId="1286"/>
        </pc:sldMkLst>
      </pc:sldChg>
      <pc:sldChg chg="del">
        <pc:chgData name="Roozbeh Razavi-Far" userId="54a6735f-f923-4b24-bfab-7de18e907ca6" providerId="ADAL" clId="{A5F2370B-B243-4F27-AF05-38FC5B32BD93}" dt="2026-01-23T21:01:12.908" v="74" actId="47"/>
        <pc:sldMkLst>
          <pc:docMk/>
          <pc:sldMk cId="762664057" sldId="1287"/>
        </pc:sldMkLst>
      </pc:sldChg>
      <pc:sldChg chg="del">
        <pc:chgData name="Roozbeh Razavi-Far" userId="54a6735f-f923-4b24-bfab-7de18e907ca6" providerId="ADAL" clId="{A5F2370B-B243-4F27-AF05-38FC5B32BD93}" dt="2026-01-23T21:01:07.345" v="38" actId="47"/>
        <pc:sldMkLst>
          <pc:docMk/>
          <pc:sldMk cId="4101541583" sldId="1288"/>
        </pc:sldMkLst>
      </pc:sldChg>
      <pc:sldChg chg="del">
        <pc:chgData name="Roozbeh Razavi-Far" userId="54a6735f-f923-4b24-bfab-7de18e907ca6" providerId="ADAL" clId="{A5F2370B-B243-4F27-AF05-38FC5B32BD93}" dt="2026-01-23T21:00:59.188" v="0" actId="47"/>
        <pc:sldMkLst>
          <pc:docMk/>
          <pc:sldMk cId="2674476518" sldId="1292"/>
        </pc:sldMkLst>
      </pc:sldChg>
      <pc:sldChg chg="del">
        <pc:chgData name="Roozbeh Razavi-Far" userId="54a6735f-f923-4b24-bfab-7de18e907ca6" providerId="ADAL" clId="{A5F2370B-B243-4F27-AF05-38FC5B32BD93}" dt="2026-01-23T21:01:02.002" v="1" actId="47"/>
        <pc:sldMkLst>
          <pc:docMk/>
          <pc:sldMk cId="1704980168" sldId="1293"/>
        </pc:sldMkLst>
      </pc:sldChg>
      <pc:sldChg chg="del">
        <pc:chgData name="Roozbeh Razavi-Far" userId="54a6735f-f923-4b24-bfab-7de18e907ca6" providerId="ADAL" clId="{A5F2370B-B243-4F27-AF05-38FC5B32BD93}" dt="2026-01-23T21:01:02.684" v="2" actId="47"/>
        <pc:sldMkLst>
          <pc:docMk/>
          <pc:sldMk cId="768513983" sldId="1294"/>
        </pc:sldMkLst>
      </pc:sldChg>
      <pc:sldChg chg="del">
        <pc:chgData name="Roozbeh Razavi-Far" userId="54a6735f-f923-4b24-bfab-7de18e907ca6" providerId="ADAL" clId="{A5F2370B-B243-4F27-AF05-38FC5B32BD93}" dt="2026-01-23T21:01:03.820" v="3" actId="47"/>
        <pc:sldMkLst>
          <pc:docMk/>
          <pc:sldMk cId="1072759789" sldId="1296"/>
        </pc:sldMkLst>
      </pc:sldChg>
      <pc:sldChg chg="del">
        <pc:chgData name="Roozbeh Razavi-Far" userId="54a6735f-f923-4b24-bfab-7de18e907ca6" providerId="ADAL" clId="{A5F2370B-B243-4F27-AF05-38FC5B32BD93}" dt="2026-01-23T21:01:04.945" v="24" actId="47"/>
        <pc:sldMkLst>
          <pc:docMk/>
          <pc:sldMk cId="17708781" sldId="1297"/>
        </pc:sldMkLst>
      </pc:sldChg>
      <pc:sldChg chg="del">
        <pc:chgData name="Roozbeh Razavi-Far" userId="54a6735f-f923-4b24-bfab-7de18e907ca6" providerId="ADAL" clId="{A5F2370B-B243-4F27-AF05-38FC5B32BD93}" dt="2026-01-23T21:01:16.042" v="87" actId="47"/>
        <pc:sldMkLst>
          <pc:docMk/>
          <pc:sldMk cId="2316344761" sldId="1298"/>
        </pc:sldMkLst>
      </pc:sldChg>
      <pc:sldChg chg="del">
        <pc:chgData name="Roozbeh Razavi-Far" userId="54a6735f-f923-4b24-bfab-7de18e907ca6" providerId="ADAL" clId="{A5F2370B-B243-4F27-AF05-38FC5B32BD93}" dt="2026-01-23T21:01:13.010" v="77" actId="47"/>
        <pc:sldMkLst>
          <pc:docMk/>
          <pc:sldMk cId="3823961752" sldId="1299"/>
        </pc:sldMkLst>
      </pc:sldChg>
      <pc:sldChg chg="del">
        <pc:chgData name="Roozbeh Razavi-Far" userId="54a6735f-f923-4b24-bfab-7de18e907ca6" providerId="ADAL" clId="{A5F2370B-B243-4F27-AF05-38FC5B32BD93}" dt="2026-01-23T21:01:09.519" v="50" actId="47"/>
        <pc:sldMkLst>
          <pc:docMk/>
          <pc:sldMk cId="900088892" sldId="1300"/>
        </pc:sldMkLst>
      </pc:sldChg>
      <pc:sldChg chg="del">
        <pc:chgData name="Roozbeh Razavi-Far" userId="54a6735f-f923-4b24-bfab-7de18e907ca6" providerId="ADAL" clId="{A5F2370B-B243-4F27-AF05-38FC5B32BD93}" dt="2026-01-23T21:01:09.774" v="57" actId="47"/>
        <pc:sldMkLst>
          <pc:docMk/>
          <pc:sldMk cId="1562305540" sldId="1301"/>
        </pc:sldMkLst>
      </pc:sldChg>
      <pc:sldChg chg="del">
        <pc:chgData name="Roozbeh Razavi-Far" userId="54a6735f-f923-4b24-bfab-7de18e907ca6" providerId="ADAL" clId="{A5F2370B-B243-4F27-AF05-38FC5B32BD93}" dt="2026-01-23T21:01:12.971" v="76" actId="47"/>
        <pc:sldMkLst>
          <pc:docMk/>
          <pc:sldMk cId="1353353297" sldId="130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870F5-216C-4270-BD76-3E632FC98A24}" type="doc">
      <dgm:prSet loTypeId="urn:microsoft.com/office/officeart/2008/layout/VerticalCurvedList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F3AC79F7-93C9-405B-A74F-B5705DCACCE1}">
      <dgm:prSet phldrT="[Text]" custT="1"/>
      <dgm:spPr>
        <a:solidFill>
          <a:schemeClr val="accent6">
            <a:lumMod val="40000"/>
            <a:lumOff val="60000"/>
            <a:alpha val="72157"/>
          </a:schemeClr>
        </a:solidFill>
      </dgm:spPr>
      <dgm:t>
        <a:bodyPr/>
        <a:lstStyle/>
        <a:p>
          <a:r>
            <a:rPr lang="en-US" sz="2200" dirty="0">
              <a:solidFill>
                <a:schemeClr val="tx1"/>
              </a:solidFill>
              <a:latin typeface="Cambria" pitchFamily="18" charset="0"/>
            </a:rPr>
            <a:t>Data Cleaning</a:t>
          </a:r>
        </a:p>
      </dgm:t>
    </dgm:pt>
    <dgm:pt modelId="{CC20738A-53DD-41F6-9C8D-96FBB6DCA691}" type="parTrans" cxnId="{F1DACFE4-67F0-4AA2-9D3F-580FF7317F6D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0D57152C-4713-469E-8290-6F3A99DF99D0}" type="sibTrans" cxnId="{F1DACFE4-67F0-4AA2-9D3F-580FF7317F6D}">
      <dgm:prSet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50CAC484-BAD5-4246-A5B0-E9E19B61E5B7}">
      <dgm:prSet phldrT="[Text]" custT="1"/>
      <dgm:spPr>
        <a:solidFill>
          <a:schemeClr val="accent6">
            <a:lumMod val="40000"/>
            <a:lumOff val="60000"/>
            <a:alpha val="72157"/>
          </a:schemeClr>
        </a:solidFill>
      </dgm:spPr>
      <dgm:t>
        <a:bodyPr/>
        <a:lstStyle/>
        <a:p>
          <a:r>
            <a:rPr lang="en-US" sz="2200" dirty="0">
              <a:solidFill>
                <a:schemeClr val="tx1"/>
              </a:solidFill>
              <a:latin typeface="Cambria" pitchFamily="18" charset="0"/>
            </a:rPr>
            <a:t>Data Integration </a:t>
          </a:r>
        </a:p>
      </dgm:t>
    </dgm:pt>
    <dgm:pt modelId="{37631FEF-04D2-475B-9C67-94311BA8493C}" type="parTrans" cxnId="{7EAFD678-2DE4-4CF6-AEA4-ED4FBE3D0E81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A8592A2A-94B5-42B3-A43C-5543F3A31A2D}" type="sibTrans" cxnId="{7EAFD678-2DE4-4CF6-AEA4-ED4FBE3D0E81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A51701A5-C4A0-47BD-88D1-C34D2225078F}">
      <dgm:prSet phldrT="[Text]" custT="1"/>
      <dgm:spPr>
        <a:solidFill>
          <a:schemeClr val="accent6">
            <a:lumMod val="40000"/>
            <a:lumOff val="60000"/>
            <a:alpha val="72157"/>
          </a:schemeClr>
        </a:solidFill>
      </dgm:spPr>
      <dgm:t>
        <a:bodyPr/>
        <a:lstStyle/>
        <a:p>
          <a:r>
            <a:rPr lang="en-US" sz="2200" dirty="0">
              <a:solidFill>
                <a:schemeClr val="tx1"/>
              </a:solidFill>
              <a:latin typeface="Cambria" pitchFamily="18" charset="0"/>
            </a:rPr>
            <a:t>Data Transformation</a:t>
          </a:r>
        </a:p>
      </dgm:t>
    </dgm:pt>
    <dgm:pt modelId="{3D38D230-4393-4406-B9CA-D0B72EE157C4}" type="parTrans" cxnId="{D87991DB-DD91-472B-B4E3-EA75C502377A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F930C7EF-B5AE-4FEC-B5A3-138F531A67C6}" type="sibTrans" cxnId="{D87991DB-DD91-472B-B4E3-EA75C502377A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BA6F7A90-F0A1-46A5-B51B-FEB645FC3DD1}">
      <dgm:prSet phldrT="[Text]" custT="1"/>
      <dgm:spPr>
        <a:solidFill>
          <a:schemeClr val="accent6">
            <a:lumMod val="40000"/>
            <a:lumOff val="60000"/>
            <a:alpha val="72157"/>
          </a:schemeClr>
        </a:solidFill>
      </dgm:spPr>
      <dgm:t>
        <a:bodyPr/>
        <a:lstStyle/>
        <a:p>
          <a:r>
            <a:rPr lang="en-US" sz="2200" dirty="0">
              <a:solidFill>
                <a:schemeClr val="tx1"/>
              </a:solidFill>
              <a:latin typeface="Cambria" pitchFamily="18" charset="0"/>
            </a:rPr>
            <a:t>Data Reduction</a:t>
          </a:r>
        </a:p>
      </dgm:t>
    </dgm:pt>
    <dgm:pt modelId="{6481670E-1F0E-4902-9655-A786ED93DEA4}" type="parTrans" cxnId="{3DB8568D-A97F-435C-A6DD-35EA5B62D144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3396793F-52EE-42C6-BDEA-4C49D6EB1379}" type="sibTrans" cxnId="{3DB8568D-A97F-435C-A6DD-35EA5B62D144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1C457326-C63B-4E88-987B-FA9B287B9291}">
      <dgm:prSet phldrT="[Text]" custT="1"/>
      <dgm:spPr>
        <a:solidFill>
          <a:schemeClr val="accent6">
            <a:lumMod val="40000"/>
            <a:lumOff val="60000"/>
            <a:alpha val="72157"/>
          </a:schemeClr>
        </a:solidFill>
      </dgm:spPr>
      <dgm:t>
        <a:bodyPr/>
        <a:lstStyle/>
        <a:p>
          <a:r>
            <a:rPr lang="en-US" sz="2200" dirty="0">
              <a:solidFill>
                <a:schemeClr val="tx1"/>
              </a:solidFill>
              <a:latin typeface="Cambria" pitchFamily="18" charset="0"/>
            </a:rPr>
            <a:t>Data Discretization</a:t>
          </a:r>
        </a:p>
      </dgm:t>
    </dgm:pt>
    <dgm:pt modelId="{3EA5BA07-AF75-4304-898A-BC5B544ECFDE}" type="parTrans" cxnId="{A667A7ED-E3BC-4968-9449-2A1CA1B43BAC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38836028-92EC-48C6-9D75-0E3774134D2B}" type="sibTrans" cxnId="{A667A7ED-E3BC-4968-9449-2A1CA1B43BAC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9E3848D9-5FF2-4182-96E0-F1056EA89273}" type="pres">
      <dgm:prSet presAssocID="{FEB870F5-216C-4270-BD76-3E632FC98A24}" presName="Name0" presStyleCnt="0">
        <dgm:presLayoutVars>
          <dgm:chMax val="7"/>
          <dgm:chPref val="7"/>
          <dgm:dir/>
        </dgm:presLayoutVars>
      </dgm:prSet>
      <dgm:spPr/>
    </dgm:pt>
    <dgm:pt modelId="{9BF224E9-124B-49CC-B20A-76B55495841D}" type="pres">
      <dgm:prSet presAssocID="{FEB870F5-216C-4270-BD76-3E632FC98A24}" presName="Name1" presStyleCnt="0"/>
      <dgm:spPr/>
    </dgm:pt>
    <dgm:pt modelId="{C04E7A00-FC2A-4EB2-89CE-715F6F4BFD63}" type="pres">
      <dgm:prSet presAssocID="{FEB870F5-216C-4270-BD76-3E632FC98A24}" presName="cycle" presStyleCnt="0"/>
      <dgm:spPr/>
    </dgm:pt>
    <dgm:pt modelId="{DC2BFF8E-8035-4138-B3A6-AD3A67A7E1DB}" type="pres">
      <dgm:prSet presAssocID="{FEB870F5-216C-4270-BD76-3E632FC98A24}" presName="srcNode" presStyleLbl="node1" presStyleIdx="0" presStyleCnt="5"/>
      <dgm:spPr/>
    </dgm:pt>
    <dgm:pt modelId="{10A6F93B-14FD-40DE-883A-5E04774EE42D}" type="pres">
      <dgm:prSet presAssocID="{FEB870F5-216C-4270-BD76-3E632FC98A24}" presName="conn" presStyleLbl="parChTrans1D2" presStyleIdx="0" presStyleCnt="1" custLinFactNeighborY="-3494"/>
      <dgm:spPr/>
    </dgm:pt>
    <dgm:pt modelId="{651FC481-323A-4C61-A361-9CBBC337EB96}" type="pres">
      <dgm:prSet presAssocID="{FEB870F5-216C-4270-BD76-3E632FC98A24}" presName="extraNode" presStyleLbl="node1" presStyleIdx="0" presStyleCnt="5"/>
      <dgm:spPr/>
    </dgm:pt>
    <dgm:pt modelId="{16C05F2B-1A9D-4808-8F17-476E3F53B316}" type="pres">
      <dgm:prSet presAssocID="{FEB870F5-216C-4270-BD76-3E632FC98A24}" presName="dstNode" presStyleLbl="node1" presStyleIdx="0" presStyleCnt="5"/>
      <dgm:spPr/>
    </dgm:pt>
    <dgm:pt modelId="{862BE650-0483-453F-8DEF-D80C72746CF1}" type="pres">
      <dgm:prSet presAssocID="{F3AC79F7-93C9-405B-A74F-B5705DCACCE1}" presName="text_1" presStyleLbl="node1" presStyleIdx="0" presStyleCnt="5">
        <dgm:presLayoutVars>
          <dgm:bulletEnabled val="1"/>
        </dgm:presLayoutVars>
      </dgm:prSet>
      <dgm:spPr/>
    </dgm:pt>
    <dgm:pt modelId="{7806276D-55F1-4F95-968B-F9130D000327}" type="pres">
      <dgm:prSet presAssocID="{F3AC79F7-93C9-405B-A74F-B5705DCACCE1}" presName="accent_1" presStyleCnt="0"/>
      <dgm:spPr/>
    </dgm:pt>
    <dgm:pt modelId="{43A61A3A-6076-421E-BACB-6A687E4CD275}" type="pres">
      <dgm:prSet presAssocID="{F3AC79F7-93C9-405B-A74F-B5705DCACCE1}" presName="accentRepeatNode" presStyleLbl="solidFgAcc1" presStyleIdx="0" presStyleCnt="5"/>
      <dgm:spPr>
        <a:solidFill>
          <a:srgbClr val="FF9933"/>
        </a:solidFill>
        <a:ln>
          <a:solidFill>
            <a:schemeClr val="tx1">
              <a:lumMod val="65000"/>
              <a:lumOff val="35000"/>
            </a:schemeClr>
          </a:solidFill>
        </a:ln>
      </dgm:spPr>
    </dgm:pt>
    <dgm:pt modelId="{D03859AA-0E87-4875-BABE-C93C78F62153}" type="pres">
      <dgm:prSet presAssocID="{50CAC484-BAD5-4246-A5B0-E9E19B61E5B7}" presName="text_2" presStyleLbl="node1" presStyleIdx="1" presStyleCnt="5">
        <dgm:presLayoutVars>
          <dgm:bulletEnabled val="1"/>
        </dgm:presLayoutVars>
      </dgm:prSet>
      <dgm:spPr/>
    </dgm:pt>
    <dgm:pt modelId="{CF133E6E-70E2-491C-9624-3355D0DDDC37}" type="pres">
      <dgm:prSet presAssocID="{50CAC484-BAD5-4246-A5B0-E9E19B61E5B7}" presName="accent_2" presStyleCnt="0"/>
      <dgm:spPr/>
    </dgm:pt>
    <dgm:pt modelId="{8FC474EB-0C20-42EC-96D8-DFBC6199335B}" type="pres">
      <dgm:prSet presAssocID="{50CAC484-BAD5-4246-A5B0-E9E19B61E5B7}" presName="accentRepeatNode" presStyleLbl="solidFgAcc1" presStyleIdx="1" presStyleCnt="5"/>
      <dgm:spPr>
        <a:solidFill>
          <a:srgbClr val="99FF66"/>
        </a:solidFill>
        <a:ln>
          <a:solidFill>
            <a:schemeClr val="tx1">
              <a:lumMod val="65000"/>
              <a:lumOff val="35000"/>
            </a:schemeClr>
          </a:solidFill>
        </a:ln>
      </dgm:spPr>
    </dgm:pt>
    <dgm:pt modelId="{409A2B9C-B4D3-4479-9E46-EA9DF29E44A3}" type="pres">
      <dgm:prSet presAssocID="{A51701A5-C4A0-47BD-88D1-C34D2225078F}" presName="text_3" presStyleLbl="node1" presStyleIdx="2" presStyleCnt="5">
        <dgm:presLayoutVars>
          <dgm:bulletEnabled val="1"/>
        </dgm:presLayoutVars>
      </dgm:prSet>
      <dgm:spPr/>
    </dgm:pt>
    <dgm:pt modelId="{D2C2E0E3-5E7A-4AA0-B59E-A0D5EC68E3AB}" type="pres">
      <dgm:prSet presAssocID="{A51701A5-C4A0-47BD-88D1-C34D2225078F}" presName="accent_3" presStyleCnt="0"/>
      <dgm:spPr/>
    </dgm:pt>
    <dgm:pt modelId="{5FFD4387-4309-4998-9288-C3665FAEAEB5}" type="pres">
      <dgm:prSet presAssocID="{A51701A5-C4A0-47BD-88D1-C34D2225078F}" presName="accentRepeatNode" presStyleLbl="solidFgAcc1" presStyleIdx="2" presStyleCnt="5"/>
      <dgm:spPr>
        <a:solidFill>
          <a:srgbClr val="CC66FF"/>
        </a:solidFill>
        <a:ln>
          <a:solidFill>
            <a:schemeClr val="tx1">
              <a:lumMod val="65000"/>
              <a:lumOff val="35000"/>
            </a:schemeClr>
          </a:solidFill>
        </a:ln>
      </dgm:spPr>
    </dgm:pt>
    <dgm:pt modelId="{D5D9267B-2454-4134-9093-4CDB6D7CC65F}" type="pres">
      <dgm:prSet presAssocID="{BA6F7A90-F0A1-46A5-B51B-FEB645FC3DD1}" presName="text_4" presStyleLbl="node1" presStyleIdx="3" presStyleCnt="5">
        <dgm:presLayoutVars>
          <dgm:bulletEnabled val="1"/>
        </dgm:presLayoutVars>
      </dgm:prSet>
      <dgm:spPr/>
    </dgm:pt>
    <dgm:pt modelId="{5A377F33-1445-458C-B146-3FB450D08F24}" type="pres">
      <dgm:prSet presAssocID="{BA6F7A90-F0A1-46A5-B51B-FEB645FC3DD1}" presName="accent_4" presStyleCnt="0"/>
      <dgm:spPr/>
    </dgm:pt>
    <dgm:pt modelId="{2790938C-90E9-4504-B6A4-A45C89F1DF7F}" type="pres">
      <dgm:prSet presAssocID="{BA6F7A90-F0A1-46A5-B51B-FEB645FC3DD1}" presName="accentRepeatNode" presStyleLbl="solidFgAcc1" presStyleIdx="3" presStyleCnt="5"/>
      <dgm:spPr>
        <a:solidFill>
          <a:srgbClr val="0070C0"/>
        </a:solidFill>
        <a:ln>
          <a:solidFill>
            <a:schemeClr val="tx1">
              <a:lumMod val="65000"/>
              <a:lumOff val="35000"/>
            </a:schemeClr>
          </a:solidFill>
        </a:ln>
      </dgm:spPr>
    </dgm:pt>
    <dgm:pt modelId="{E2ECA960-C6FE-4CFC-8739-9BCCE02A7E33}" type="pres">
      <dgm:prSet presAssocID="{1C457326-C63B-4E88-987B-FA9B287B9291}" presName="text_5" presStyleLbl="node1" presStyleIdx="4" presStyleCnt="5">
        <dgm:presLayoutVars>
          <dgm:bulletEnabled val="1"/>
        </dgm:presLayoutVars>
      </dgm:prSet>
      <dgm:spPr/>
    </dgm:pt>
    <dgm:pt modelId="{3ACA432E-8CF8-4D68-B24A-DA9994ED6955}" type="pres">
      <dgm:prSet presAssocID="{1C457326-C63B-4E88-987B-FA9B287B9291}" presName="accent_5" presStyleCnt="0"/>
      <dgm:spPr/>
    </dgm:pt>
    <dgm:pt modelId="{585E5D38-9CE3-4E20-995C-943BD8030539}" type="pres">
      <dgm:prSet presAssocID="{1C457326-C63B-4E88-987B-FA9B287B9291}" presName="accentRepeatNode" presStyleLbl="solidFgAcc1" presStyleIdx="4" presStyleCnt="5"/>
      <dgm:spPr>
        <a:solidFill>
          <a:srgbClr val="FF7C80"/>
        </a:solidFill>
        <a:ln>
          <a:solidFill>
            <a:schemeClr val="tx1">
              <a:lumMod val="65000"/>
              <a:lumOff val="35000"/>
            </a:schemeClr>
          </a:solidFill>
        </a:ln>
      </dgm:spPr>
    </dgm:pt>
  </dgm:ptLst>
  <dgm:cxnLst>
    <dgm:cxn modelId="{9B82A31A-D7FF-48A3-B4E2-CF53396F0BAF}" type="presOf" srcId="{FEB870F5-216C-4270-BD76-3E632FC98A24}" destId="{9E3848D9-5FF2-4182-96E0-F1056EA89273}" srcOrd="0" destOrd="0" presId="urn:microsoft.com/office/officeart/2008/layout/VerticalCurvedList"/>
    <dgm:cxn modelId="{63699621-6B2C-4583-92F4-BF0F29626F37}" type="presOf" srcId="{BA6F7A90-F0A1-46A5-B51B-FEB645FC3DD1}" destId="{D5D9267B-2454-4134-9093-4CDB6D7CC65F}" srcOrd="0" destOrd="0" presId="urn:microsoft.com/office/officeart/2008/layout/VerticalCurvedList"/>
    <dgm:cxn modelId="{FE73DB64-E7C8-48FC-88F0-9A26A8651D33}" type="presOf" srcId="{F3AC79F7-93C9-405B-A74F-B5705DCACCE1}" destId="{862BE650-0483-453F-8DEF-D80C72746CF1}" srcOrd="0" destOrd="0" presId="urn:microsoft.com/office/officeart/2008/layout/VerticalCurvedList"/>
    <dgm:cxn modelId="{AC983B71-DE4F-4A58-9A7C-3F408802B28E}" type="presOf" srcId="{1C457326-C63B-4E88-987B-FA9B287B9291}" destId="{E2ECA960-C6FE-4CFC-8739-9BCCE02A7E33}" srcOrd="0" destOrd="0" presId="urn:microsoft.com/office/officeart/2008/layout/VerticalCurvedList"/>
    <dgm:cxn modelId="{D4942458-E8F7-46EB-9EEF-8AD77688DB97}" type="presOf" srcId="{0D57152C-4713-469E-8290-6F3A99DF99D0}" destId="{10A6F93B-14FD-40DE-883A-5E04774EE42D}" srcOrd="0" destOrd="0" presId="urn:microsoft.com/office/officeart/2008/layout/VerticalCurvedList"/>
    <dgm:cxn modelId="{7EAFD678-2DE4-4CF6-AEA4-ED4FBE3D0E81}" srcId="{FEB870F5-216C-4270-BD76-3E632FC98A24}" destId="{50CAC484-BAD5-4246-A5B0-E9E19B61E5B7}" srcOrd="1" destOrd="0" parTransId="{37631FEF-04D2-475B-9C67-94311BA8493C}" sibTransId="{A8592A2A-94B5-42B3-A43C-5543F3A31A2D}"/>
    <dgm:cxn modelId="{565BD77C-F23D-4DCC-9D8E-63176F26AEEF}" type="presOf" srcId="{A51701A5-C4A0-47BD-88D1-C34D2225078F}" destId="{409A2B9C-B4D3-4479-9E46-EA9DF29E44A3}" srcOrd="0" destOrd="0" presId="urn:microsoft.com/office/officeart/2008/layout/VerticalCurvedList"/>
    <dgm:cxn modelId="{3DB8568D-A97F-435C-A6DD-35EA5B62D144}" srcId="{FEB870F5-216C-4270-BD76-3E632FC98A24}" destId="{BA6F7A90-F0A1-46A5-B51B-FEB645FC3DD1}" srcOrd="3" destOrd="0" parTransId="{6481670E-1F0E-4902-9655-A786ED93DEA4}" sibTransId="{3396793F-52EE-42C6-BDEA-4C49D6EB1379}"/>
    <dgm:cxn modelId="{426876B2-ACF4-426E-9D3F-0BB356CF1203}" type="presOf" srcId="{50CAC484-BAD5-4246-A5B0-E9E19B61E5B7}" destId="{D03859AA-0E87-4875-BABE-C93C78F62153}" srcOrd="0" destOrd="0" presId="urn:microsoft.com/office/officeart/2008/layout/VerticalCurvedList"/>
    <dgm:cxn modelId="{D87991DB-DD91-472B-B4E3-EA75C502377A}" srcId="{FEB870F5-216C-4270-BD76-3E632FC98A24}" destId="{A51701A5-C4A0-47BD-88D1-C34D2225078F}" srcOrd="2" destOrd="0" parTransId="{3D38D230-4393-4406-B9CA-D0B72EE157C4}" sibTransId="{F930C7EF-B5AE-4FEC-B5A3-138F531A67C6}"/>
    <dgm:cxn modelId="{F1DACFE4-67F0-4AA2-9D3F-580FF7317F6D}" srcId="{FEB870F5-216C-4270-BD76-3E632FC98A24}" destId="{F3AC79F7-93C9-405B-A74F-B5705DCACCE1}" srcOrd="0" destOrd="0" parTransId="{CC20738A-53DD-41F6-9C8D-96FBB6DCA691}" sibTransId="{0D57152C-4713-469E-8290-6F3A99DF99D0}"/>
    <dgm:cxn modelId="{A667A7ED-E3BC-4968-9449-2A1CA1B43BAC}" srcId="{FEB870F5-216C-4270-BD76-3E632FC98A24}" destId="{1C457326-C63B-4E88-987B-FA9B287B9291}" srcOrd="4" destOrd="0" parTransId="{3EA5BA07-AF75-4304-898A-BC5B544ECFDE}" sibTransId="{38836028-92EC-48C6-9D75-0E3774134D2B}"/>
    <dgm:cxn modelId="{F58D1797-5F1F-4BF9-8A44-CB7EC925DCA4}" type="presParOf" srcId="{9E3848D9-5FF2-4182-96E0-F1056EA89273}" destId="{9BF224E9-124B-49CC-B20A-76B55495841D}" srcOrd="0" destOrd="0" presId="urn:microsoft.com/office/officeart/2008/layout/VerticalCurvedList"/>
    <dgm:cxn modelId="{BAC19F0F-0063-4939-95AF-F3DC27E3AD98}" type="presParOf" srcId="{9BF224E9-124B-49CC-B20A-76B55495841D}" destId="{C04E7A00-FC2A-4EB2-89CE-715F6F4BFD63}" srcOrd="0" destOrd="0" presId="urn:microsoft.com/office/officeart/2008/layout/VerticalCurvedList"/>
    <dgm:cxn modelId="{4EE39093-476E-4C1D-9254-12FE8308F7EA}" type="presParOf" srcId="{C04E7A00-FC2A-4EB2-89CE-715F6F4BFD63}" destId="{DC2BFF8E-8035-4138-B3A6-AD3A67A7E1DB}" srcOrd="0" destOrd="0" presId="urn:microsoft.com/office/officeart/2008/layout/VerticalCurvedList"/>
    <dgm:cxn modelId="{1A5C7C26-3A6D-4A2E-B6EC-DD08AD1044A1}" type="presParOf" srcId="{C04E7A00-FC2A-4EB2-89CE-715F6F4BFD63}" destId="{10A6F93B-14FD-40DE-883A-5E04774EE42D}" srcOrd="1" destOrd="0" presId="urn:microsoft.com/office/officeart/2008/layout/VerticalCurvedList"/>
    <dgm:cxn modelId="{03653D41-AD59-43AA-8155-590F6F13CD77}" type="presParOf" srcId="{C04E7A00-FC2A-4EB2-89CE-715F6F4BFD63}" destId="{651FC481-323A-4C61-A361-9CBBC337EB96}" srcOrd="2" destOrd="0" presId="urn:microsoft.com/office/officeart/2008/layout/VerticalCurvedList"/>
    <dgm:cxn modelId="{F80D6BFB-F3EA-4CAF-927E-F105A424DD76}" type="presParOf" srcId="{C04E7A00-FC2A-4EB2-89CE-715F6F4BFD63}" destId="{16C05F2B-1A9D-4808-8F17-476E3F53B316}" srcOrd="3" destOrd="0" presId="urn:microsoft.com/office/officeart/2008/layout/VerticalCurvedList"/>
    <dgm:cxn modelId="{64A206B0-D2F0-400E-A6DA-B2B87B3973D9}" type="presParOf" srcId="{9BF224E9-124B-49CC-B20A-76B55495841D}" destId="{862BE650-0483-453F-8DEF-D80C72746CF1}" srcOrd="1" destOrd="0" presId="urn:microsoft.com/office/officeart/2008/layout/VerticalCurvedList"/>
    <dgm:cxn modelId="{0CE48B99-A953-4318-A890-314EA2CA6C74}" type="presParOf" srcId="{9BF224E9-124B-49CC-B20A-76B55495841D}" destId="{7806276D-55F1-4F95-968B-F9130D000327}" srcOrd="2" destOrd="0" presId="urn:microsoft.com/office/officeart/2008/layout/VerticalCurvedList"/>
    <dgm:cxn modelId="{59107048-452D-499E-9CD3-0CCFE44F27E0}" type="presParOf" srcId="{7806276D-55F1-4F95-968B-F9130D000327}" destId="{43A61A3A-6076-421E-BACB-6A687E4CD275}" srcOrd="0" destOrd="0" presId="urn:microsoft.com/office/officeart/2008/layout/VerticalCurvedList"/>
    <dgm:cxn modelId="{1ECF390D-8068-42D6-8BAC-D0DC5AC246B8}" type="presParOf" srcId="{9BF224E9-124B-49CC-B20A-76B55495841D}" destId="{D03859AA-0E87-4875-BABE-C93C78F62153}" srcOrd="3" destOrd="0" presId="urn:microsoft.com/office/officeart/2008/layout/VerticalCurvedList"/>
    <dgm:cxn modelId="{7693F5B2-859C-4194-BA9A-F2CE9919C55B}" type="presParOf" srcId="{9BF224E9-124B-49CC-B20A-76B55495841D}" destId="{CF133E6E-70E2-491C-9624-3355D0DDDC37}" srcOrd="4" destOrd="0" presId="urn:microsoft.com/office/officeart/2008/layout/VerticalCurvedList"/>
    <dgm:cxn modelId="{37AFCA51-B1D0-4B70-B519-5AB8221C56B5}" type="presParOf" srcId="{CF133E6E-70E2-491C-9624-3355D0DDDC37}" destId="{8FC474EB-0C20-42EC-96D8-DFBC6199335B}" srcOrd="0" destOrd="0" presId="urn:microsoft.com/office/officeart/2008/layout/VerticalCurvedList"/>
    <dgm:cxn modelId="{701B3AE4-7AFD-4FA7-BB2C-F34750AF0E1F}" type="presParOf" srcId="{9BF224E9-124B-49CC-B20A-76B55495841D}" destId="{409A2B9C-B4D3-4479-9E46-EA9DF29E44A3}" srcOrd="5" destOrd="0" presId="urn:microsoft.com/office/officeart/2008/layout/VerticalCurvedList"/>
    <dgm:cxn modelId="{60CCEC9A-692C-4DB7-9916-B6F151E480D4}" type="presParOf" srcId="{9BF224E9-124B-49CC-B20A-76B55495841D}" destId="{D2C2E0E3-5E7A-4AA0-B59E-A0D5EC68E3AB}" srcOrd="6" destOrd="0" presId="urn:microsoft.com/office/officeart/2008/layout/VerticalCurvedList"/>
    <dgm:cxn modelId="{2478D455-28C6-4292-AD23-F1CEBE420705}" type="presParOf" srcId="{D2C2E0E3-5E7A-4AA0-B59E-A0D5EC68E3AB}" destId="{5FFD4387-4309-4998-9288-C3665FAEAEB5}" srcOrd="0" destOrd="0" presId="urn:microsoft.com/office/officeart/2008/layout/VerticalCurvedList"/>
    <dgm:cxn modelId="{9D520B83-6AF1-4C66-AC8D-6C296E9E87D6}" type="presParOf" srcId="{9BF224E9-124B-49CC-B20A-76B55495841D}" destId="{D5D9267B-2454-4134-9093-4CDB6D7CC65F}" srcOrd="7" destOrd="0" presId="urn:microsoft.com/office/officeart/2008/layout/VerticalCurvedList"/>
    <dgm:cxn modelId="{56F360CC-8947-4171-99B4-60F3A35252D0}" type="presParOf" srcId="{9BF224E9-124B-49CC-B20A-76B55495841D}" destId="{5A377F33-1445-458C-B146-3FB450D08F24}" srcOrd="8" destOrd="0" presId="urn:microsoft.com/office/officeart/2008/layout/VerticalCurvedList"/>
    <dgm:cxn modelId="{946B502B-36AF-4304-8859-58BEF8C47414}" type="presParOf" srcId="{5A377F33-1445-458C-B146-3FB450D08F24}" destId="{2790938C-90E9-4504-B6A4-A45C89F1DF7F}" srcOrd="0" destOrd="0" presId="urn:microsoft.com/office/officeart/2008/layout/VerticalCurvedList"/>
    <dgm:cxn modelId="{80FEE0CB-7C56-41E2-8732-CC28FFE6F9DA}" type="presParOf" srcId="{9BF224E9-124B-49CC-B20A-76B55495841D}" destId="{E2ECA960-C6FE-4CFC-8739-9BCCE02A7E33}" srcOrd="9" destOrd="0" presId="urn:microsoft.com/office/officeart/2008/layout/VerticalCurvedList"/>
    <dgm:cxn modelId="{C96F2F76-A1C9-48B9-886A-17CA68C381CE}" type="presParOf" srcId="{9BF224E9-124B-49CC-B20A-76B55495841D}" destId="{3ACA432E-8CF8-4D68-B24A-DA9994ED6955}" srcOrd="10" destOrd="0" presId="urn:microsoft.com/office/officeart/2008/layout/VerticalCurvedList"/>
    <dgm:cxn modelId="{ED559BA3-3A8C-4E83-8D44-663A47142CA6}" type="presParOf" srcId="{3ACA432E-8CF8-4D68-B24A-DA9994ED6955}" destId="{585E5D38-9CE3-4E20-995C-943BD8030539}" srcOrd="0" destOrd="0" presId="urn:microsoft.com/office/officeart/2008/layout/VerticalCurve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6F93B-14FD-40DE-883A-5E04774EE42D}">
      <dsp:nvSpPr>
        <dsp:cNvPr id="0" name=""/>
        <dsp:cNvSpPr/>
      </dsp:nvSpPr>
      <dsp:spPr>
        <a:xfrm>
          <a:off x="-4431398" y="-864094"/>
          <a:ext cx="5279258" cy="5279258"/>
        </a:xfrm>
        <a:prstGeom prst="blockArc">
          <a:avLst>
            <a:gd name="adj1" fmla="val 18900000"/>
            <a:gd name="adj2" fmla="val 2700000"/>
            <a:gd name="adj3" fmla="val 409"/>
          </a:avLst>
        </a:prstGeom>
        <a:noFill/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2BE650-0483-453F-8DEF-D80C72746CF1}">
      <dsp:nvSpPr>
        <dsp:cNvPr id="0" name=""/>
        <dsp:cNvSpPr/>
      </dsp:nvSpPr>
      <dsp:spPr>
        <a:xfrm>
          <a:off x="371230" y="244920"/>
          <a:ext cx="3536297" cy="490154"/>
        </a:xfrm>
        <a:prstGeom prst="rect">
          <a:avLst/>
        </a:prstGeom>
        <a:solidFill>
          <a:schemeClr val="accent6">
            <a:lumMod val="40000"/>
            <a:lumOff val="60000"/>
            <a:alpha val="721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Cambria" pitchFamily="18" charset="0"/>
            </a:rPr>
            <a:t>Data Cleaning</a:t>
          </a:r>
        </a:p>
      </dsp:txBody>
      <dsp:txXfrm>
        <a:off x="371230" y="244920"/>
        <a:ext cx="3536297" cy="490154"/>
      </dsp:txXfrm>
    </dsp:sp>
    <dsp:sp modelId="{43A61A3A-6076-421E-BACB-6A687E4CD275}">
      <dsp:nvSpPr>
        <dsp:cNvPr id="0" name=""/>
        <dsp:cNvSpPr/>
      </dsp:nvSpPr>
      <dsp:spPr>
        <a:xfrm>
          <a:off x="64883" y="183651"/>
          <a:ext cx="612693" cy="612693"/>
        </a:xfrm>
        <a:prstGeom prst="ellipse">
          <a:avLst/>
        </a:prstGeom>
        <a:solidFill>
          <a:srgbClr val="FF9933"/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859AA-0E87-4875-BABE-C93C78F62153}">
      <dsp:nvSpPr>
        <dsp:cNvPr id="0" name=""/>
        <dsp:cNvSpPr/>
      </dsp:nvSpPr>
      <dsp:spPr>
        <a:xfrm>
          <a:off x="722460" y="979917"/>
          <a:ext cx="3185067" cy="490154"/>
        </a:xfrm>
        <a:prstGeom prst="rect">
          <a:avLst/>
        </a:prstGeom>
        <a:solidFill>
          <a:schemeClr val="accent6">
            <a:lumMod val="40000"/>
            <a:lumOff val="60000"/>
            <a:alpha val="721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Cambria" pitchFamily="18" charset="0"/>
            </a:rPr>
            <a:t>Data Integration </a:t>
          </a:r>
        </a:p>
      </dsp:txBody>
      <dsp:txXfrm>
        <a:off x="722460" y="979917"/>
        <a:ext cx="3185067" cy="490154"/>
      </dsp:txXfrm>
    </dsp:sp>
    <dsp:sp modelId="{8FC474EB-0C20-42EC-96D8-DFBC6199335B}">
      <dsp:nvSpPr>
        <dsp:cNvPr id="0" name=""/>
        <dsp:cNvSpPr/>
      </dsp:nvSpPr>
      <dsp:spPr>
        <a:xfrm>
          <a:off x="416114" y="918648"/>
          <a:ext cx="612693" cy="612693"/>
        </a:xfrm>
        <a:prstGeom prst="ellipse">
          <a:avLst/>
        </a:prstGeom>
        <a:solidFill>
          <a:srgbClr val="99FF66"/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A2B9C-B4D3-4479-9E46-EA9DF29E44A3}">
      <dsp:nvSpPr>
        <dsp:cNvPr id="0" name=""/>
        <dsp:cNvSpPr/>
      </dsp:nvSpPr>
      <dsp:spPr>
        <a:xfrm>
          <a:off x="830260" y="1714914"/>
          <a:ext cx="3077267" cy="490154"/>
        </a:xfrm>
        <a:prstGeom prst="rect">
          <a:avLst/>
        </a:prstGeom>
        <a:solidFill>
          <a:schemeClr val="accent6">
            <a:lumMod val="40000"/>
            <a:lumOff val="60000"/>
            <a:alpha val="721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Cambria" pitchFamily="18" charset="0"/>
            </a:rPr>
            <a:t>Data Transformation</a:t>
          </a:r>
        </a:p>
      </dsp:txBody>
      <dsp:txXfrm>
        <a:off x="830260" y="1714914"/>
        <a:ext cx="3077267" cy="490154"/>
      </dsp:txXfrm>
    </dsp:sp>
    <dsp:sp modelId="{5FFD4387-4309-4998-9288-C3665FAEAEB5}">
      <dsp:nvSpPr>
        <dsp:cNvPr id="0" name=""/>
        <dsp:cNvSpPr/>
      </dsp:nvSpPr>
      <dsp:spPr>
        <a:xfrm>
          <a:off x="523913" y="1653645"/>
          <a:ext cx="612693" cy="612693"/>
        </a:xfrm>
        <a:prstGeom prst="ellipse">
          <a:avLst/>
        </a:prstGeom>
        <a:solidFill>
          <a:srgbClr val="CC66FF"/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9267B-2454-4134-9093-4CDB6D7CC65F}">
      <dsp:nvSpPr>
        <dsp:cNvPr id="0" name=""/>
        <dsp:cNvSpPr/>
      </dsp:nvSpPr>
      <dsp:spPr>
        <a:xfrm>
          <a:off x="722460" y="2449911"/>
          <a:ext cx="3185067" cy="490154"/>
        </a:xfrm>
        <a:prstGeom prst="rect">
          <a:avLst/>
        </a:prstGeom>
        <a:solidFill>
          <a:schemeClr val="accent6">
            <a:lumMod val="40000"/>
            <a:lumOff val="60000"/>
            <a:alpha val="721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Cambria" pitchFamily="18" charset="0"/>
            </a:rPr>
            <a:t>Data Reduction</a:t>
          </a:r>
        </a:p>
      </dsp:txBody>
      <dsp:txXfrm>
        <a:off x="722460" y="2449911"/>
        <a:ext cx="3185067" cy="490154"/>
      </dsp:txXfrm>
    </dsp:sp>
    <dsp:sp modelId="{2790938C-90E9-4504-B6A4-A45C89F1DF7F}">
      <dsp:nvSpPr>
        <dsp:cNvPr id="0" name=""/>
        <dsp:cNvSpPr/>
      </dsp:nvSpPr>
      <dsp:spPr>
        <a:xfrm>
          <a:off x="416114" y="2388642"/>
          <a:ext cx="612693" cy="612693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CA960-C6FE-4CFC-8739-9BCCE02A7E33}">
      <dsp:nvSpPr>
        <dsp:cNvPr id="0" name=""/>
        <dsp:cNvSpPr/>
      </dsp:nvSpPr>
      <dsp:spPr>
        <a:xfrm>
          <a:off x="371230" y="3184908"/>
          <a:ext cx="3536297" cy="490154"/>
        </a:xfrm>
        <a:prstGeom prst="rect">
          <a:avLst/>
        </a:prstGeom>
        <a:solidFill>
          <a:schemeClr val="accent6">
            <a:lumMod val="40000"/>
            <a:lumOff val="60000"/>
            <a:alpha val="721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Cambria" pitchFamily="18" charset="0"/>
            </a:rPr>
            <a:t>Data Discretization</a:t>
          </a:r>
        </a:p>
      </dsp:txBody>
      <dsp:txXfrm>
        <a:off x="371230" y="3184908"/>
        <a:ext cx="3536297" cy="490154"/>
      </dsp:txXfrm>
    </dsp:sp>
    <dsp:sp modelId="{585E5D38-9CE3-4E20-995C-943BD8030539}">
      <dsp:nvSpPr>
        <dsp:cNvPr id="0" name=""/>
        <dsp:cNvSpPr/>
      </dsp:nvSpPr>
      <dsp:spPr>
        <a:xfrm>
          <a:off x="64883" y="3123639"/>
          <a:ext cx="612693" cy="612693"/>
        </a:xfrm>
        <a:prstGeom prst="ellipse">
          <a:avLst/>
        </a:prstGeom>
        <a:solidFill>
          <a:srgbClr val="FF7C80"/>
        </a:solidFill>
        <a:ln w="25400" cap="flat" cmpd="sng" algn="ctr">
          <a:solidFill>
            <a:schemeClr val="tx1">
              <a:lumMod val="65000"/>
              <a:lumOff val="3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l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D243C66-358E-43DE-9130-C777BBDF2A11}" type="datetimeFigureOut">
              <a:rPr lang="it-IT"/>
              <a:pPr>
                <a:defRPr/>
              </a:pPr>
              <a:t>23/01/2026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11860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l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4143375" y="911860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5EB37B43-0DDB-470A-9A4E-B978F0ACCA2A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227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BC0F33B-1674-4AD7-BDC8-DD9E9E0A95D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6685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provide your detailed notes here, which will serve as your report.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0F33B-1674-4AD7-BDC8-DD9E9E0A95D4}" type="slidenum">
              <a:rPr lang="it-IT" smtClean="0"/>
              <a:pPr>
                <a:defRPr/>
              </a:pPr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25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provide your detailed notes here, which will serve as your report.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0F33B-1674-4AD7-BDC8-DD9E9E0A95D4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2073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provide your detailed notes here, which will serve as your report.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0F33B-1674-4AD7-BDC8-DD9E9E0A95D4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297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D56C8-A10D-4898-B650-8746653CB87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4127F-694B-3309-22A7-DBBDF7591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03642F-A754-1852-209F-BD244CF453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AEF74-5102-4921-8DBA-649C609AF6D1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8C745-ADDA-EB40-CFDC-9C1551B87F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3F83F8-D83C-00C0-8052-5108D0BFA8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B9A68-2017-43A9-8865-D157CE7F9117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B8F0CF-C25F-3456-4C68-0363BBEF51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53D8DD-B9F3-4BEE-E5A0-4812E09E7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138" y="10668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0138" y="10668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35617-EE3C-41F5-B859-CA8A06225C8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AAE0E6-919D-223B-4D47-AC9515AE45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C4B334-12F1-4FC7-34E6-8494506FE0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E31E4-2839-4911-8921-316FAD32698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AA6FAB-3C18-4B65-4E7E-A178E9CB8C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B05A4A-D4BC-9505-8475-71C89F2F0C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047E7-9CC8-4A91-A3B9-802559867DA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83C0B-ED83-FB29-E580-3D70DD657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AD11A5-5DD9-786B-7575-724C99331A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442CD-C245-4550-9D0D-61EDF6455B0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AB221-F9B9-B201-380F-4A3282C2BE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A47D07-3287-24FE-2DD0-756837E540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54487-9E76-4E96-BD09-B6A40810B38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388E4-FE90-8194-C69E-A28A4D08E9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2B448A-5055-1F72-6480-D04F4797F4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A07BE-5472-4AAD-A0E5-CA72E1B922C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42604-7C4D-F648-C1CE-7A41AF5DB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F14BED-C935-B5DD-1FA3-37476F54A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53C23-4D31-494E-8564-BDE515A4FBE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B9FD7-EB23-7ACD-E239-76B093E7F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8BD500-7D85-32D8-50F7-71C60CE3FB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34925"/>
            <a:ext cx="2057400" cy="5984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138" y="34925"/>
            <a:ext cx="6019800" cy="5984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A8C84-2A6A-4884-8344-DF056296B402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79F17-8D45-7266-CDEA-EC7DFEE002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5F02CA-F615-A05E-9D0A-595D4EB963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19138" y="34925"/>
            <a:ext cx="8229600" cy="5984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AF368-75D9-4E63-B06C-A29C54E29B2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4AC94-9457-0ED2-309C-7885EAC399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332" y="6615239"/>
            <a:ext cx="2315172" cy="2477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FEBCD5-9AB6-7DF6-5A9F-83AE222253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84507" y="6577607"/>
            <a:ext cx="2423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5943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719138" y="1066800"/>
            <a:ext cx="82296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B9D2D-D862-4A1B-9118-D1CB277DFCF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35A7B-8837-D247-A824-7F20D9D233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6AA7FE-98E2-8DCD-E32F-7ABB419DF1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0" y="0"/>
            <a:ext cx="9169400" cy="687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1600" b="1">
                <a:solidFill>
                  <a:srgbClr val="FF9900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rgbClr val="FF9900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rgbClr val="FF9900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rgbClr val="FF9900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rgbClr val="FF99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>
              <a:cs typeface="+mn-cs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6988"/>
            <a:ext cx="9163050" cy="3467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6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8" descr="up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80" descr="untitled"/>
          <p:cNvPicPr preferRelativeResize="0">
            <a:picLocks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3175" y="6556375"/>
            <a:ext cx="9140825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19"/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719138" y="34925"/>
            <a:ext cx="5943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Titolo diapositiva</a:t>
            </a:r>
          </a:p>
        </p:txBody>
      </p:sp>
      <p:sp>
        <p:nvSpPr>
          <p:cNvPr id="1029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0668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il testo</a:t>
            </a:r>
          </a:p>
          <a:p>
            <a:pPr lvl="1"/>
            <a:r>
              <a:rPr lang="it-IT"/>
              <a:t>Testo</a:t>
            </a:r>
          </a:p>
          <a:p>
            <a:pPr lvl="2"/>
            <a:r>
              <a:rPr lang="it-IT"/>
              <a:t>Testo</a:t>
            </a:r>
          </a:p>
          <a:p>
            <a:pPr lvl="3"/>
            <a:r>
              <a:rPr lang="it-IT"/>
              <a:t>testo</a:t>
            </a:r>
          </a:p>
        </p:txBody>
      </p:sp>
      <p:sp>
        <p:nvSpPr>
          <p:cNvPr id="7" name="Rectangle 6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" y="6613525"/>
            <a:ext cx="1328738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0" tIns="0" rIns="1080000" bIns="0" numCol="1" anchor="t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spcBef>
                <a:spcPct val="20000"/>
              </a:spcBef>
              <a:defRPr sz="1600" b="1">
                <a:solidFill>
                  <a:srgbClr val="FF9900"/>
                </a:solidFill>
                <a:latin typeface="+mn-lt"/>
                <a:cs typeface="Times New Roman" pitchFamily="18" charset="0"/>
              </a:defRPr>
            </a:lvl1pPr>
          </a:lstStyle>
          <a:p>
            <a:pPr>
              <a:defRPr/>
            </a:pPr>
            <a:fld id="{77B19931-720D-426D-9813-29D39344424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DE9E1C-3CA7-704C-A80A-D5F9314BD95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8F66B3-A208-23EE-CBC6-275E15082C4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9" r:id="rId2"/>
    <p:sldLayoutId id="2147484270" r:id="rId3"/>
    <p:sldLayoutId id="2147484271" r:id="rId4"/>
    <p:sldLayoutId id="2147484272" r:id="rId5"/>
    <p:sldLayoutId id="2147484273" r:id="rId6"/>
    <p:sldLayoutId id="2147484274" r:id="rId7"/>
    <p:sldLayoutId id="2147484275" r:id="rId8"/>
    <p:sldLayoutId id="2147484276" r:id="rId9"/>
    <p:sldLayoutId id="2147484277" r:id="rId10"/>
    <p:sldLayoutId id="2147484278" r:id="rId11"/>
    <p:sldLayoutId id="2147484279" r:id="rId12"/>
    <p:sldLayoutId id="2147484280" r:id="rId13"/>
    <p:sldLayoutId id="2147484281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4D82"/>
        </a:buClr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ChangeArrowheads="1"/>
          </p:cNvSpPr>
          <p:nvPr/>
        </p:nvSpPr>
        <p:spPr bwMode="auto">
          <a:xfrm>
            <a:off x="1403350" y="2636838"/>
            <a:ext cx="5904954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54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T#</a:t>
            </a:r>
            <a:endParaRPr lang="en-CA" sz="4800" b="1" dirty="0">
              <a:solidFill>
                <a:srgbClr val="003F6E"/>
              </a:solidFill>
              <a:latin typeface="Cambria" pitchFamily="18" charset="0"/>
              <a:cs typeface="Times New Roman" pitchFamily="18" charset="0"/>
            </a:endParaRPr>
          </a:p>
          <a:p>
            <a:r>
              <a:rPr lang="en-CA" sz="48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P</a:t>
            </a:r>
            <a:r>
              <a:rPr lang="en-CA" sz="44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ATTERN </a:t>
            </a:r>
            <a:r>
              <a:rPr lang="en-CA" sz="48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M</a:t>
            </a:r>
            <a:r>
              <a:rPr lang="en-CA" sz="44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INING</a:t>
            </a:r>
            <a:endParaRPr lang="en-CA" sz="4400" dirty="0">
              <a:solidFill>
                <a:srgbClr val="003F6E"/>
              </a:solidFill>
              <a:latin typeface="Cambria" pitchFamily="18" charset="0"/>
              <a:cs typeface="Times New Roman" pitchFamily="18" charset="0"/>
            </a:endParaRPr>
          </a:p>
          <a:p>
            <a:r>
              <a:rPr lang="en-CA" sz="44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sz="4400" dirty="0"/>
              <a:t> </a:t>
            </a:r>
            <a:endParaRPr lang="en-CA" sz="4400" dirty="0">
              <a:solidFill>
                <a:srgbClr val="003F6E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395858" y="188640"/>
            <a:ext cx="259196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CA" sz="1200" b="1" dirty="0">
                <a:solidFill>
                  <a:srgbClr val="EE8E00"/>
                </a:solidFill>
                <a:latin typeface="Cambria" pitchFamily="18" charset="0"/>
                <a:cs typeface="Times New Roman" pitchFamily="18" charset="0"/>
              </a:rPr>
              <a:t>UNIVERSITY OF NEW BRUNSWICK</a:t>
            </a:r>
          </a:p>
        </p:txBody>
      </p:sp>
      <p:sp>
        <p:nvSpPr>
          <p:cNvPr id="18435" name="Rectangle 1"/>
          <p:cNvSpPr>
            <a:spLocks noChangeArrowheads="1"/>
          </p:cNvSpPr>
          <p:nvPr/>
        </p:nvSpPr>
        <p:spPr bwMode="auto">
          <a:xfrm>
            <a:off x="1476375" y="5056148"/>
            <a:ext cx="2686248" cy="75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CA" sz="2400" b="1" dirty="0">
                <a:solidFill>
                  <a:srgbClr val="003366"/>
                </a:solidFill>
                <a:latin typeface="Cambria" pitchFamily="18" charset="0"/>
                <a:cs typeface="Times New Roman" pitchFamily="18" charset="0"/>
              </a:rPr>
              <a:t>Presenter: Names</a:t>
            </a:r>
          </a:p>
          <a:p>
            <a:pPr>
              <a:spcAft>
                <a:spcPts val="600"/>
              </a:spcAft>
            </a:pPr>
            <a:r>
              <a:rPr lang="en-CA" sz="1400" b="1" i="1" dirty="0">
                <a:solidFill>
                  <a:srgbClr val="003366"/>
                </a:solidFill>
                <a:latin typeface="Cambria" pitchFamily="18" charset="0"/>
                <a:cs typeface="Times New Roman" pitchFamily="18" charset="0"/>
              </a:rPr>
              <a:t>email: xyz@unb.ca</a:t>
            </a:r>
            <a:endParaRPr lang="en-CA" sz="1400" b="1" dirty="0">
              <a:solidFill>
                <a:srgbClr val="003366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7B0F7C-29D6-B73F-5BD8-DC227CB03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339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2DA491-126D-4833-9266-91A7DE043865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  <p:sp>
        <p:nvSpPr>
          <p:cNvPr id="19459" name="Rectangle 2"/>
          <p:cNvSpPr txBox="1">
            <a:spLocks noChangeAspect="1" noChangeArrowheads="1"/>
          </p:cNvSpPr>
          <p:nvPr/>
        </p:nvSpPr>
        <p:spPr bwMode="auto">
          <a:xfrm>
            <a:off x="648915" y="188640"/>
            <a:ext cx="788352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sz="28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AN OVERVIEW OF DATA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411" y="979849"/>
            <a:ext cx="7019925" cy="540147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dirty="0">
                <a:latin typeface="Cambria" pitchFamily="18" charset="0"/>
              </a:rPr>
              <a:t>Data quality</a:t>
            </a:r>
          </a:p>
          <a:p>
            <a:pPr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Major tasks in data preprocessing</a:t>
            </a:r>
          </a:p>
          <a:p>
            <a:pPr lvl="1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1- Data cleaning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1.1- Noisy data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1.2- Outlier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1.3- Missing data</a:t>
            </a:r>
          </a:p>
          <a:p>
            <a:pPr lvl="1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2- Data integration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2.1- Unification of features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2.2- Detection of conflicts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2.3- Redundancy problem</a:t>
            </a:r>
          </a:p>
          <a:p>
            <a:pPr lvl="1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3- Data transformation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3.1- Data normalization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3.2- Data discretization</a:t>
            </a:r>
          </a:p>
          <a:p>
            <a:pPr lvl="2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3.3- Encoding</a:t>
            </a:r>
          </a:p>
          <a:p>
            <a:pPr lvl="1">
              <a:spcAft>
                <a:spcPts val="600"/>
              </a:spcAft>
              <a:defRPr/>
            </a:pPr>
            <a:r>
              <a:rPr lang="en-US" dirty="0">
                <a:latin typeface="Cambria" pitchFamily="18" charset="0"/>
              </a:rPr>
              <a:t>4- Data reduction</a:t>
            </a:r>
          </a:p>
        </p:txBody>
      </p:sp>
    </p:spTree>
    <p:extLst>
      <p:ext uri="{BB962C8B-B14F-4D97-AF65-F5344CB8AC3E}">
        <p14:creationId xmlns:p14="http://schemas.microsoft.com/office/powerpoint/2010/main" val="370086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A3FC0E-DC5C-4B53-BA76-42865146E2C9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  <p:sp>
        <p:nvSpPr>
          <p:cNvPr id="23555" name="Rectangle 14"/>
          <p:cNvSpPr>
            <a:spLocks noChangeArrowheads="1"/>
          </p:cNvSpPr>
          <p:nvPr/>
        </p:nvSpPr>
        <p:spPr bwMode="auto">
          <a:xfrm>
            <a:off x="1198563" y="1844675"/>
            <a:ext cx="56515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5000" b="1">
                <a:solidFill>
                  <a:schemeClr val="bg1"/>
                </a:solidFill>
                <a:latin typeface="Cambria" pitchFamily="18" charset="0"/>
              </a:rPr>
              <a:t>1</a:t>
            </a:r>
            <a:endParaRPr lang="en-US" sz="5000">
              <a:solidFill>
                <a:schemeClr val="bg1"/>
              </a:solidFill>
            </a:endParaRPr>
          </a:p>
        </p:txBody>
      </p:sp>
      <p:sp>
        <p:nvSpPr>
          <p:cNvPr id="23556" name="Rectangle 15"/>
          <p:cNvSpPr>
            <a:spLocks noChangeArrowheads="1"/>
          </p:cNvSpPr>
          <p:nvPr/>
        </p:nvSpPr>
        <p:spPr bwMode="auto">
          <a:xfrm>
            <a:off x="3287713" y="1844675"/>
            <a:ext cx="563562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5000" b="1">
                <a:solidFill>
                  <a:schemeClr val="bg1"/>
                </a:solidFill>
                <a:latin typeface="Cambria" pitchFamily="18" charset="0"/>
              </a:rPr>
              <a:t>2</a:t>
            </a:r>
            <a:endParaRPr lang="en-US" sz="5000">
              <a:solidFill>
                <a:schemeClr val="bg1"/>
              </a:solidFill>
            </a:endParaRPr>
          </a:p>
        </p:txBody>
      </p:sp>
      <p:sp>
        <p:nvSpPr>
          <p:cNvPr id="23557" name="Rectangle 16"/>
          <p:cNvSpPr>
            <a:spLocks noChangeArrowheads="1"/>
          </p:cNvSpPr>
          <p:nvPr/>
        </p:nvSpPr>
        <p:spPr bwMode="auto">
          <a:xfrm>
            <a:off x="5292725" y="1844675"/>
            <a:ext cx="563563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5000" b="1">
                <a:solidFill>
                  <a:schemeClr val="bg1"/>
                </a:solidFill>
                <a:latin typeface="Cambria" pitchFamily="18" charset="0"/>
              </a:rPr>
              <a:t>3</a:t>
            </a:r>
            <a:endParaRPr lang="en-US" sz="5000">
              <a:solidFill>
                <a:schemeClr val="bg1"/>
              </a:solidFill>
            </a:endParaRPr>
          </a:p>
        </p:txBody>
      </p:sp>
      <p:sp>
        <p:nvSpPr>
          <p:cNvPr id="23558" name="Rectangle 17"/>
          <p:cNvSpPr>
            <a:spLocks noChangeArrowheads="1"/>
          </p:cNvSpPr>
          <p:nvPr/>
        </p:nvSpPr>
        <p:spPr bwMode="auto">
          <a:xfrm>
            <a:off x="7451725" y="1844675"/>
            <a:ext cx="56515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5000" b="1">
                <a:solidFill>
                  <a:schemeClr val="bg1"/>
                </a:solidFill>
                <a:latin typeface="Cambria" pitchFamily="18" charset="0"/>
              </a:rPr>
              <a:t>4</a:t>
            </a:r>
            <a:endParaRPr lang="en-US" sz="5000">
              <a:solidFill>
                <a:schemeClr val="bg1"/>
              </a:solidFill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3923928" y="1556792"/>
          <a:ext cx="3960440" cy="3919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Oval 10"/>
          <p:cNvSpPr/>
          <p:nvPr/>
        </p:nvSpPr>
        <p:spPr>
          <a:xfrm>
            <a:off x="900113" y="1773238"/>
            <a:ext cx="3311525" cy="3168650"/>
          </a:xfrm>
          <a:prstGeom prst="ellipse">
            <a:avLst/>
          </a:prstGeom>
          <a:solidFill>
            <a:schemeClr val="accent6">
              <a:lumMod val="60000"/>
              <a:lumOff val="40000"/>
              <a:alpha val="4902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500" b="1" dirty="0">
                <a:solidFill>
                  <a:schemeClr val="tx1"/>
                </a:solidFill>
                <a:latin typeface="Cambria" pitchFamily="18" charset="0"/>
              </a:rPr>
              <a:t>Data Preprocessing</a:t>
            </a:r>
          </a:p>
        </p:txBody>
      </p:sp>
      <p:sp>
        <p:nvSpPr>
          <p:cNvPr id="10" name="Rectangle 2"/>
          <p:cNvSpPr txBox="1">
            <a:spLocks noChangeAspect="1" noChangeArrowheads="1"/>
          </p:cNvSpPr>
          <p:nvPr/>
        </p:nvSpPr>
        <p:spPr bwMode="auto">
          <a:xfrm>
            <a:off x="720923" y="188640"/>
            <a:ext cx="788352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sz="28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AN OVERVIEW OF 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496426279"/>
      </p:ext>
    </p:extLst>
  </p:cSld>
  <p:clrMapOvr>
    <a:masterClrMapping/>
  </p:clrMapOvr>
</p:sld>
</file>

<file path=ppt/theme/theme1.xml><?xml version="1.0" encoding="utf-8"?>
<a:theme xmlns:a="http://schemas.openxmlformats.org/drawingml/2006/main" name="2_Struttura predefinita">
  <a:themeElements>
    <a:clrScheme name="2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30057</TotalTime>
  <Words>142</Words>
  <Application>Microsoft Office PowerPoint</Application>
  <PresentationFormat>On-screen Show (4:3)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Cambria</vt:lpstr>
      <vt:lpstr>Minion Web</vt:lpstr>
      <vt:lpstr>Wingdings</vt:lpstr>
      <vt:lpstr>2_Struttura predefinita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Project</dc:title>
  <dc:creator>Roozbeh</dc:creator>
  <cp:lastModifiedBy>Roozbeh Razavi-Far</cp:lastModifiedBy>
  <cp:revision>1532</cp:revision>
  <cp:lastPrinted>2025-01-08T22:41:49Z</cp:lastPrinted>
  <dcterms:created xsi:type="dcterms:W3CDTF">2006-07-06T09:00:29Z</dcterms:created>
  <dcterms:modified xsi:type="dcterms:W3CDTF">2026-01-23T21:02:39Z</dcterms:modified>
</cp:coreProperties>
</file>